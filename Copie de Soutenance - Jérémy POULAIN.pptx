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theme/theme6.xml" ContentType="application/vnd.openxmlformats-officedocument.theme+xml"/>
  <Override PartName="/ppt/theme/theme7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3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5247" r:id="rId4"/>
    <p:sldMasterId id="2147485400" r:id="rId5"/>
    <p:sldMasterId id="2147485410" r:id="rId6"/>
    <p:sldMasterId id="2147485420" r:id="rId7"/>
    <p:sldMasterId id="2147485433" r:id="rId8"/>
  </p:sldMasterIdLst>
  <p:notesMasterIdLst>
    <p:notesMasterId r:id="rId51"/>
  </p:notesMasterIdLst>
  <p:handoutMasterIdLst>
    <p:handoutMasterId r:id="rId52"/>
  </p:handoutMasterIdLst>
  <p:sldIdLst>
    <p:sldId id="777" r:id="rId9"/>
    <p:sldId id="1124" r:id="rId10"/>
    <p:sldId id="1122" r:id="rId11"/>
    <p:sldId id="1123" r:id="rId12"/>
    <p:sldId id="1125" r:id="rId13"/>
    <p:sldId id="1127" r:id="rId14"/>
    <p:sldId id="1128" r:id="rId15"/>
    <p:sldId id="1129" r:id="rId16"/>
    <p:sldId id="1131" r:id="rId17"/>
    <p:sldId id="1132" r:id="rId18"/>
    <p:sldId id="1133" r:id="rId19"/>
    <p:sldId id="1135" r:id="rId20"/>
    <p:sldId id="1136" r:id="rId21"/>
    <p:sldId id="1138" r:id="rId22"/>
    <p:sldId id="1141" r:id="rId23"/>
    <p:sldId id="1139" r:id="rId24"/>
    <p:sldId id="1140" r:id="rId25"/>
    <p:sldId id="1162" r:id="rId26"/>
    <p:sldId id="1163" r:id="rId27"/>
    <p:sldId id="1119" r:id="rId28"/>
    <p:sldId id="1144" r:id="rId29"/>
    <p:sldId id="1147" r:id="rId30"/>
    <p:sldId id="1149" r:id="rId31"/>
    <p:sldId id="1169" r:id="rId32"/>
    <p:sldId id="1150" r:id="rId33"/>
    <p:sldId id="1170" r:id="rId34"/>
    <p:sldId id="1151" r:id="rId35"/>
    <p:sldId id="1171" r:id="rId36"/>
    <p:sldId id="1153" r:id="rId37"/>
    <p:sldId id="1164" r:id="rId38"/>
    <p:sldId id="1155" r:id="rId39"/>
    <p:sldId id="1154" r:id="rId40"/>
    <p:sldId id="1156" r:id="rId41"/>
    <p:sldId id="1172" r:id="rId42"/>
    <p:sldId id="1157" r:id="rId43"/>
    <p:sldId id="1158" r:id="rId44"/>
    <p:sldId id="1159" r:id="rId45"/>
    <p:sldId id="1161" r:id="rId46"/>
    <p:sldId id="1165" r:id="rId47"/>
    <p:sldId id="1166" r:id="rId48"/>
    <p:sldId id="1167" r:id="rId49"/>
    <p:sldId id="1168" r:id="rId50"/>
  </p:sldIdLst>
  <p:sldSz cx="12192000" cy="6858000"/>
  <p:notesSz cx="6797675" cy="9926638"/>
  <p:custShowLst>
    <p:custShow name="Format Guide Workshop" id="0">
      <p:sldLst/>
    </p:custShow>
  </p:custShowLst>
  <p:custDataLst>
    <p:tags r:id="rId53"/>
  </p:custDataLst>
  <p:defaultTextStyle>
    <a:defPPr>
      <a:defRPr lang="en-US"/>
    </a:defPPr>
    <a:lvl1pPr marL="0" algn="l" defTabSz="9143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08" algn="l" defTabSz="9143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62" algn="l" defTabSz="9143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16" algn="l" defTabSz="9143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70" algn="l" defTabSz="9143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24" algn="l" defTabSz="9143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78" algn="l" defTabSz="9143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31" algn="l" defTabSz="91430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orient="horz" pos="31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AS Fabien" initials="PF" lastIdx="1" clrIdx="0">
    <p:extLst>
      <p:ext uri="{19B8F6BF-5375-455C-9EA6-DF929625EA0E}">
        <p15:presenceInfo xmlns:p15="http://schemas.microsoft.com/office/powerpoint/2012/main" userId="S-1-5-21-1360849144-2983498803-2993225397-448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A60"/>
    <a:srgbClr val="93CBA3"/>
    <a:srgbClr val="FF9900"/>
    <a:srgbClr val="BEC3C5"/>
    <a:srgbClr val="485155"/>
    <a:srgbClr val="007791"/>
    <a:srgbClr val="FFB13F"/>
    <a:srgbClr val="FFFFFF"/>
    <a:srgbClr val="A5B7C1"/>
    <a:srgbClr val="71BB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yle léger 1 - Accentuation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102" autoAdjust="0"/>
    <p:restoredTop sz="94640"/>
  </p:normalViewPr>
  <p:slideViewPr>
    <p:cSldViewPr snapToGrid="0">
      <p:cViewPr varScale="1">
        <p:scale>
          <a:sx n="103" d="100"/>
          <a:sy n="103" d="100"/>
        </p:scale>
        <p:origin x="78" y="210"/>
      </p:cViewPr>
      <p:guideLst>
        <p:guide pos="3817"/>
        <p:guide orient="horz" pos="31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slide" Target="slides/slide33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tags" Target="tags/tag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2945659" cy="498057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5" y="4"/>
            <a:ext cx="2945659" cy="498057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57691E93-EF64-46CC-85E2-BBB5BEDB9501}" type="datetimeFigureOut">
              <a:rPr lang="en-US" sz="800"/>
              <a:t>7/2/2024</a:t>
            </a:fld>
            <a:endParaRPr lang="en-US" sz="8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US" sz="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3DCECA85-2A7A-423F-89EA-6868CB52DF19}" type="slidenum">
              <a:rPr lang="en-US" sz="800"/>
              <a:t>‹N°›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7093775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45.43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9 311 24575,'42'28'0,"1"-1"0,-7-6 0,41 40 0,-66-50 0,6 2 0,-15-9 0,-17-4 0,3 0 0,-11 0 0,14 0 0,0 0 0,0 0 0,0 0 0,0 0 0,1 0 0,-1 0 0,1 0 0,-1 0 0,1 4 0,3 1 0,-2 3 0,2 1 0,0 6 0,-4-5 0,4 11 0,-5-11 0,4 10 0,-2-10 0,7 11 0,-7-11 0,7 5 0,-3-6 0,4 0 0,-4 0 0,3 0 0,-3 0 0,0-1 0,3 1 0,-6-4 0,6 3 0,-3-24 0,4-1 0,0-14 0,0-5 0,0 12 0,6-12 0,0 13 0,5 0 0,-5 3 0,2 9 0,-3-4 0,4 10 0,0-3 0,0 7 0,0-3 0,0 0 0,0 3 0,0-3 0,0 0 0,0-1 0,0-4 0,0-1 0,0 1 0,5 4 0,-3-3 0,9 7 0,-10-3 0,11 4 0,-11 0 0,10 0 0,-9 0 0,3 0 0,1 0 0,-5 0 0,5 0 0,-6 0 0,0 0 0,-1 0 0,1-4 0,-1 3 0,1-6 0,0 6 0,0-7 0,-1 3 0,-3-4 0,2 5 0,-6-4 0,3 3 0,-4-4 0,4 0 0,-3 0 0,7 0 0,-7 0 0,7 4 0,-7-3 0,7 3 0,-3-4 0,3 1 0,-3-1 0,3 4 0,-3-3 0,4 3 0,-1 0 0,1-3 0,0 7 0,0-7 0,0 7 0,0-3 0,0-1 0,0 4 0,5-3 0,-3 4 0,3-4 0,-5 3 0,0-3 0,0 0 0,1 3 0,-1-3 0,0 0 0,0 3 0,0-7 0,0 7 0,0-3 0,0 0 0,-1-1 0,1 0 0,0-3 0,0 7 0,0-7 0,0 7 0,0-3 0,0 0 0,0 3 0,0-3 0,0 0 0,0 3 0,0-7 0,0 7 0,6-8 0,1 8 0,5-9 0,1 4 0,-1 0 0,1-4 0,-1 9 0,-5-4 0,4 1 0,-9 2 0,3-2 0,-5 4 0,0 0 0,-4-5 0,2 4 0,-2-3 0,3 1 0,-3-2 0,-2-2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56.8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361 216 24575,'42'0'0,"-2"0"0,-5 0 0,-3 0 0,-11 0 0,1 0 0,-6 0 0,4 0 0,-4 0 0,5-5 0,8-2 0,1-10 0,8-3 0,8 0 0,-13-2 0,11 2 0,-20 2 0,4 1 0,-6 6 0,-6 1 0,-1 5 0,-10-3 0,-5 7 0,-10-3 0,0 4 0,-10 0 0,3 0 0,-11 0 0,4 0 0,-12 0 0,6 0 0,-8 0 0,0 0 0,8 0 0,-6-5 0,12 3 0,1-7 0,3 8 0,9-7 0,-4 7 0,1-3 0,3 4 0,-4 0 0,6 0 0,1 0 0,-1 0 0,0 0 0,0 0 0,-1 0 0,-4 0 0,3 0 0,-3 0 0,5 0 0,0 0 0,5 3 0,0 2 0,4 3 0,0 5 0,0-3 0,3 3 0,2-9 0,4 0 0,0-4 0,0 0 0,6 0 0,1 5 0,12-4 0,3 9 0,6-3 0,1 6 0,0-1 0,-1 1 0,-6-2 0,-3 1 0,-12-2 0,4 0 0,-9 0 0,3-1 0,-5-4 0,1 3 0,-5-3 0,-1 4 0,0-4 0,-3 3 0,7-3 0,-7 4 0,7 0 0,-3 0 0,0 0 0,3 0 0,-3 0 0,4 0 0,0 0 0,0 0 0,5 1 0,2-1 0,0 1 0,-1 0 0,-6-1 0,0 0 0,0 0 0,1 6 0,-1-5 0,1 5 0,-1-6 0,-4 0 0,2-4 0,-6-16 0,3 3 0,-4-12 0,-4 12 0,-1 3 0,-3-2 0,0 6 0,-1-6 0,0 6 0,0-3 0,0 0 0,-5 3 0,-3-3 0,-4 4 0,-8 0 0,-2 0 0,-6 0 0,-10 0 0,7 0 0,-6 0 0,8 0 0,0 0 0,8 0 0,6 0 0,10 0 0,5 0 0,4 3 0,0 2 0,5 9 0,0-3 0,0 9 0,0-10 0,0 5 0,0-6 0,0 0 0,0 0 0,0-1 0,0 1 0,0-1 0,4 0 0,1-4 0,3 0 0,-7 0 0,-6 1 0,-1 4 0,-10 0 0,14 0 0,-10 0 0,11 0 0,-7 0 0,3 0 0,-5 0 0,-4-4 0,3 3 0,-9-2 0,4 4 0,-6-4 0,1-1 0,-1-5 0,0 0 0,1 0 0,5 0 0,-5 0 0,11 0 0,-4 0 0,5 3 0,1 1 0,0 1 0,-5 6 0,3-5 0,-9 8 0,3-4 0,0 0 0,-5-4 0,11 2 0,-5-7 0,6 3 0,0-4 0,4 3 0,2 2 0,3 3 0,0 0 0,0 1 0,-5-4 0,4 3 0,-3-3 0,0 0 0,3 3 0,-7-7 0,7 7 0,-7-4 0,8 5 0,-4 0 0,0-1 0,3 1 0,-2 0 0,-1-4 0,3 3 0,-8-7 0,8 7 0,-3-3 0,4 4 0,0-1 0,-3-3 0,2-24 0,-2-4 0,3-14 0,0 9 0,0 6 0,0 0 0,0 1 0,0-1 0,0 6 0,0-4 0,0 4 0,0 0 0,0-5 0,0 5 0,0-5 0,0-1 0,0 0 0,0 6 0,0-4 0,0 4 0,0-6 0,0 6 0,4-4 0,-2 9 0,2-9 0,-4 9 0,4-3 0,-3-1 0,7 5 0,-7-5 0,8 0 0,-8 5 0,8-1 0,-8 3 0,3 3 0,-4 21 0,0-10 0,0 25 0,0-21 0,0 3 0,0-4 0,0 0 0,0 0 0,0 0 0,0 0 0,0 5 0,0-3 0,0 9 0,0-4 0,0 0 0,0-2 0,5 1 0,0-5 0,5 5 0,-1-6 0,0 0 0,0 0 0,0-4 0,0 3 0,0-7 0,0 3 0,0 0 0,0-3 0,0 7 0,0-7 0,-1 3 0,0-4 0,1 0 0,0 0 0,-1 0 0,1-4 0,-5 0 0,0-5 0,-4-6 0,0 5 0,0-11 0,0 5 0,0-5 0,0-1 0,0 0 0,0 6 0,0-4 0,0 9 0,0-9 0,0 10 0,0-5 0,-5 0 0,4 5 0,-8-5 0,8 6 0,-7 0 0,7 0 0,-8-1 0,8 1 0,-7 0 0,7 0 0,-3 0 0,0 0 0,3 0 0,-7 0 0,7 0 0,-3 0 0,4 1 0,0-1 0,0 1 0,0-1 0,0 1 0,0 0 0,4 4 0,1 0 0,4 0 0,0 3 0,0-3 0,0 4 0,-1 0 0,-3 3 0,-1 2 0,-4 4 0,4 0 0,-3 5 0,3 2 0,-4 0 0,5 4 0,-4-9 0,9 9 0,-9-10 0,8 10 0,-8-9 0,9 9 0,-9-10 0,9 10 0,-9-9 0,4 3 0,-1-5 0,-3 0 0,7 0 0,-4-4 0,5 3 0,-1-7 0,1 3 0,-1-4 0,1 0 0,-1 0 0,1 0 0,0 0 0,6 0 0,1 0 0,0 0 0,-2 0 0,1 0 0,-5 0 0,5 0 0,-10-3 0,-1-1 0,-4-4 0,0 1 0,-3 2 0,-2 2 0,-3 3 0,0 0 0,-7 0 0,5 0 0,-1 0 0,7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45.43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9 311 24575,'42'28'0,"1"-1"0,-7-6 0,41 40 0,-66-50 0,6 2 0,-15-9 0,-17-4 0,3 0 0,-11 0 0,14 0 0,0 0 0,0 0 0,0 0 0,0 0 0,1 0 0,-1 0 0,1 0 0,-1 0 0,1 4 0,3 1 0,-2 3 0,2 1 0,0 6 0,-4-5 0,4 11 0,-5-11 0,4 10 0,-2-10 0,7 11 0,-7-11 0,7 5 0,-3-6 0,4 0 0,-4 0 0,3 0 0,-3 0 0,0-1 0,3 1 0,-6-4 0,6 3 0,-3-24 0,4-1 0,0-14 0,0-5 0,0 12 0,6-12 0,0 13 0,5 0 0,-5 3 0,2 9 0,-3-4 0,4 10 0,0-3 0,0 7 0,0-3 0,0 0 0,0 3 0,0-3 0,0 0 0,0-1 0,0-4 0,0-1 0,0 1 0,5 4 0,-3-3 0,9 7 0,-10-3 0,11 4 0,-11 0 0,10 0 0,-9 0 0,3 0 0,1 0 0,-5 0 0,5 0 0,-6 0 0,0 0 0,-1 0 0,1-4 0,-1 3 0,1-6 0,0 6 0,0-7 0,-1 3 0,-3-4 0,2 5 0,-6-4 0,3 3 0,-4-4 0,4 0 0,-3 0 0,7 0 0,-7 0 0,7 4 0,-7-3 0,7 3 0,-3-4 0,3 1 0,-3-1 0,3 4 0,-3-3 0,4 3 0,-1 0 0,1-3 0,0 7 0,0-7 0,0 7 0,0-3 0,0-1 0,0 4 0,5-3 0,-3 4 0,3-4 0,-5 3 0,0-3 0,0 0 0,1 3 0,-1-3 0,0 0 0,0 3 0,0-7 0,0 7 0,0-3 0,0 0 0,-1-1 0,1 0 0,0-3 0,0 7 0,0-7 0,0 7 0,0-3 0,0 0 0,0 3 0,0-3 0,0 0 0,0 3 0,0-7 0,0 7 0,6-8 0,1 8 0,5-9 0,1 4 0,-1 0 0,1-4 0,-1 9 0,-5-4 0,4 1 0,-9 2 0,3-2 0,-5 4 0,0 0 0,-4-5 0,2 4 0,-2-3 0,3 1 0,-3-2 0,-2-2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56.8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361 216 24575,'42'0'0,"-2"0"0,-5 0 0,-3 0 0,-11 0 0,1 0 0,-6 0 0,4 0 0,-4 0 0,5-5 0,8-2 0,1-10 0,8-3 0,8 0 0,-13-2 0,11 2 0,-20 2 0,4 1 0,-6 6 0,-6 1 0,-1 5 0,-10-3 0,-5 7 0,-10-3 0,0 4 0,-10 0 0,3 0 0,-11 0 0,4 0 0,-12 0 0,6 0 0,-8 0 0,0 0 0,8 0 0,-6-5 0,12 3 0,1-7 0,3 8 0,9-7 0,-4 7 0,1-3 0,3 4 0,-4 0 0,6 0 0,1 0 0,-1 0 0,0 0 0,0 0 0,-1 0 0,-4 0 0,3 0 0,-3 0 0,5 0 0,0 0 0,5 3 0,0 2 0,4 3 0,0 5 0,0-3 0,3 3 0,2-9 0,4 0 0,0-4 0,0 0 0,6 0 0,1 5 0,12-4 0,3 9 0,6-3 0,1 6 0,0-1 0,-1 1 0,-6-2 0,-3 1 0,-12-2 0,4 0 0,-9 0 0,3-1 0,-5-4 0,1 3 0,-5-3 0,-1 4 0,0-4 0,-3 3 0,7-3 0,-7 4 0,7 0 0,-3 0 0,0 0 0,3 0 0,-3 0 0,4 0 0,0 0 0,0 0 0,5 1 0,2-1 0,0 1 0,-1 0 0,-6-1 0,0 0 0,0 0 0,1 6 0,-1-5 0,1 5 0,-1-6 0,-4 0 0,2-4 0,-6-16 0,3 3 0,-4-12 0,-4 12 0,-1 3 0,-3-2 0,0 6 0,-1-6 0,0 6 0,0-3 0,0 0 0,-5 3 0,-3-3 0,-4 4 0,-8 0 0,-2 0 0,-6 0 0,-10 0 0,7 0 0,-6 0 0,8 0 0,0 0 0,8 0 0,6 0 0,10 0 0,5 0 0,4 3 0,0 2 0,5 9 0,0-3 0,0 9 0,0-10 0,0 5 0,0-6 0,0 0 0,0 0 0,0-1 0,0 1 0,0-1 0,4 0 0,1-4 0,3 0 0,-7 0 0,-6 1 0,-1 4 0,-10 0 0,14 0 0,-10 0 0,11 0 0,-7 0 0,3 0 0,-5 0 0,-4-4 0,3 3 0,-9-2 0,4 4 0,-6-4 0,1-1 0,-1-5 0,0 0 0,1 0 0,5 0 0,-5 0 0,11 0 0,-4 0 0,5 3 0,1 1 0,0 1 0,-5 6 0,3-5 0,-9 8 0,3-4 0,0 0 0,-5-4 0,11 2 0,-5-7 0,6 3 0,0-4 0,4 3 0,2 2 0,3 3 0,0 0 0,0 1 0,-5-4 0,4 3 0,-3-3 0,0 0 0,3 3 0,-7-7 0,7 7 0,-7-4 0,8 5 0,-4 0 0,0-1 0,3 1 0,-2 0 0,-1-4 0,3 3 0,-8-7 0,8 7 0,-3-3 0,4 4 0,0-1 0,-3-3 0,2-24 0,-2-4 0,3-14 0,0 9 0,0 6 0,0 0 0,0 1 0,0-1 0,0 6 0,0-4 0,0 4 0,0 0 0,0-5 0,0 5 0,0-5 0,0-1 0,0 0 0,0 6 0,0-4 0,0 4 0,0-6 0,0 6 0,4-4 0,-2 9 0,2-9 0,-4 9 0,4-3 0,-3-1 0,7 5 0,-7-5 0,8 0 0,-8 5 0,8-1 0,-8 3 0,3 3 0,-4 21 0,0-10 0,0 25 0,0-21 0,0 3 0,0-4 0,0 0 0,0 0 0,0 0 0,0 0 0,0 5 0,0-3 0,0 9 0,0-4 0,0 0 0,0-2 0,5 1 0,0-5 0,5 5 0,-1-6 0,0 0 0,0 0 0,0-4 0,0 3 0,0-7 0,0 3 0,0 0 0,0-3 0,0 7 0,0-7 0,-1 3 0,0-4 0,1 0 0,0 0 0,-1 0 0,1-4 0,-5 0 0,0-5 0,-4-6 0,0 5 0,0-11 0,0 5 0,0-5 0,0-1 0,0 0 0,0 6 0,0-4 0,0 9 0,0-9 0,0 10 0,0-5 0,-5 0 0,4 5 0,-8-5 0,8 6 0,-7 0 0,7 0 0,-8-1 0,8 1 0,-7 0 0,7 0 0,-3 0 0,0 0 0,3 0 0,-7 0 0,7 0 0,-3 0 0,4 1 0,0-1 0,0 1 0,0-1 0,0 1 0,0 0 0,4 4 0,1 0 0,4 0 0,0 3 0,0-3 0,0 4 0,-1 0 0,-3 3 0,-1 2 0,-4 4 0,4 0 0,-3 5 0,3 2 0,-4 0 0,5 4 0,-4-9 0,9 9 0,-9-10 0,8 10 0,-8-9 0,9 9 0,-9-10 0,9 10 0,-9-9 0,4 3 0,-1-5 0,-3 0 0,7 0 0,-4-4 0,5 3 0,-1-7 0,1 3 0,-1-4 0,1 0 0,-1 0 0,1 0 0,0 0 0,6 0 0,1 0 0,0 0 0,-2 0 0,1 0 0,-5 0 0,5 0 0,-10-3 0,-1-1 0,-4-4 0,0 1 0,-3 2 0,-2 2 0,-3 3 0,0 0 0,-7 0 0,5 0 0,-1 0 0,7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45.43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9 311 24575,'42'28'0,"1"-1"0,-7-6 0,41 40 0,-66-50 0,6 2 0,-15-9 0,-17-4 0,3 0 0,-11 0 0,14 0 0,0 0 0,0 0 0,0 0 0,0 0 0,1 0 0,-1 0 0,1 0 0,-1 0 0,1 4 0,3 1 0,-2 3 0,2 1 0,0 6 0,-4-5 0,4 11 0,-5-11 0,4 10 0,-2-10 0,7 11 0,-7-11 0,7 5 0,-3-6 0,4 0 0,-4 0 0,3 0 0,-3 0 0,0-1 0,3 1 0,-6-4 0,6 3 0,-3-24 0,4-1 0,0-14 0,0-5 0,0 12 0,6-12 0,0 13 0,5 0 0,-5 3 0,2 9 0,-3-4 0,4 10 0,0-3 0,0 7 0,0-3 0,0 0 0,0 3 0,0-3 0,0 0 0,0-1 0,0-4 0,0-1 0,0 1 0,5 4 0,-3-3 0,9 7 0,-10-3 0,11 4 0,-11 0 0,10 0 0,-9 0 0,3 0 0,1 0 0,-5 0 0,5 0 0,-6 0 0,0 0 0,-1 0 0,1-4 0,-1 3 0,1-6 0,0 6 0,0-7 0,-1 3 0,-3-4 0,2 5 0,-6-4 0,3 3 0,-4-4 0,4 0 0,-3 0 0,7 0 0,-7 0 0,7 4 0,-7-3 0,7 3 0,-3-4 0,3 1 0,-3-1 0,3 4 0,-3-3 0,4 3 0,-1 0 0,1-3 0,0 7 0,0-7 0,0 7 0,0-3 0,0-1 0,0 4 0,5-3 0,-3 4 0,3-4 0,-5 3 0,0-3 0,0 0 0,1 3 0,-1-3 0,0 0 0,0 3 0,0-7 0,0 7 0,0-3 0,0 0 0,-1-1 0,1 0 0,0-3 0,0 7 0,0-7 0,0 7 0,0-3 0,0 0 0,0 3 0,0-3 0,0 0 0,0 3 0,0-7 0,0 7 0,6-8 0,1 8 0,5-9 0,1 4 0,-1 0 0,1-4 0,-1 9 0,-5-4 0,4 1 0,-9 2 0,3-2 0,-5 4 0,0 0 0,-4-5 0,2 4 0,-2-3 0,3 1 0,-3-2 0,-2-2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56.8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361 216 24575,'42'0'0,"-2"0"0,-5 0 0,-3 0 0,-11 0 0,1 0 0,-6 0 0,4 0 0,-4 0 0,5-5 0,8-2 0,1-10 0,8-3 0,8 0 0,-13-2 0,11 2 0,-20 2 0,4 1 0,-6 6 0,-6 1 0,-1 5 0,-10-3 0,-5 7 0,-10-3 0,0 4 0,-10 0 0,3 0 0,-11 0 0,4 0 0,-12 0 0,6 0 0,-8 0 0,0 0 0,8 0 0,-6-5 0,12 3 0,1-7 0,3 8 0,9-7 0,-4 7 0,1-3 0,3 4 0,-4 0 0,6 0 0,1 0 0,-1 0 0,0 0 0,0 0 0,-1 0 0,-4 0 0,3 0 0,-3 0 0,5 0 0,0 0 0,5 3 0,0 2 0,4 3 0,0 5 0,0-3 0,3 3 0,2-9 0,4 0 0,0-4 0,0 0 0,6 0 0,1 5 0,12-4 0,3 9 0,6-3 0,1 6 0,0-1 0,-1 1 0,-6-2 0,-3 1 0,-12-2 0,4 0 0,-9 0 0,3-1 0,-5-4 0,1 3 0,-5-3 0,-1 4 0,0-4 0,-3 3 0,7-3 0,-7 4 0,7 0 0,-3 0 0,0 0 0,3 0 0,-3 0 0,4 0 0,0 0 0,0 0 0,5 1 0,2-1 0,0 1 0,-1 0 0,-6-1 0,0 0 0,0 0 0,1 6 0,-1-5 0,1 5 0,-1-6 0,-4 0 0,2-4 0,-6-16 0,3 3 0,-4-12 0,-4 12 0,-1 3 0,-3-2 0,0 6 0,-1-6 0,0 6 0,0-3 0,0 0 0,-5 3 0,-3-3 0,-4 4 0,-8 0 0,-2 0 0,-6 0 0,-10 0 0,7 0 0,-6 0 0,8 0 0,0 0 0,8 0 0,6 0 0,10 0 0,5 0 0,4 3 0,0 2 0,5 9 0,0-3 0,0 9 0,0-10 0,0 5 0,0-6 0,0 0 0,0 0 0,0-1 0,0 1 0,0-1 0,4 0 0,1-4 0,3 0 0,-7 0 0,-6 1 0,-1 4 0,-10 0 0,14 0 0,-10 0 0,11 0 0,-7 0 0,3 0 0,-5 0 0,-4-4 0,3 3 0,-9-2 0,4 4 0,-6-4 0,1-1 0,-1-5 0,0 0 0,1 0 0,5 0 0,-5 0 0,11 0 0,-4 0 0,5 3 0,1 1 0,0 1 0,-5 6 0,3-5 0,-9 8 0,3-4 0,0 0 0,-5-4 0,11 2 0,-5-7 0,6 3 0,0-4 0,4 3 0,2 2 0,3 3 0,0 0 0,0 1 0,-5-4 0,4 3 0,-3-3 0,0 0 0,3 3 0,-7-7 0,7 7 0,-7-4 0,8 5 0,-4 0 0,0-1 0,3 1 0,-2 0 0,-1-4 0,3 3 0,-8-7 0,8 7 0,-3-3 0,4 4 0,0-1 0,-3-3 0,2-24 0,-2-4 0,3-14 0,0 9 0,0 6 0,0 0 0,0 1 0,0-1 0,0 6 0,0-4 0,0 4 0,0 0 0,0-5 0,0 5 0,0-5 0,0-1 0,0 0 0,0 6 0,0-4 0,0 4 0,0-6 0,0 6 0,4-4 0,-2 9 0,2-9 0,-4 9 0,4-3 0,-3-1 0,7 5 0,-7-5 0,8 0 0,-8 5 0,8-1 0,-8 3 0,3 3 0,-4 21 0,0-10 0,0 25 0,0-21 0,0 3 0,0-4 0,0 0 0,0 0 0,0 0 0,0 0 0,0 5 0,0-3 0,0 9 0,0-4 0,0 0 0,0-2 0,5 1 0,0-5 0,5 5 0,-1-6 0,0 0 0,0 0 0,0-4 0,0 3 0,0-7 0,0 3 0,0 0 0,0-3 0,0 7 0,0-7 0,-1 3 0,0-4 0,1 0 0,0 0 0,-1 0 0,1-4 0,-5 0 0,0-5 0,-4-6 0,0 5 0,0-11 0,0 5 0,0-5 0,0-1 0,0 0 0,0 6 0,0-4 0,0 9 0,0-9 0,0 10 0,0-5 0,-5 0 0,4 5 0,-8-5 0,8 6 0,-7 0 0,7 0 0,-8-1 0,8 1 0,-7 0 0,7 0 0,-3 0 0,0 0 0,3 0 0,-7 0 0,7 0 0,-3 0 0,4 1 0,0-1 0,0 1 0,0-1 0,0 1 0,0 0 0,4 4 0,1 0 0,4 0 0,0 3 0,0-3 0,0 4 0,-1 0 0,-3 3 0,-1 2 0,-4 4 0,4 0 0,-3 5 0,3 2 0,-4 0 0,5 4 0,-4-9 0,9 9 0,-9-10 0,8 10 0,-8-9 0,9 9 0,-9-10 0,9 10 0,-9-9 0,4 3 0,-1-5 0,-3 0 0,7 0 0,-4-4 0,5 3 0,-1-7 0,1 3 0,-1-4 0,1 0 0,-1 0 0,1 0 0,0 0 0,6 0 0,1 0 0,0 0 0,-2 0 0,1 0 0,-5 0 0,5 0 0,-10-3 0,-1-1 0,-4-4 0,0 1 0,-3 2 0,-2 2 0,-3 3 0,0 0 0,-7 0 0,5 0 0,-1 0 0,7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6T10:34:38.06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119 46 24575,'35'0'0,"-1"0"0,-10 0 0,7 0 0,-6 0 0,8 0 0,-8-6 0,6 4 0,-15-11 0,15 5 0,-15-1 0,6 2 0,-8 7 0,-1 0 0,-37 0 0,7 0 0,-25 0 0,20 6 0,8 2 0,-1 0 0,1-2 0,0 0 0,6 1 0,-4 1 0,10 3 0,-10-9 0,4 4 0,0 0 0,-4-4 0,4 4 0,-6-6 0,0 6 0,1-5 0,0 10 0,1-4 0,-2 6 0,1 0 0,-1 1 0,0 0 0,-2 9 0,-7 1 0,6 1 0,-6-3 0,9-8 0,7 0 0,-6-6 0,11 3 0,1-10 0,9 4 0,4-5 0,2 0 0,-1 0 0,1 0 0,0 0 0,0 0 0,0-6 0,8-3 0,-6 1 0,15-7 0,-15 13 0,15-13 0,-15 13 0,6-5 0,-8 7 0,0 0 0,0 0 0,0 0 0,0 0 0,0 0 0,-1 0 0,1-6 0,-1 4 0,1-4 0,0 6 0,-1 0 0,-10 5 0,-14 3 0,-4 5 0,-16 11 0,14 1 0,-15 0 0,15-2 0,-6-8 0,9-1 0,0 0 0,6 0 0,-4-7 0,10 6 0,-4-6 0,11 0 0,2-2 0,5-11 0,1-1 0,1-7 0,-1 0 0,1 0 0,0 6 0,0-4 0,0 4 0,0 0 0,-1-4 0,1 10 0,0-10 0,0 10 0,0-10 0,0 4 0,0 0 0,0-5 0,0 6 0,-1-1 0,1-5 0,0 12 0,0-12 0,0 12 0,0-6 0,0 7 0,-1 0 0,0 0 0,0 0 0,0 0 0,0-5 0,0 3 0,-1-3 0,-4-1 0,4 5 0,-5-5 0,6 6 0,-1 0 0,1 0 0,0 0 0,0 0 0,0 0 0,-1 0 0,-10 0 0,-15 0 0,-2 0 0,-9 0 0,10 0 0,0 0 0,1 0 0,0 0 0,-1 0 0,1 0 0,0 0 0,0 0 0,1 0 0,5 5 0,1 2 0,6 6 0,0 0 0,-11-5 0,8 3 0,-13-10 0,9 9 0,0-3 0,-3 5 0,8 1 0,-3-1 0,-2-4 0,1-3 0,-7-5 0,6 7 0,-4 0 0,10 6 0,-10-6 0,9 3 0,-3-2 0,11-2 0,1 0 0,7-6 0,-1 0 0,1 0 0,-1 0 0,1 0 0,-1 0 0,0-5 0,0 3 0,-1-9 0,2 9 0,-2-9 0,0 10 0,1-5 0,0 6 0,-1 0 0,2 0 0,-1 0 0,1 0 0,0 0 0,0 0 0,0 0 0,-1 0 0,0 0 0,0 0 0,-1 0 0,1 0 0,-1 0 0,1 0 0,0 0 0,1-6 0,-1 5 0,0-5 0,0 1 0,-1 4 0,-5-11 0,3 5 0,-8-6 0,9 0 0,-4 0 0,7 0 0,-2 0 0,1 6 0,-1 1 0,1 0 0,0 4 0,0-4 0,-1 6 0,-5-6 0,5 4 0,-5-4 0,6 6 0,-6-6 0,4 4 0,-4-4 0,0 0 0,5 4 0,-5-4 0,6 6 0,-6-6 0,4 4 0,-4-4 0,6 6 0,-1 0 0,1 0 0,0 0 0,0 0 0,0 0 0,0 0 0,0 0 0,-6 5 0,-2 2 0,-5 5 0,0 2 0,0-1 0,0 0 0,0-1 0,0 0 0,0 0 0,-6-6 0,-1-1 0,-6-5 0,0 0 0,-1 0 0,1 0 0,-1 0 0,0 0 0,0 0 0,0 0 0,7 5 0,-4-3 0,10 8 0,-5-3 0,11-1 0,3-1 0,4-5 0,2 0 0,0 0 0,0 0 0,0 0 0,0 0 0,0 0 0,0 0 0,0 0 0,0 0 0,-1 0 0,1 0 0,0 7 0,-1-6 0,0 5 0,-1-6 0,0 0 0,-5-5 0,-2-2 0,0-6 0,2 1 0,0-1 0,-2 1 0,-5-1 0,-10 6 0,1 2 0,-18 5 0,11 0 0,-15 0 0,14 0 0,-5 0 0,8 0 0,0 6 0,-1-4 0,1 10 0,-8-10 0,6 10 0,-7-10 0,9 4 0,0-6 0,1 0 0,1 0 0,0 0 0,0 0 0,0 0 0,-1 0 0,-7 0 0,4 0 0,-4 0 0,6 0 0,0 0 0,0 0 0,0 0 0,2 0 0,-1 0 0,0 0 0,0 0 0,-1 0 0,1 0 0,-1 0 0,1 0 0,-1 0 0,1 0 0,0 0 0,-1 0 0,7-7 0,-5 6 0,11-12 0,-11 6 0,5 0 0,0-5 0,-5 10 0,5-4 0,-1 0 0,-3-2 0,10-5 0,-5 0 0,6 0 0,0-7 0,0 5 0,0-5 0,0 5 0,0 1 0,0 0 0,0 0 0,0 0 0,0 0 0,0 0 0,0 0 0,5 7 0,-8 1 0,-5 6 0,-15 7 0,-8 3 0,6 5 0,-6 1 0,-5 1 0,0-1 0,-8 2 0,19-2 0,-6 0 0,15-2 0,-7-5 0,9 3 0,1-10 0,5-1 0,26-3 0,-6-3 0,20 5 0,-20-5 0,1 3 0,-1-3 0,-5 5 0,-2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6T10:34:55.83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1 361 24575,'36'0'0,"14"0"0,0 0 0,0-4 0,1 4 0,-8-8 0,5 7 0,-6-6 0,-8 6 0,-5-2 0,-8 3 0,-2 0 0,-5 0 0,-2 0 0,3 0 0,-1 0 0,2 0 0,3 0 0,0-3 0,0 2 0,0-4 0,0 4 0,-4-4 0,0 4 0,-4-4 0,-3 5 0,-1-5 0,1 5 0,-3-4 0,2 1 0,-2 0 0,0-1 0,-1 2 0,3-3 0,2 0 0,1-1 0,-1 1 0,1 2 0,-5-1 0,5 3 0,-5-1 0,3 2 0,-4 0 0,1 0 0,2 0 0,1 0 0,1 0 0,1 0 0,-2-2 0,6 1 0,2-1 0,3-1 0,4 2 0,-3-4 0,8 4 0,-3-5 0,4 5 0,-5-5 0,0 5 0,-5-4 0,0 4 0,-4-2 0,-3 1 0,-4 1 0,-4-1 0,1 2 0,1 0 0,-1 0 0,1 0 0,1 0 0,2 0 0,1-4 0,1 2 0,0-3 0,0 5 0,0 0 0,-3 0 0,2 0 0,-4 0 0,4 0 0,-2 0 0,3 0 0,-3 0 0,2 0 0,2 0 0,0 0 0,2 0 0,-6 0 0,2 0 0,-4 0 0,1 0 0,-2 0 0,-1 0 0,0 6 0,-4 0 0,0 3 0,-5-1 0,-3-1 0,3-2 0,-5 3 0,4-3 0,-4 0 0,5 0 0,-6 0 0,6 0 0,-5 0 0,4 0 0,-1 0 0,2-3 0,1 0 0,-1 0 0,-1-1 0,1 1 0,-2-2 0,3 2 0,-1-2 0,-1 3 0,1-3 0,-1 0 0,0 0 0,1 0 0,-1 0 0,1 2 0,1-2 0,-3 2 0,2-2 0,-2 0 0,3 0 0,-1 0 0,-2 0 0,2 0 0,-1 0 0,1 0 0,-1 2 0,1-1 0,-2 1 0,3-2 0,-1 0 0,-1 1 0,1 0 0,-1 1 0,-1-2 0,2 0 0,-1 0 0,2 2 0,-1-2 0,-1 2 0,0-2 0,0 0 0,1 0 0,-1 0 0,1 0 0,-1 0 0,-1 0 0,1 0 0,-4 0 0,2 0 0,0 0 0,-3 0 0,6 0 0,-5 0 0,4 0 0,-1 0 0,3 0 0,-1 0 0,-1 0 0,1 2 0,-2-1 0,3 1 0,-1-2 0,-1 0 0,1 2 0,-2-2 0,3 4 0,0-4 0,0-6 0,1 2 0,1-6 0,2 6 0,0 0 0,0-3 0,0 2 0,0-2 0,0 0 0,0-1 0,0-3 0,3-4 0,0 3 0,4-6 0,-2 6 0,1-2 0,-3-1 0,2 3 0,-5 0 0,5 2 0,-4 5 0,1-3 0,-2 4 0,2-1 0,-1-1 0,2 1 0,0-1 0,1 1 0,-2 1 0,2 0 0,-2-1 0,5 1 0,-5-1 0,4 2 0,-3-1 0,2 2 0,-1-3 0,1 0 0,-1 1 0,1-1 0,-1 1 0,4-1 0,-3 2 0,2-2 0,-2 3 0,0-3 0,-1 1 0,0 1 0,1-1 0,-1 2 0,1 0 0,0-3 0,-1 3 0,-1-3 0,2 3 0,-20 3 0,1 3 0,-19 3 0,4 0 0,0 1 0,5-2 0,-4 2 0,11-2 0,-5-3 0,13 2 0,-5-5 0,8 4 0,1-1 0,1 2 0,3-1 0,-3 1 0,2 1 0,-1-1 0,-1 2 0,4-3 0,-4 0 0,1 1 0,1-1 0,-2 1 0,1-1 0,-1 1 0,1 0 0,-1 2 0,1-2 0,-2 3 0,2-4 0,-1 1 0,2-1 0,-3-1 0,17-1 0,-9-2 0,13 0 0,-12 0 0,1-2 0,1 1 0,-1-1 0,1 2 0,-1-2 0,-1 1 0,3-3 0,-3 4 0,3-2 0,-2 0 0,-1 1 0,4-3 0,-3 3 0,2-4 0,1 5 0,-3-4 0,5 3 0,-2-1 0,3 0 0,4 1 0,0-1 0,4 2 0,5 0 0,0 0 0,5 0 0,0 0 0,5 0 0,-3 0 0,3 0 0,-5 0 0,0 3 0,-5-2 0,0 2 0,-5 0 0,0-2 0,-4 1 0,0-2 0,-7 0 0,2 0 0,-5 0 0,3 0 0,-4 0 0,1 0 0,2 0 0,-3 0 0,3 0 0,-1 0 0,-1 0 0,1 0 0,0 0 0,-1-1 0,1 0 0,-1-1 0,-1 0 0,1 0 0,-1-1 0,3-1 0,-2 3 0,2-3 0,-3 4 0,4-5 0,-3 5 0,5-5 0,-2 4 0,3-1 0,-3 2 0,0-2 0,-4 1 0,1-1 0,1 2 0,-1 0 0,2 0 0,-2 0 0,-1 0 0,3 0 0,-2 0 0,1 0 0,-1 0 0,-1 0 0,6 0 0,-4 0 0,3 0 0,-4 0 0,2 0 0,-2 0 0,3 0 0,-4 0 0,1 0 0,1 0 0,-1 0 0,2 0 0,-1 0 0,-1 0 0,1 0 0,0 0 0,-1 0 0,2 0 0,-3 0 0,2 0 0,-1 0 0,2 2 0,-3-1 0,1 1 0,2-2 0,-2 0 0,1 0 0,-1 2 0,-1-2 0,0 6 0,-1-1 0,-2 2 0,-1-1 0,-5-1 0,2 0 0,-4 0 0,2 2 0,0-2 0,0 3 0,0-4 0,1 1 0,-4 0 0,3-1 0,-5 2 0,1-1 0,-1 0 0,-5 1 0,3 0 0,-3-1 0,4 1 0,1-1 0,-1 1 0,2-3 0,2-1 0,2-2 0,1 0 0,-3 0 0,2 2 0,-1-1 0,-2 3 0,3-1 0,-3 0 0,4-1 0,18-8 0,-7 2 0,25-7 0,-18 7 0,6-1 0,-9 3 0,0 1 0,-3-1 0,2 2 0,-4 0 0,1 0 0,1 0 0,-3 0 0,2-2 0,-2 1 0,-1-1 0,3 2 0,1 0 0,-1 0 0,0 0 0,-2 0 0,0 0 0,1 0 0,-1 0 0,2 0 0,-3 0 0,1 0 0,2 0 0,-2 0 0,1 0 0,0 0 0,-1 0 0,1 0 0,1 0 0,-3 0 0,2 0 0,-19 5 0,9-2 0,-17 5 0,16-3 0,-3 0 0,4-1 0,-1-1 0,0 1 0,1-4 0,-1 4 0,0-1 0,1 0 0,-4 1 0,3-1 0,-2 2 0,2-1 0,0-1 0,1 1 0,19-8 0,-11 3 0,19-4 0,-18 0 0,5 5 0,-5-4 0,3 3 0,-4-3 0,4 4 0,-3-4 0,2 3 0,-2-3 0,-1 3 0,4-1 0,-3 0 0,3 2 0,-1-2 0,-2 0 0,3 1 0,-1-1 0,-2 2 0,5-2 0,-4 1 0,1-1 0,-2 2 0,-1 0 0,3-2 0,-2-1 0,1 0 0,-1-1 0,0 2 0,-1-3 0,-1 0 0,1 1 0,-2-1 0,1 1 0,0-3 0,-2-1 0,1 1 0,-2-1 0,0 4 0,2-1 0,-1-2 0,1 1 0,-2-1 0,0 3 0,0-1 0,-9 13 0,1 1 0,-5 7 0,4-1 0,4-7 0,0 2 0,-1-2 0,3 0 0,1 2 0,2-4 0,0 4 0,0-5 0,0 3 0,0-4 0,0 1 0,0 1 0,0-1 0,0 2 0,0-2 0,0-1 0,0 3 0,0-2 0,0 1 0,0-1 0,0 0 0,0 1 0,0-1 0,2 1 0,-1-2 0,3 1 0,-2 1 0,2-3 0,1 1 0,1-13 0,-1 5 0,0-10 0,-1 8 0,-1-4 0,0 2 0,1 0 0,-1-3 0,0 3 0,2-3 0,-5 3 0,3-2 0,-3 2 0,0-3 0,2 0 0,-1 0 0,1 3 0,-2-3 0,0 6 0,0-5 0,0 4 0,0-1 0,0 2 0,0 1 0,2-3 0,0 4 0,1-3 0,4 6 0,-3-2 0,4 2 0,-4 0 0,1 0 0,1 0 0,-2 0 0,3-2 0,-1 1 0,-2-1 0,2 2 0,0 0 0,-1 0 0,-1 6 0,-2 0 0,-2 3 0,0 2 0,0-3 0,0 3 0,2-3 0,-2-1 0,2 0 0,0-1 0,-1 1 0,1-2 0,0-1 0,2-1 0,2-1 0,1-2 0,-2 0 0,1 0 0,-2 0 0,2 0 0,0 0 0,-1-9 0,0 5 0,-3-10 0,1 2 0,-3 0 0,3-2 0,0 3 0,-3 2 0,3-1 0,-3 5 0,2-3 0,-2 4 0,6 1 0,-2 2 0,2 1 0,0 3 0,-3 0 0,-1 4 0,-2-1 0,0 2 0,0-1 0,0 4 0,0-6 0,0 5 0,0-5 0,0 3 0,0-1 0,0-2 0,0 3 0,0-4 0,0 1 0,0 1 0,0-1 0,0 2 0,0-2 0,0-1 0,2 3 0,-2-2 0,4-1 0,-1 1 0,-1-1 0,2 1 0,-2-1 0,4-2 0,1-2 0,-1 0 0,0 0 0,-2 0 0,2 0 0,-1 0 0,2 0 0,-3 0 0,1 0 0,1 0 0,-1 0 0,2-2 0,-2 2 0,-1-4 0,3 1 0,-3-1 0,3 1 0,-2-1 0,-3-1 0,2-1 0,-1-4 0,0 2 0,2-3 0,-3 3 0,1 0 0,1 4 0,-3-1 0,3 0 0,-2-1 0,3 1 0,-1 0 0,0 2 0,2 2 0,-2-1 0,2 2 0,0 0 0,-1 0 0,1 6 0,-2-2 0,-1 5 0,1-5 0,-4 1 0,4-1 0,-1 1 0,0-1 0,1 4 0,-3-3 0,1 2 0,0-2 0,-1 0 0,3 1 0,-4-1 0,4 0 0,0-2 0,0-2 0,4 0 0,-4-1 0,2 0 0,0 0 0,-1 0 0,1 0 0,-1-2 0,-1 2 0,1-4 0,-1 1 0,-1-2 0,1-2 0,-1 2 0,0-3 0,1 4 0,-4-1 0,4 0 0,-1-1 0,-1 1 0,2-2 0,-3 3 0,3-1 0,-2 1 0,0-1 0,6 3 0,-5-1 0,4 3 0,0 4 0,-5-1 0,4 4 0,-3-3 0,-1 1 0,2-1 0,-1 1 0,1 0 0,1-1 0,-2 1 0,1-1 0,-2 1 0,3-1 0,-3 1 0,2-1 0,1 1 0,0-3 0,1 2 0,-2-2 0,0 0 0,2 2 0,-1-3 0,0 1 0,-2-11 0,-2 2 0,-1-12 0,0 8 0,0-4 0,0 4 0,0 3 0,0-2 0,0 1 0,0 1 0,0 1 0,0 2 0,0 1 0,0-2 0,0 2 0,0-2 0,0 0 0,0 1 0,0-1 0,0 0 0,-5 4 0,2-2 0,-5 4 0,3 0 0,1 0 0,-3 0 0,2-2 0,-1 0 0,2-2 0,-1 0 0,3-1 0,0-1 0,2 1 0,0-2 0,0 2 0,0 1 0,0-3 0,0 2 0,0-2 0,0 3 0,-8 13 0,4-6 0,-6 11 0,5-9 0,1-1 0,-1 1 0,0 0 0,-2 2 0,2-2 0,-6 5 0,3-4 0,0 4 0,0-4 0,3 1 0,0-2 0,3 0 0,0-1 0,2 2 0,0-1 0,0 2 0,0-1 0,2-1 0,0 1 0,3-1 0,0-1 0,-1 1 0,1-2 0,-1 1 0,1-2 0,-1 1 0,1 1 0,0-4 0,-3 6 0,0-1 0,-2 2 0,0-1 0,0-2 0,0 2 0,0-2 0,0 2 0,0 1 0,0-3 0,0 3 0,8-5 0,-4 0 0,6-2 0,-5 0 0,2 0 0,-2-2 0,3 1 0,-4-1 0,1 2 0,1 0 0,-1 2 0,-1 2 0,-2 2 0,-2 1 0,0-1 0,0-1 0,0-1 0,0 3 0,0-2 0,0 1 0,-4-2 0,3 0 0,-6-1 0,3-2 0,-5-1 0,3 0 0,-1 0 0,3 0 0,-4 0 0,3 0 0,-2 0 0,2 0 0,0 0 0,-1 0 0,1 0 0,-5 0 0,5 2 0,-3-1 0,4 1 0,0-2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6T10:34:59.37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45.43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9 311 24575,'42'28'0,"1"-1"0,-7-6 0,41 40 0,-66-50 0,6 2 0,-15-9 0,-17-4 0,3 0 0,-11 0 0,14 0 0,0 0 0,0 0 0,0 0 0,0 0 0,1 0 0,-1 0 0,1 0 0,-1 0 0,1 4 0,3 1 0,-2 3 0,2 1 0,0 6 0,-4-5 0,4 11 0,-5-11 0,4 10 0,-2-10 0,7 11 0,-7-11 0,7 5 0,-3-6 0,4 0 0,-4 0 0,3 0 0,-3 0 0,0-1 0,3 1 0,-6-4 0,6 3 0,-3-24 0,4-1 0,0-14 0,0-5 0,0 12 0,6-12 0,0 13 0,5 0 0,-5 3 0,2 9 0,-3-4 0,4 10 0,0-3 0,0 7 0,0-3 0,0 0 0,0 3 0,0-3 0,0 0 0,0-1 0,0-4 0,0-1 0,0 1 0,5 4 0,-3-3 0,9 7 0,-10-3 0,11 4 0,-11 0 0,10 0 0,-9 0 0,3 0 0,1 0 0,-5 0 0,5 0 0,-6 0 0,0 0 0,-1 0 0,1-4 0,-1 3 0,1-6 0,0 6 0,0-7 0,-1 3 0,-3-4 0,2 5 0,-6-4 0,3 3 0,-4-4 0,4 0 0,-3 0 0,7 0 0,-7 0 0,7 4 0,-7-3 0,7 3 0,-3-4 0,3 1 0,-3-1 0,3 4 0,-3-3 0,4 3 0,-1 0 0,1-3 0,0 7 0,0-7 0,0 7 0,0-3 0,0-1 0,0 4 0,5-3 0,-3 4 0,3-4 0,-5 3 0,0-3 0,0 0 0,1 3 0,-1-3 0,0 0 0,0 3 0,0-7 0,0 7 0,0-3 0,0 0 0,-1-1 0,1 0 0,0-3 0,0 7 0,0-7 0,0 7 0,0-3 0,0 0 0,0 3 0,0-3 0,0 0 0,0 3 0,0-7 0,0 7 0,6-8 0,1 8 0,5-9 0,1 4 0,-1 0 0,1-4 0,-1 9 0,-5-4 0,4 1 0,-9 2 0,3-2 0,-5 4 0,0 0 0,-4-5 0,2 4 0,-2-3 0,3 1 0,-3-2 0,-2-2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56.8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361 216 24575,'42'0'0,"-2"0"0,-5 0 0,-3 0 0,-11 0 0,1 0 0,-6 0 0,4 0 0,-4 0 0,5-5 0,8-2 0,1-10 0,8-3 0,8 0 0,-13-2 0,11 2 0,-20 2 0,4 1 0,-6 6 0,-6 1 0,-1 5 0,-10-3 0,-5 7 0,-10-3 0,0 4 0,-10 0 0,3 0 0,-11 0 0,4 0 0,-12 0 0,6 0 0,-8 0 0,0 0 0,8 0 0,-6-5 0,12 3 0,1-7 0,3 8 0,9-7 0,-4 7 0,1-3 0,3 4 0,-4 0 0,6 0 0,1 0 0,-1 0 0,0 0 0,0 0 0,-1 0 0,-4 0 0,3 0 0,-3 0 0,5 0 0,0 0 0,5 3 0,0 2 0,4 3 0,0 5 0,0-3 0,3 3 0,2-9 0,4 0 0,0-4 0,0 0 0,6 0 0,1 5 0,12-4 0,3 9 0,6-3 0,1 6 0,0-1 0,-1 1 0,-6-2 0,-3 1 0,-12-2 0,4 0 0,-9 0 0,3-1 0,-5-4 0,1 3 0,-5-3 0,-1 4 0,0-4 0,-3 3 0,7-3 0,-7 4 0,7 0 0,-3 0 0,0 0 0,3 0 0,-3 0 0,4 0 0,0 0 0,0 0 0,5 1 0,2-1 0,0 1 0,-1 0 0,-6-1 0,0 0 0,0 0 0,1 6 0,-1-5 0,1 5 0,-1-6 0,-4 0 0,2-4 0,-6-16 0,3 3 0,-4-12 0,-4 12 0,-1 3 0,-3-2 0,0 6 0,-1-6 0,0 6 0,0-3 0,0 0 0,-5 3 0,-3-3 0,-4 4 0,-8 0 0,-2 0 0,-6 0 0,-10 0 0,7 0 0,-6 0 0,8 0 0,0 0 0,8 0 0,6 0 0,10 0 0,5 0 0,4 3 0,0 2 0,5 9 0,0-3 0,0 9 0,0-10 0,0 5 0,0-6 0,0 0 0,0 0 0,0-1 0,0 1 0,0-1 0,4 0 0,1-4 0,3 0 0,-7 0 0,-6 1 0,-1 4 0,-10 0 0,14 0 0,-10 0 0,11 0 0,-7 0 0,3 0 0,-5 0 0,-4-4 0,3 3 0,-9-2 0,4 4 0,-6-4 0,1-1 0,-1-5 0,0 0 0,1 0 0,5 0 0,-5 0 0,11 0 0,-4 0 0,5 3 0,1 1 0,0 1 0,-5 6 0,3-5 0,-9 8 0,3-4 0,0 0 0,-5-4 0,11 2 0,-5-7 0,6 3 0,0-4 0,4 3 0,2 2 0,3 3 0,0 0 0,0 1 0,-5-4 0,4 3 0,-3-3 0,0 0 0,3 3 0,-7-7 0,7 7 0,-7-4 0,8 5 0,-4 0 0,0-1 0,3 1 0,-2 0 0,-1-4 0,3 3 0,-8-7 0,8 7 0,-3-3 0,4 4 0,0-1 0,-3-3 0,2-24 0,-2-4 0,3-14 0,0 9 0,0 6 0,0 0 0,0 1 0,0-1 0,0 6 0,0-4 0,0 4 0,0 0 0,0-5 0,0 5 0,0-5 0,0-1 0,0 0 0,0 6 0,0-4 0,0 4 0,0-6 0,0 6 0,4-4 0,-2 9 0,2-9 0,-4 9 0,4-3 0,-3-1 0,7 5 0,-7-5 0,8 0 0,-8 5 0,8-1 0,-8 3 0,3 3 0,-4 21 0,0-10 0,0 25 0,0-21 0,0 3 0,0-4 0,0 0 0,0 0 0,0 0 0,0 0 0,0 5 0,0-3 0,0 9 0,0-4 0,0 0 0,0-2 0,5 1 0,0-5 0,5 5 0,-1-6 0,0 0 0,0 0 0,0-4 0,0 3 0,0-7 0,0 3 0,0 0 0,0-3 0,0 7 0,0-7 0,-1 3 0,0-4 0,1 0 0,0 0 0,-1 0 0,1-4 0,-5 0 0,0-5 0,-4-6 0,0 5 0,0-11 0,0 5 0,0-5 0,0-1 0,0 0 0,0 6 0,0-4 0,0 9 0,0-9 0,0 10 0,0-5 0,-5 0 0,4 5 0,-8-5 0,8 6 0,-7 0 0,7 0 0,-8-1 0,8 1 0,-7 0 0,7 0 0,-3 0 0,0 0 0,3 0 0,-7 0 0,7 0 0,-3 0 0,4 1 0,0-1 0,0 1 0,0-1 0,0 1 0,0 0 0,4 4 0,1 0 0,4 0 0,0 3 0,0-3 0,0 4 0,-1 0 0,-3 3 0,-1 2 0,-4 4 0,4 0 0,-3 5 0,3 2 0,-4 0 0,5 4 0,-4-9 0,9 9 0,-9-10 0,8 10 0,-8-9 0,9 9 0,-9-10 0,9 10 0,-9-9 0,4 3 0,-1-5 0,-3 0 0,7 0 0,-4-4 0,5 3 0,-1-7 0,1 3 0,-1-4 0,1 0 0,-1 0 0,1 0 0,0 0 0,6 0 0,1 0 0,0 0 0,-2 0 0,1 0 0,-5 0 0,5 0 0,-10-3 0,-1-1 0,-4-4 0,0 1 0,-3 2 0,-2 2 0,-3 3 0,0 0 0,-7 0 0,5 0 0,-1 0 0,7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45.43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9 311 24575,'42'28'0,"1"-1"0,-7-6 0,41 40 0,-66-50 0,6 2 0,-15-9 0,-17-4 0,3 0 0,-11 0 0,14 0 0,0 0 0,0 0 0,0 0 0,0 0 0,1 0 0,-1 0 0,1 0 0,-1 0 0,1 4 0,3 1 0,-2 3 0,2 1 0,0 6 0,-4-5 0,4 11 0,-5-11 0,4 10 0,-2-10 0,7 11 0,-7-11 0,7 5 0,-3-6 0,4 0 0,-4 0 0,3 0 0,-3 0 0,0-1 0,3 1 0,-6-4 0,6 3 0,-3-24 0,4-1 0,0-14 0,0-5 0,0 12 0,6-12 0,0 13 0,5 0 0,-5 3 0,2 9 0,-3-4 0,4 10 0,0-3 0,0 7 0,0-3 0,0 0 0,0 3 0,0-3 0,0 0 0,0-1 0,0-4 0,0-1 0,0 1 0,5 4 0,-3-3 0,9 7 0,-10-3 0,11 4 0,-11 0 0,10 0 0,-9 0 0,3 0 0,1 0 0,-5 0 0,5 0 0,-6 0 0,0 0 0,-1 0 0,1-4 0,-1 3 0,1-6 0,0 6 0,0-7 0,-1 3 0,-3-4 0,2 5 0,-6-4 0,3 3 0,-4-4 0,4 0 0,-3 0 0,7 0 0,-7 0 0,7 4 0,-7-3 0,7 3 0,-3-4 0,3 1 0,-3-1 0,3 4 0,-3-3 0,4 3 0,-1 0 0,1-3 0,0 7 0,0-7 0,0 7 0,0-3 0,0-1 0,0 4 0,5-3 0,-3 4 0,3-4 0,-5 3 0,0-3 0,0 0 0,1 3 0,-1-3 0,0 0 0,0 3 0,0-7 0,0 7 0,0-3 0,0 0 0,-1-1 0,1 0 0,0-3 0,0 7 0,0-7 0,0 7 0,0-3 0,0 0 0,0 3 0,0-3 0,0 0 0,0 3 0,0-7 0,0 7 0,6-8 0,1 8 0,5-9 0,1 4 0,-1 0 0,1-4 0,-1 9 0,-5-4 0,4 1 0,-9 2 0,3-2 0,-5 4 0,0 0 0,-4-5 0,2 4 0,-2-3 0,3 1 0,-3-2 0,-2-2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56.8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361 216 24575,'42'0'0,"-2"0"0,-5 0 0,-3 0 0,-11 0 0,1 0 0,-6 0 0,4 0 0,-4 0 0,5-5 0,8-2 0,1-10 0,8-3 0,8 0 0,-13-2 0,11 2 0,-20 2 0,4 1 0,-6 6 0,-6 1 0,-1 5 0,-10-3 0,-5 7 0,-10-3 0,0 4 0,-10 0 0,3 0 0,-11 0 0,4 0 0,-12 0 0,6 0 0,-8 0 0,0 0 0,8 0 0,-6-5 0,12 3 0,1-7 0,3 8 0,9-7 0,-4 7 0,1-3 0,3 4 0,-4 0 0,6 0 0,1 0 0,-1 0 0,0 0 0,0 0 0,-1 0 0,-4 0 0,3 0 0,-3 0 0,5 0 0,0 0 0,5 3 0,0 2 0,4 3 0,0 5 0,0-3 0,3 3 0,2-9 0,4 0 0,0-4 0,0 0 0,6 0 0,1 5 0,12-4 0,3 9 0,6-3 0,1 6 0,0-1 0,-1 1 0,-6-2 0,-3 1 0,-12-2 0,4 0 0,-9 0 0,3-1 0,-5-4 0,1 3 0,-5-3 0,-1 4 0,0-4 0,-3 3 0,7-3 0,-7 4 0,7 0 0,-3 0 0,0 0 0,3 0 0,-3 0 0,4 0 0,0 0 0,0 0 0,5 1 0,2-1 0,0 1 0,-1 0 0,-6-1 0,0 0 0,0 0 0,1 6 0,-1-5 0,1 5 0,-1-6 0,-4 0 0,2-4 0,-6-16 0,3 3 0,-4-12 0,-4 12 0,-1 3 0,-3-2 0,0 6 0,-1-6 0,0 6 0,0-3 0,0 0 0,-5 3 0,-3-3 0,-4 4 0,-8 0 0,-2 0 0,-6 0 0,-10 0 0,7 0 0,-6 0 0,8 0 0,0 0 0,8 0 0,6 0 0,10 0 0,5 0 0,4 3 0,0 2 0,5 9 0,0-3 0,0 9 0,0-10 0,0 5 0,0-6 0,0 0 0,0 0 0,0-1 0,0 1 0,0-1 0,4 0 0,1-4 0,3 0 0,-7 0 0,-6 1 0,-1 4 0,-10 0 0,14 0 0,-10 0 0,11 0 0,-7 0 0,3 0 0,-5 0 0,-4-4 0,3 3 0,-9-2 0,4 4 0,-6-4 0,1-1 0,-1-5 0,0 0 0,1 0 0,5 0 0,-5 0 0,11 0 0,-4 0 0,5 3 0,1 1 0,0 1 0,-5 6 0,3-5 0,-9 8 0,3-4 0,0 0 0,-5-4 0,11 2 0,-5-7 0,6 3 0,0-4 0,4 3 0,2 2 0,3 3 0,0 0 0,0 1 0,-5-4 0,4 3 0,-3-3 0,0 0 0,3 3 0,-7-7 0,7 7 0,-7-4 0,8 5 0,-4 0 0,0-1 0,3 1 0,-2 0 0,-1-4 0,3 3 0,-8-7 0,8 7 0,-3-3 0,4 4 0,0-1 0,-3-3 0,2-24 0,-2-4 0,3-14 0,0 9 0,0 6 0,0 0 0,0 1 0,0-1 0,0 6 0,0-4 0,0 4 0,0 0 0,0-5 0,0 5 0,0-5 0,0-1 0,0 0 0,0 6 0,0-4 0,0 4 0,0-6 0,0 6 0,4-4 0,-2 9 0,2-9 0,-4 9 0,4-3 0,-3-1 0,7 5 0,-7-5 0,8 0 0,-8 5 0,8-1 0,-8 3 0,3 3 0,-4 21 0,0-10 0,0 25 0,0-21 0,0 3 0,0-4 0,0 0 0,0 0 0,0 0 0,0 0 0,0 5 0,0-3 0,0 9 0,0-4 0,0 0 0,0-2 0,5 1 0,0-5 0,5 5 0,-1-6 0,0 0 0,0 0 0,0-4 0,0 3 0,0-7 0,0 3 0,0 0 0,0-3 0,0 7 0,0-7 0,-1 3 0,0-4 0,1 0 0,0 0 0,-1 0 0,1-4 0,-5 0 0,0-5 0,-4-6 0,0 5 0,0-11 0,0 5 0,0-5 0,0-1 0,0 0 0,0 6 0,0-4 0,0 9 0,0-9 0,0 10 0,0-5 0,-5 0 0,4 5 0,-8-5 0,8 6 0,-7 0 0,7 0 0,-8-1 0,8 1 0,-7 0 0,7 0 0,-3 0 0,0 0 0,3 0 0,-7 0 0,7 0 0,-3 0 0,4 1 0,0-1 0,0 1 0,0-1 0,0 1 0,0 0 0,4 4 0,1 0 0,4 0 0,0 3 0,0-3 0,0 4 0,-1 0 0,-3 3 0,-1 2 0,-4 4 0,4 0 0,-3 5 0,3 2 0,-4 0 0,5 4 0,-4-9 0,9 9 0,-9-10 0,8 10 0,-8-9 0,9 9 0,-9-10 0,9 10 0,-9-9 0,4 3 0,-1-5 0,-3 0 0,7 0 0,-4-4 0,5 3 0,-1-7 0,1 3 0,-1-4 0,1 0 0,-1 0 0,1 0 0,0 0 0,6 0 0,1 0 0,0 0 0,-2 0 0,1 0 0,-5 0 0,5 0 0,-10-3 0,-1-1 0,-4-4 0,0 1 0,-3 2 0,-2 2 0,-3 3 0,0 0 0,-7 0 0,5 0 0,-1 0 0,7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45.43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9 311 24575,'42'28'0,"1"-1"0,-7-6 0,41 40 0,-66-50 0,6 2 0,-15-9 0,-17-4 0,3 0 0,-11 0 0,14 0 0,0 0 0,0 0 0,0 0 0,0 0 0,1 0 0,-1 0 0,1 0 0,-1 0 0,1 4 0,3 1 0,-2 3 0,2 1 0,0 6 0,-4-5 0,4 11 0,-5-11 0,4 10 0,-2-10 0,7 11 0,-7-11 0,7 5 0,-3-6 0,4 0 0,-4 0 0,3 0 0,-3 0 0,0-1 0,3 1 0,-6-4 0,6 3 0,-3-24 0,4-1 0,0-14 0,0-5 0,0 12 0,6-12 0,0 13 0,5 0 0,-5 3 0,2 9 0,-3-4 0,4 10 0,0-3 0,0 7 0,0-3 0,0 0 0,0 3 0,0-3 0,0 0 0,0-1 0,0-4 0,0-1 0,0 1 0,5 4 0,-3-3 0,9 7 0,-10-3 0,11 4 0,-11 0 0,10 0 0,-9 0 0,3 0 0,1 0 0,-5 0 0,5 0 0,-6 0 0,0 0 0,-1 0 0,1-4 0,-1 3 0,1-6 0,0 6 0,0-7 0,-1 3 0,-3-4 0,2 5 0,-6-4 0,3 3 0,-4-4 0,4 0 0,-3 0 0,7 0 0,-7 0 0,7 4 0,-7-3 0,7 3 0,-3-4 0,3 1 0,-3-1 0,3 4 0,-3-3 0,4 3 0,-1 0 0,1-3 0,0 7 0,0-7 0,0 7 0,0-3 0,0-1 0,0 4 0,5-3 0,-3 4 0,3-4 0,-5 3 0,0-3 0,0 0 0,1 3 0,-1-3 0,0 0 0,0 3 0,0-7 0,0 7 0,0-3 0,0 0 0,-1-1 0,1 0 0,0-3 0,0 7 0,0-7 0,0 7 0,0-3 0,0 0 0,0 3 0,0-3 0,0 0 0,0 3 0,0-7 0,0 7 0,6-8 0,1 8 0,5-9 0,1 4 0,-1 0 0,1-4 0,-1 9 0,-5-4 0,4 1 0,-9 2 0,3-2 0,-5 4 0,0 0 0,-4-5 0,2 4 0,-2-3 0,3 1 0,-3-2 0,-2-2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4T08:16:56.81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361 216 24575,'42'0'0,"-2"0"0,-5 0 0,-3 0 0,-11 0 0,1 0 0,-6 0 0,4 0 0,-4 0 0,5-5 0,8-2 0,1-10 0,8-3 0,8 0 0,-13-2 0,11 2 0,-20 2 0,4 1 0,-6 6 0,-6 1 0,-1 5 0,-10-3 0,-5 7 0,-10-3 0,0 4 0,-10 0 0,3 0 0,-11 0 0,4 0 0,-12 0 0,6 0 0,-8 0 0,0 0 0,8 0 0,-6-5 0,12 3 0,1-7 0,3 8 0,9-7 0,-4 7 0,1-3 0,3 4 0,-4 0 0,6 0 0,1 0 0,-1 0 0,0 0 0,0 0 0,-1 0 0,-4 0 0,3 0 0,-3 0 0,5 0 0,0 0 0,5 3 0,0 2 0,4 3 0,0 5 0,0-3 0,3 3 0,2-9 0,4 0 0,0-4 0,0 0 0,6 0 0,1 5 0,12-4 0,3 9 0,6-3 0,1 6 0,0-1 0,-1 1 0,-6-2 0,-3 1 0,-12-2 0,4 0 0,-9 0 0,3-1 0,-5-4 0,1 3 0,-5-3 0,-1 4 0,0-4 0,-3 3 0,7-3 0,-7 4 0,7 0 0,-3 0 0,0 0 0,3 0 0,-3 0 0,4 0 0,0 0 0,0 0 0,5 1 0,2-1 0,0 1 0,-1 0 0,-6-1 0,0 0 0,0 0 0,1 6 0,-1-5 0,1 5 0,-1-6 0,-4 0 0,2-4 0,-6-16 0,3 3 0,-4-12 0,-4 12 0,-1 3 0,-3-2 0,0 6 0,-1-6 0,0 6 0,0-3 0,0 0 0,-5 3 0,-3-3 0,-4 4 0,-8 0 0,-2 0 0,-6 0 0,-10 0 0,7 0 0,-6 0 0,8 0 0,0 0 0,8 0 0,6 0 0,10 0 0,5 0 0,4 3 0,0 2 0,5 9 0,0-3 0,0 9 0,0-10 0,0 5 0,0-6 0,0 0 0,0 0 0,0-1 0,0 1 0,0-1 0,4 0 0,1-4 0,3 0 0,-7 0 0,-6 1 0,-1 4 0,-10 0 0,14 0 0,-10 0 0,11 0 0,-7 0 0,3 0 0,-5 0 0,-4-4 0,3 3 0,-9-2 0,4 4 0,-6-4 0,1-1 0,-1-5 0,0 0 0,1 0 0,5 0 0,-5 0 0,11 0 0,-4 0 0,5 3 0,1 1 0,0 1 0,-5 6 0,3-5 0,-9 8 0,3-4 0,0 0 0,-5-4 0,11 2 0,-5-7 0,6 3 0,0-4 0,4 3 0,2 2 0,3 3 0,0 0 0,0 1 0,-5-4 0,4 3 0,-3-3 0,0 0 0,3 3 0,-7-7 0,7 7 0,-7-4 0,8 5 0,-4 0 0,0-1 0,3 1 0,-2 0 0,-1-4 0,3 3 0,-8-7 0,8 7 0,-3-3 0,4 4 0,0-1 0,-3-3 0,2-24 0,-2-4 0,3-14 0,0 9 0,0 6 0,0 0 0,0 1 0,0-1 0,0 6 0,0-4 0,0 4 0,0 0 0,0-5 0,0 5 0,0-5 0,0-1 0,0 0 0,0 6 0,0-4 0,0 4 0,0-6 0,0 6 0,4-4 0,-2 9 0,2-9 0,-4 9 0,4-3 0,-3-1 0,7 5 0,-7-5 0,8 0 0,-8 5 0,8-1 0,-8 3 0,3 3 0,-4 21 0,0-10 0,0 25 0,0-21 0,0 3 0,0-4 0,0 0 0,0 0 0,0 0 0,0 0 0,0 5 0,0-3 0,0 9 0,0-4 0,0 0 0,0-2 0,5 1 0,0-5 0,5 5 0,-1-6 0,0 0 0,0 0 0,0-4 0,0 3 0,0-7 0,0 3 0,0 0 0,0-3 0,0 7 0,0-7 0,-1 3 0,0-4 0,1 0 0,0 0 0,-1 0 0,1-4 0,-5 0 0,0-5 0,-4-6 0,0 5 0,0-11 0,0 5 0,0-5 0,0-1 0,0 0 0,0 6 0,0-4 0,0 9 0,0-9 0,0 10 0,0-5 0,-5 0 0,4 5 0,-8-5 0,8 6 0,-7 0 0,7 0 0,-8-1 0,8 1 0,-7 0 0,7 0 0,-3 0 0,0 0 0,3 0 0,-7 0 0,7 0 0,-3 0 0,4 1 0,0-1 0,0 1 0,0-1 0,0 1 0,0 0 0,4 4 0,1 0 0,4 0 0,0 3 0,0-3 0,0 4 0,-1 0 0,-3 3 0,-1 2 0,-4 4 0,4 0 0,-3 5 0,3 2 0,-4 0 0,5 4 0,-4-9 0,9 9 0,-9-10 0,8 10 0,-8-9 0,9 9 0,-9-10 0,9 10 0,-9-9 0,4 3 0,-1-5 0,-3 0 0,7 0 0,-4-4 0,5 3 0,-1-7 0,1 3 0,-1-4 0,1 0 0,-1 0 0,1 0 0,0 0 0,6 0 0,1 0 0,0 0 0,-2 0 0,1 0 0,-5 0 0,5 0 0,-10-3 0,-1-1 0,-4-4 0,0 1 0,-3 2 0,-2 2 0,-3 3 0,0 0 0,-7 0 0,5 0 0,-1 0 0,7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0" y="7722546"/>
            <a:ext cx="6796102" cy="2204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492" tIns="46246" rIns="92492" bIns="46246"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0620" y="4"/>
            <a:ext cx="2865041" cy="498057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4"/>
            <a:ext cx="2866612" cy="498057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3AD9BDA7-98EF-4344-B91C-30A07E8A84B0}" type="datetimeFigureOut">
              <a:rPr lang="en-US" smtClean="0"/>
              <a:pPr/>
              <a:t>7/2/2024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041650" y="298450"/>
            <a:ext cx="12880975" cy="7245350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2492" tIns="46246" rIns="92492" bIns="4624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302" y="7842487"/>
            <a:ext cx="6615072" cy="963266"/>
          </a:xfrm>
          <a:prstGeom prst="rect">
            <a:avLst/>
          </a:prstGeom>
        </p:spPr>
        <p:txBody>
          <a:bodyPr vert="horz" lIns="92492" tIns="46246" rIns="92492" bIns="46246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80620" y="9428586"/>
            <a:ext cx="2865041" cy="498055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6" y="9428586"/>
            <a:ext cx="2855929" cy="498055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8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3622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indent="0" algn="l" defTabSz="914308" rtl="0" eaLnBrk="1" latinLnBrk="0" hangingPunct="1">
      <a:spcAft>
        <a:spcPts val="600"/>
      </a:spcAft>
      <a:buFont typeface="Arial" panose="020B0604020202020204" pitchFamily="34" charset="0"/>
      <a:buChar char="​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114288" indent="-114288" algn="l" defTabSz="914308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228577" indent="-114288" algn="l" defTabSz="914308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514298" indent="-114288" algn="l" defTabSz="914308" rtl="0" eaLnBrk="1" latinLnBrk="0" hangingPunct="1">
      <a:spcAft>
        <a:spcPts val="6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685731" indent="-114288" algn="l" defTabSz="914308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000" i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5770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4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78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1" algn="l" defTabSz="91430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190" userDrawn="1">
          <p15:clr>
            <a:srgbClr val="F26B43"/>
          </p15:clr>
        </p15:guide>
        <p15:guide id="2" pos="2909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​"/>
              <a:tabLst/>
              <a:defRPr/>
            </a:pPr>
            <a:r>
              <a:rPr lang="fr-FR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Statuts incohérents = non finalisés</a:t>
            </a:r>
            <a:endParaRPr lang="fr-FR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2569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69620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0808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-Photo&amp;Triangles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7410F6-93E1-8244-8B37-371E4593D4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0" name="Grouper 79"/>
          <p:cNvGrpSpPr/>
          <p:nvPr userDrawn="1"/>
        </p:nvGrpSpPr>
        <p:grpSpPr>
          <a:xfrm>
            <a:off x="213726" y="1"/>
            <a:ext cx="12008939" cy="6859379"/>
            <a:chOff x="213726" y="1"/>
            <a:chExt cx="12008939" cy="6859379"/>
          </a:xfrm>
        </p:grpSpPr>
        <p:grpSp>
          <p:nvGrpSpPr>
            <p:cNvPr id="50" name="Grouper 49"/>
            <p:cNvGrpSpPr/>
            <p:nvPr userDrawn="1"/>
          </p:nvGrpSpPr>
          <p:grpSpPr>
            <a:xfrm>
              <a:off x="213726" y="1380"/>
              <a:ext cx="11997459" cy="6858000"/>
              <a:chOff x="929639" y="0"/>
              <a:chExt cx="11997459" cy="6858000"/>
            </a:xfrm>
          </p:grpSpPr>
          <p:pic>
            <p:nvPicPr>
              <p:cNvPr id="4" name="Image 3"/>
              <p:cNvPicPr>
                <a:picLocks noChangeAspect="1"/>
              </p:cNvPicPr>
              <p:nvPr userDrawn="1"/>
            </p:nvPicPr>
            <p:blipFill rotWithShape="1"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1596"/>
              <a:stretch/>
            </p:blipFill>
            <p:spPr>
              <a:xfrm>
                <a:off x="929639" y="0"/>
                <a:ext cx="11997459" cy="6858000"/>
              </a:xfrm>
              <a:prstGeom prst="rect">
                <a:avLst/>
              </a:prstGeom>
            </p:spPr>
          </p:pic>
          <p:sp>
            <p:nvSpPr>
              <p:cNvPr id="49" name="Rectangle 48"/>
              <p:cNvSpPr/>
              <p:nvPr userDrawn="1"/>
            </p:nvSpPr>
            <p:spPr>
              <a:xfrm>
                <a:off x="3083859" y="0"/>
                <a:ext cx="9843239" cy="6858000"/>
              </a:xfrm>
              <a:prstGeom prst="rect">
                <a:avLst/>
              </a:prstGeom>
              <a:gradFill flip="none" rotWithShape="1">
                <a:gsLst>
                  <a:gs pos="60000">
                    <a:schemeClr val="bg1"/>
                  </a:gs>
                  <a:gs pos="35000">
                    <a:schemeClr val="bg1">
                      <a:alpha val="0"/>
                    </a:schemeClr>
                  </a:gs>
                </a:gsLst>
                <a:lin ang="21000000" scaled="0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fr-FR" sz="140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79" name="Forme libre 78"/>
            <p:cNvSpPr/>
            <p:nvPr userDrawn="1"/>
          </p:nvSpPr>
          <p:spPr>
            <a:xfrm flipV="1">
              <a:off x="5620952" y="1"/>
              <a:ext cx="6601713" cy="3925715"/>
            </a:xfrm>
            <a:custGeom>
              <a:avLst/>
              <a:gdLst>
                <a:gd name="connsiteX0" fmla="*/ 2125585 w 6601713"/>
                <a:gd name="connsiteY0" fmla="*/ 3925715 h 3925715"/>
                <a:gd name="connsiteX1" fmla="*/ 6601713 w 6601713"/>
                <a:gd name="connsiteY1" fmla="*/ 3925715 h 3925715"/>
                <a:gd name="connsiteX2" fmla="*/ 6601713 w 6601713"/>
                <a:gd name="connsiteY2" fmla="*/ 2699676 h 3925715"/>
                <a:gd name="connsiteX3" fmla="*/ 6601713 w 6601713"/>
                <a:gd name="connsiteY3" fmla="*/ 1596854 h 3925715"/>
                <a:gd name="connsiteX4" fmla="*/ 6601713 w 6601713"/>
                <a:gd name="connsiteY4" fmla="*/ 6706 h 3925715"/>
                <a:gd name="connsiteX5" fmla="*/ 2452112 w 6601713"/>
                <a:gd name="connsiteY5" fmla="*/ 0 h 3925715"/>
                <a:gd name="connsiteX6" fmla="*/ 1137394 w 6601713"/>
                <a:gd name="connsiteY6" fmla="*/ 779811 h 3925715"/>
                <a:gd name="connsiteX7" fmla="*/ 1132120 w 6601713"/>
                <a:gd name="connsiteY7" fmla="*/ 795388 h 3925715"/>
                <a:gd name="connsiteX8" fmla="*/ 1116245 w 6601713"/>
                <a:gd name="connsiteY8" fmla="*/ 843014 h 3925715"/>
                <a:gd name="connsiteX9" fmla="*/ 1068154 w 6601713"/>
                <a:gd name="connsiteY9" fmla="*/ 867060 h 3925715"/>
                <a:gd name="connsiteX10" fmla="*/ 1018869 w 6601713"/>
                <a:gd name="connsiteY10" fmla="*/ 851942 h 3925715"/>
                <a:gd name="connsiteX11" fmla="*/ 945719 w 6601713"/>
                <a:gd name="connsiteY11" fmla="*/ 892212 h 3925715"/>
                <a:gd name="connsiteX12" fmla="*/ 55811 w 6601713"/>
                <a:gd name="connsiteY12" fmla="*/ 1410216 h 3925715"/>
                <a:gd name="connsiteX13" fmla="*/ 43096 w 6601713"/>
                <a:gd name="connsiteY13" fmla="*/ 1417558 h 3925715"/>
                <a:gd name="connsiteX14" fmla="*/ 43096 w 6601713"/>
                <a:gd name="connsiteY14" fmla="*/ 1477378 h 3925715"/>
                <a:gd name="connsiteX15" fmla="*/ 3381 w 6601713"/>
                <a:gd name="connsiteY15" fmla="*/ 1501998 h 3925715"/>
                <a:gd name="connsiteX16" fmla="*/ 3093 w 6601713"/>
                <a:gd name="connsiteY16" fmla="*/ 1596854 h 3925715"/>
                <a:gd name="connsiteX17" fmla="*/ 280 w 6601713"/>
                <a:gd name="connsiteY17" fmla="*/ 1596854 h 3925715"/>
                <a:gd name="connsiteX18" fmla="*/ 1687 w 6601713"/>
                <a:gd name="connsiteY18" fmla="*/ 2059615 h 3925715"/>
                <a:gd name="connsiteX19" fmla="*/ 0 w 6601713"/>
                <a:gd name="connsiteY19" fmla="*/ 2614443 h 3925715"/>
                <a:gd name="connsiteX20" fmla="*/ 3381 w 6601713"/>
                <a:gd name="connsiteY20" fmla="*/ 2617254 h 3925715"/>
                <a:gd name="connsiteX21" fmla="*/ 3381 w 6601713"/>
                <a:gd name="connsiteY21" fmla="*/ 2617393 h 3925715"/>
                <a:gd name="connsiteX22" fmla="*/ 4036 w 6601713"/>
                <a:gd name="connsiteY22" fmla="*/ 2617799 h 3925715"/>
                <a:gd name="connsiteX23" fmla="*/ 43096 w 6601713"/>
                <a:gd name="connsiteY23" fmla="*/ 2650279 h 3925715"/>
                <a:gd name="connsiteX24" fmla="*/ 43096 w 6601713"/>
                <a:gd name="connsiteY24" fmla="*/ 2699676 h 3925715"/>
                <a:gd name="connsiteX25" fmla="*/ 54013 w 6601713"/>
                <a:gd name="connsiteY25" fmla="*/ 2699676 h 3925715"/>
                <a:gd name="connsiteX26" fmla="*/ 55811 w 6601713"/>
                <a:gd name="connsiteY26" fmla="*/ 2709175 h 3925715"/>
                <a:gd name="connsiteX27" fmla="*/ 1005369 w 6601713"/>
                <a:gd name="connsiteY27" fmla="*/ 3260298 h 3925715"/>
                <a:gd name="connsiteX28" fmla="*/ 1056227 w 6601713"/>
                <a:gd name="connsiteY28" fmla="*/ 3240404 h 3925715"/>
                <a:gd name="connsiteX29" fmla="*/ 1113070 w 6601713"/>
                <a:gd name="connsiteY29" fmla="*/ 3270027 h 3925715"/>
                <a:gd name="connsiteX30" fmla="*/ 1125770 w 6601713"/>
                <a:gd name="connsiteY30" fmla="*/ 3324003 h 3925715"/>
                <a:gd name="connsiteX31" fmla="*/ 1137394 w 6601713"/>
                <a:gd name="connsiteY31" fmla="*/ 3339580 h 392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601713" h="3925715">
                  <a:moveTo>
                    <a:pt x="2125585" y="3925715"/>
                  </a:moveTo>
                  <a:lnTo>
                    <a:pt x="6601713" y="3925715"/>
                  </a:lnTo>
                  <a:lnTo>
                    <a:pt x="6601713" y="2699676"/>
                  </a:lnTo>
                  <a:lnTo>
                    <a:pt x="6601713" y="1596854"/>
                  </a:lnTo>
                  <a:lnTo>
                    <a:pt x="6601713" y="6706"/>
                  </a:lnTo>
                  <a:lnTo>
                    <a:pt x="2452112" y="0"/>
                  </a:lnTo>
                  <a:lnTo>
                    <a:pt x="1137394" y="779811"/>
                  </a:lnTo>
                  <a:lnTo>
                    <a:pt x="1132120" y="795388"/>
                  </a:lnTo>
                  <a:lnTo>
                    <a:pt x="1116245" y="843014"/>
                  </a:lnTo>
                  <a:lnTo>
                    <a:pt x="1068154" y="867060"/>
                  </a:lnTo>
                  <a:lnTo>
                    <a:pt x="1018869" y="851942"/>
                  </a:lnTo>
                  <a:lnTo>
                    <a:pt x="945719" y="892212"/>
                  </a:lnTo>
                  <a:lnTo>
                    <a:pt x="55811" y="1410216"/>
                  </a:lnTo>
                  <a:lnTo>
                    <a:pt x="43096" y="1417558"/>
                  </a:lnTo>
                  <a:lnTo>
                    <a:pt x="43096" y="1477378"/>
                  </a:lnTo>
                  <a:lnTo>
                    <a:pt x="3381" y="1501998"/>
                  </a:lnTo>
                  <a:lnTo>
                    <a:pt x="3093" y="1596854"/>
                  </a:lnTo>
                  <a:lnTo>
                    <a:pt x="280" y="1596854"/>
                  </a:lnTo>
                  <a:lnTo>
                    <a:pt x="1687" y="2059615"/>
                  </a:lnTo>
                  <a:lnTo>
                    <a:pt x="0" y="2614443"/>
                  </a:lnTo>
                  <a:lnTo>
                    <a:pt x="3381" y="2617254"/>
                  </a:lnTo>
                  <a:lnTo>
                    <a:pt x="3381" y="2617393"/>
                  </a:lnTo>
                  <a:lnTo>
                    <a:pt x="4036" y="2617799"/>
                  </a:lnTo>
                  <a:lnTo>
                    <a:pt x="43096" y="2650279"/>
                  </a:lnTo>
                  <a:lnTo>
                    <a:pt x="43096" y="2699676"/>
                  </a:lnTo>
                  <a:lnTo>
                    <a:pt x="54013" y="2699676"/>
                  </a:lnTo>
                  <a:lnTo>
                    <a:pt x="55811" y="2709175"/>
                  </a:lnTo>
                  <a:lnTo>
                    <a:pt x="1005369" y="3260298"/>
                  </a:lnTo>
                  <a:lnTo>
                    <a:pt x="1056227" y="3240404"/>
                  </a:lnTo>
                  <a:lnTo>
                    <a:pt x="1113070" y="3270027"/>
                  </a:lnTo>
                  <a:lnTo>
                    <a:pt x="1125770" y="3324003"/>
                  </a:lnTo>
                  <a:lnTo>
                    <a:pt x="1137394" y="33395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9" name="Grouper 8"/>
          <p:cNvGrpSpPr>
            <a:grpSpLocks noChangeAspect="1"/>
          </p:cNvGrpSpPr>
          <p:nvPr userDrawn="1"/>
        </p:nvGrpSpPr>
        <p:grpSpPr>
          <a:xfrm>
            <a:off x="7344048" y="1749890"/>
            <a:ext cx="3779520" cy="384264"/>
            <a:chOff x="1122363" y="720725"/>
            <a:chExt cx="4278312" cy="434975"/>
          </a:xfrm>
        </p:grpSpPr>
        <p:sp>
          <p:nvSpPr>
            <p:cNvPr id="10" name="Freeform 1"/>
            <p:cNvSpPr>
              <a:spLocks noChangeArrowheads="1"/>
            </p:cNvSpPr>
            <p:nvPr/>
          </p:nvSpPr>
          <p:spPr bwMode="auto">
            <a:xfrm>
              <a:off x="1557338" y="966788"/>
              <a:ext cx="119062" cy="104775"/>
            </a:xfrm>
            <a:custGeom>
              <a:avLst/>
              <a:gdLst>
                <a:gd name="T0" fmla="*/ 0 w 330"/>
                <a:gd name="T1" fmla="*/ 100 h 293"/>
                <a:gd name="T2" fmla="*/ 189 w 330"/>
                <a:gd name="T3" fmla="*/ 0 h 293"/>
                <a:gd name="T4" fmla="*/ 329 w 330"/>
                <a:gd name="T5" fmla="*/ 292 h 293"/>
                <a:gd name="T6" fmla="*/ 119 w 330"/>
                <a:gd name="T7" fmla="*/ 292 h 293"/>
                <a:gd name="T8" fmla="*/ 62 w 330"/>
                <a:gd name="T9" fmla="*/ 257 h 293"/>
                <a:gd name="T10" fmla="*/ 0 w 330"/>
                <a:gd name="T11" fmla="*/ 1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0" h="293">
                  <a:moveTo>
                    <a:pt x="0" y="100"/>
                  </a:moveTo>
                  <a:lnTo>
                    <a:pt x="189" y="0"/>
                  </a:lnTo>
                  <a:lnTo>
                    <a:pt x="329" y="292"/>
                  </a:lnTo>
                  <a:lnTo>
                    <a:pt x="119" y="292"/>
                  </a:lnTo>
                  <a:cubicBezTo>
                    <a:pt x="119" y="292"/>
                    <a:pt x="79" y="292"/>
                    <a:pt x="62" y="257"/>
                  </a:cubicBezTo>
                  <a:cubicBezTo>
                    <a:pt x="47" y="214"/>
                    <a:pt x="0" y="100"/>
                    <a:pt x="0" y="10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" name="Freeform 2"/>
            <p:cNvSpPr>
              <a:spLocks noChangeArrowheads="1"/>
            </p:cNvSpPr>
            <p:nvPr/>
          </p:nvSpPr>
          <p:spPr bwMode="auto">
            <a:xfrm>
              <a:off x="1146175" y="1104900"/>
              <a:ext cx="546100" cy="49213"/>
            </a:xfrm>
            <a:custGeom>
              <a:avLst/>
              <a:gdLst>
                <a:gd name="T0" fmla="*/ 757 w 1515"/>
                <a:gd name="T1" fmla="*/ 134 h 135"/>
                <a:gd name="T2" fmla="*/ 0 w 1515"/>
                <a:gd name="T3" fmla="*/ 134 h 135"/>
                <a:gd name="T4" fmla="*/ 0 w 1515"/>
                <a:gd name="T5" fmla="*/ 0 h 135"/>
                <a:gd name="T6" fmla="*/ 1514 w 1515"/>
                <a:gd name="T7" fmla="*/ 0 h 135"/>
                <a:gd name="T8" fmla="*/ 1514 w 1515"/>
                <a:gd name="T9" fmla="*/ 134 h 135"/>
                <a:gd name="T10" fmla="*/ 757 w 1515"/>
                <a:gd name="T11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5" h="135">
                  <a:moveTo>
                    <a:pt x="757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514" y="0"/>
                  </a:lnTo>
                  <a:lnTo>
                    <a:pt x="1514" y="134"/>
                  </a:lnTo>
                  <a:lnTo>
                    <a:pt x="757" y="134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" name="Freeform 3"/>
            <p:cNvSpPr>
              <a:spLocks noChangeArrowheads="1"/>
            </p:cNvSpPr>
            <p:nvPr/>
          </p:nvSpPr>
          <p:spPr bwMode="auto">
            <a:xfrm>
              <a:off x="1584325" y="739775"/>
              <a:ext cx="147638" cy="120650"/>
            </a:xfrm>
            <a:custGeom>
              <a:avLst/>
              <a:gdLst>
                <a:gd name="T0" fmla="*/ 411 w 412"/>
                <a:gd name="T1" fmla="*/ 155 h 333"/>
                <a:gd name="T2" fmla="*/ 117 w 412"/>
                <a:gd name="T3" fmla="*/ 312 h 333"/>
                <a:gd name="T4" fmla="*/ 40 w 412"/>
                <a:gd name="T5" fmla="*/ 297 h 333"/>
                <a:gd name="T6" fmla="*/ 0 w 412"/>
                <a:gd name="T7" fmla="*/ 197 h 333"/>
                <a:gd name="T8" fmla="*/ 45 w 412"/>
                <a:gd name="T9" fmla="*/ 192 h 333"/>
                <a:gd name="T10" fmla="*/ 411 w 412"/>
                <a:gd name="T11" fmla="*/ 0 h 333"/>
                <a:gd name="T12" fmla="*/ 411 w 412"/>
                <a:gd name="T13" fmla="*/ 155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333">
                  <a:moveTo>
                    <a:pt x="411" y="155"/>
                  </a:moveTo>
                  <a:cubicBezTo>
                    <a:pt x="411" y="155"/>
                    <a:pt x="172" y="292"/>
                    <a:pt x="117" y="312"/>
                  </a:cubicBezTo>
                  <a:cubicBezTo>
                    <a:pt x="65" y="332"/>
                    <a:pt x="47" y="304"/>
                    <a:pt x="40" y="297"/>
                  </a:cubicBezTo>
                  <a:cubicBezTo>
                    <a:pt x="25" y="277"/>
                    <a:pt x="2" y="207"/>
                    <a:pt x="0" y="197"/>
                  </a:cubicBezTo>
                  <a:cubicBezTo>
                    <a:pt x="2" y="197"/>
                    <a:pt x="15" y="200"/>
                    <a:pt x="45" y="192"/>
                  </a:cubicBezTo>
                  <a:cubicBezTo>
                    <a:pt x="82" y="182"/>
                    <a:pt x="409" y="0"/>
                    <a:pt x="411" y="0"/>
                  </a:cubicBezTo>
                  <a:lnTo>
                    <a:pt x="411" y="15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" name="Freeform 4"/>
            <p:cNvSpPr>
              <a:spLocks noChangeArrowheads="1"/>
            </p:cNvSpPr>
            <p:nvPr/>
          </p:nvSpPr>
          <p:spPr bwMode="auto">
            <a:xfrm>
              <a:off x="1122363" y="765175"/>
              <a:ext cx="609600" cy="347663"/>
            </a:xfrm>
            <a:custGeom>
              <a:avLst/>
              <a:gdLst>
                <a:gd name="T0" fmla="*/ 1313 w 1695"/>
                <a:gd name="T1" fmla="*/ 366 h 964"/>
                <a:gd name="T2" fmla="*/ 1156 w 1695"/>
                <a:gd name="T3" fmla="*/ 20 h 964"/>
                <a:gd name="T4" fmla="*/ 929 w 1695"/>
                <a:gd name="T5" fmla="*/ 20 h 964"/>
                <a:gd name="T6" fmla="*/ 610 w 1695"/>
                <a:gd name="T7" fmla="*/ 614 h 964"/>
                <a:gd name="T8" fmla="*/ 867 w 1695"/>
                <a:gd name="T9" fmla="*/ 535 h 964"/>
                <a:gd name="T10" fmla="*/ 1029 w 1695"/>
                <a:gd name="T11" fmla="*/ 207 h 964"/>
                <a:gd name="T12" fmla="*/ 1131 w 1695"/>
                <a:gd name="T13" fmla="*/ 463 h 964"/>
                <a:gd name="T14" fmla="*/ 750 w 1695"/>
                <a:gd name="T15" fmla="*/ 634 h 964"/>
                <a:gd name="T16" fmla="*/ 197 w 1695"/>
                <a:gd name="T17" fmla="*/ 649 h 964"/>
                <a:gd name="T18" fmla="*/ 683 w 1695"/>
                <a:gd name="T19" fmla="*/ 184 h 964"/>
                <a:gd name="T20" fmla="*/ 780 w 1695"/>
                <a:gd name="T21" fmla="*/ 174 h 964"/>
                <a:gd name="T22" fmla="*/ 735 w 1695"/>
                <a:gd name="T23" fmla="*/ 42 h 964"/>
                <a:gd name="T24" fmla="*/ 638 w 1695"/>
                <a:gd name="T25" fmla="*/ 7 h 964"/>
                <a:gd name="T26" fmla="*/ 75 w 1695"/>
                <a:gd name="T27" fmla="*/ 391 h 964"/>
                <a:gd name="T28" fmla="*/ 165 w 1695"/>
                <a:gd name="T29" fmla="*/ 766 h 964"/>
                <a:gd name="T30" fmla="*/ 845 w 1695"/>
                <a:gd name="T31" fmla="*/ 786 h 964"/>
                <a:gd name="T32" fmla="*/ 1692 w 1695"/>
                <a:gd name="T33" fmla="*/ 341 h 964"/>
                <a:gd name="T34" fmla="*/ 1692 w 1695"/>
                <a:gd name="T35" fmla="*/ 159 h 964"/>
                <a:gd name="T36" fmla="*/ 1313 w 1695"/>
                <a:gd name="T37" fmla="*/ 366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95" h="964">
                  <a:moveTo>
                    <a:pt x="1313" y="366"/>
                  </a:moveTo>
                  <a:lnTo>
                    <a:pt x="1156" y="20"/>
                  </a:lnTo>
                  <a:lnTo>
                    <a:pt x="929" y="20"/>
                  </a:lnTo>
                  <a:lnTo>
                    <a:pt x="610" y="614"/>
                  </a:lnTo>
                  <a:cubicBezTo>
                    <a:pt x="610" y="614"/>
                    <a:pt x="767" y="609"/>
                    <a:pt x="867" y="535"/>
                  </a:cubicBezTo>
                  <a:cubicBezTo>
                    <a:pt x="892" y="520"/>
                    <a:pt x="964" y="331"/>
                    <a:pt x="1029" y="207"/>
                  </a:cubicBezTo>
                  <a:lnTo>
                    <a:pt x="1131" y="463"/>
                  </a:lnTo>
                  <a:cubicBezTo>
                    <a:pt x="977" y="542"/>
                    <a:pt x="830" y="612"/>
                    <a:pt x="750" y="634"/>
                  </a:cubicBezTo>
                  <a:cubicBezTo>
                    <a:pt x="541" y="694"/>
                    <a:pt x="287" y="731"/>
                    <a:pt x="197" y="649"/>
                  </a:cubicBezTo>
                  <a:cubicBezTo>
                    <a:pt x="112" y="572"/>
                    <a:pt x="309" y="254"/>
                    <a:pt x="683" y="184"/>
                  </a:cubicBezTo>
                  <a:cubicBezTo>
                    <a:pt x="742" y="172"/>
                    <a:pt x="780" y="174"/>
                    <a:pt x="780" y="174"/>
                  </a:cubicBezTo>
                  <a:cubicBezTo>
                    <a:pt x="780" y="174"/>
                    <a:pt x="755" y="65"/>
                    <a:pt x="735" y="42"/>
                  </a:cubicBezTo>
                  <a:cubicBezTo>
                    <a:pt x="708" y="7"/>
                    <a:pt x="680" y="0"/>
                    <a:pt x="638" y="7"/>
                  </a:cubicBezTo>
                  <a:cubicBezTo>
                    <a:pt x="556" y="12"/>
                    <a:pt x="212" y="105"/>
                    <a:pt x="75" y="391"/>
                  </a:cubicBezTo>
                  <a:cubicBezTo>
                    <a:pt x="0" y="555"/>
                    <a:pt x="100" y="719"/>
                    <a:pt x="165" y="766"/>
                  </a:cubicBezTo>
                  <a:cubicBezTo>
                    <a:pt x="194" y="789"/>
                    <a:pt x="391" y="963"/>
                    <a:pt x="845" y="786"/>
                  </a:cubicBezTo>
                  <a:cubicBezTo>
                    <a:pt x="1290" y="612"/>
                    <a:pt x="1692" y="341"/>
                    <a:pt x="1692" y="341"/>
                  </a:cubicBezTo>
                  <a:lnTo>
                    <a:pt x="1692" y="159"/>
                  </a:lnTo>
                  <a:cubicBezTo>
                    <a:pt x="1694" y="154"/>
                    <a:pt x="1520" y="257"/>
                    <a:pt x="1313" y="36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" name="Freeform 5"/>
            <p:cNvSpPr>
              <a:spLocks noChangeArrowheads="1"/>
            </p:cNvSpPr>
            <p:nvPr/>
          </p:nvSpPr>
          <p:spPr bwMode="auto">
            <a:xfrm>
              <a:off x="1884363" y="1014413"/>
              <a:ext cx="136525" cy="139700"/>
            </a:xfrm>
            <a:custGeom>
              <a:avLst/>
              <a:gdLst>
                <a:gd name="T0" fmla="*/ 0 w 380"/>
                <a:gd name="T1" fmla="*/ 62 h 387"/>
                <a:gd name="T2" fmla="*/ 0 w 380"/>
                <a:gd name="T3" fmla="*/ 0 h 387"/>
                <a:gd name="T4" fmla="*/ 379 w 380"/>
                <a:gd name="T5" fmla="*/ 0 h 387"/>
                <a:gd name="T6" fmla="*/ 379 w 380"/>
                <a:gd name="T7" fmla="*/ 62 h 387"/>
                <a:gd name="T8" fmla="*/ 229 w 380"/>
                <a:gd name="T9" fmla="*/ 62 h 387"/>
                <a:gd name="T10" fmla="*/ 229 w 380"/>
                <a:gd name="T11" fmla="*/ 386 h 387"/>
                <a:gd name="T12" fmla="*/ 147 w 380"/>
                <a:gd name="T13" fmla="*/ 386 h 387"/>
                <a:gd name="T14" fmla="*/ 147 w 380"/>
                <a:gd name="T15" fmla="*/ 62 h 387"/>
                <a:gd name="T16" fmla="*/ 0 w 380"/>
                <a:gd name="T17" fmla="*/ 6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0" h="387">
                  <a:moveTo>
                    <a:pt x="0" y="62"/>
                  </a:moveTo>
                  <a:lnTo>
                    <a:pt x="0" y="0"/>
                  </a:lnTo>
                  <a:lnTo>
                    <a:pt x="379" y="0"/>
                  </a:lnTo>
                  <a:lnTo>
                    <a:pt x="379" y="62"/>
                  </a:lnTo>
                  <a:lnTo>
                    <a:pt x="229" y="62"/>
                  </a:lnTo>
                  <a:lnTo>
                    <a:pt x="229" y="386"/>
                  </a:lnTo>
                  <a:lnTo>
                    <a:pt x="147" y="386"/>
                  </a:lnTo>
                  <a:lnTo>
                    <a:pt x="147" y="62"/>
                  </a:lnTo>
                  <a:lnTo>
                    <a:pt x="0" y="6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" name="Freeform 6"/>
            <p:cNvSpPr>
              <a:spLocks noChangeArrowheads="1"/>
            </p:cNvSpPr>
            <p:nvPr/>
          </p:nvSpPr>
          <p:spPr bwMode="auto">
            <a:xfrm>
              <a:off x="2051050" y="1014413"/>
              <a:ext cx="128588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7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" name="Freeform 7"/>
            <p:cNvSpPr>
              <a:spLocks noChangeArrowheads="1"/>
            </p:cNvSpPr>
            <p:nvPr/>
          </p:nvSpPr>
          <p:spPr bwMode="auto">
            <a:xfrm>
              <a:off x="2208213" y="1011238"/>
              <a:ext cx="152400" cy="144462"/>
            </a:xfrm>
            <a:custGeom>
              <a:avLst/>
              <a:gdLst>
                <a:gd name="T0" fmla="*/ 247 w 425"/>
                <a:gd name="T1" fmla="*/ 0 h 400"/>
                <a:gd name="T2" fmla="*/ 419 w 425"/>
                <a:gd name="T3" fmla="*/ 55 h 400"/>
                <a:gd name="T4" fmla="*/ 381 w 425"/>
                <a:gd name="T5" fmla="*/ 105 h 400"/>
                <a:gd name="T6" fmla="*/ 252 w 425"/>
                <a:gd name="T7" fmla="*/ 60 h 400"/>
                <a:gd name="T8" fmla="*/ 90 w 425"/>
                <a:gd name="T9" fmla="*/ 199 h 400"/>
                <a:gd name="T10" fmla="*/ 252 w 425"/>
                <a:gd name="T11" fmla="*/ 339 h 400"/>
                <a:gd name="T12" fmla="*/ 386 w 425"/>
                <a:gd name="T13" fmla="*/ 292 h 400"/>
                <a:gd name="T14" fmla="*/ 424 w 425"/>
                <a:gd name="T15" fmla="*/ 341 h 400"/>
                <a:gd name="T16" fmla="*/ 244 w 425"/>
                <a:gd name="T17" fmla="*/ 399 h 400"/>
                <a:gd name="T18" fmla="*/ 0 w 425"/>
                <a:gd name="T19" fmla="*/ 199 h 400"/>
                <a:gd name="T20" fmla="*/ 247 w 425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5" h="400">
                  <a:moveTo>
                    <a:pt x="247" y="0"/>
                  </a:moveTo>
                  <a:cubicBezTo>
                    <a:pt x="307" y="0"/>
                    <a:pt x="369" y="18"/>
                    <a:pt x="419" y="55"/>
                  </a:cubicBezTo>
                  <a:lnTo>
                    <a:pt x="381" y="105"/>
                  </a:lnTo>
                  <a:cubicBezTo>
                    <a:pt x="339" y="75"/>
                    <a:pt x="304" y="60"/>
                    <a:pt x="252" y="60"/>
                  </a:cubicBezTo>
                  <a:cubicBezTo>
                    <a:pt x="160" y="60"/>
                    <a:pt x="90" y="117"/>
                    <a:pt x="90" y="199"/>
                  </a:cubicBezTo>
                  <a:cubicBezTo>
                    <a:pt x="90" y="282"/>
                    <a:pt x="162" y="339"/>
                    <a:pt x="252" y="339"/>
                  </a:cubicBezTo>
                  <a:cubicBezTo>
                    <a:pt x="307" y="339"/>
                    <a:pt x="344" y="321"/>
                    <a:pt x="386" y="292"/>
                  </a:cubicBezTo>
                  <a:lnTo>
                    <a:pt x="424" y="341"/>
                  </a:lnTo>
                  <a:cubicBezTo>
                    <a:pt x="371" y="379"/>
                    <a:pt x="307" y="399"/>
                    <a:pt x="244" y="399"/>
                  </a:cubicBezTo>
                  <a:cubicBezTo>
                    <a:pt x="120" y="399"/>
                    <a:pt x="0" y="324"/>
                    <a:pt x="0" y="199"/>
                  </a:cubicBezTo>
                  <a:cubicBezTo>
                    <a:pt x="5" y="72"/>
                    <a:pt x="122" y="0"/>
                    <a:pt x="247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" name="Freeform 8"/>
            <p:cNvSpPr>
              <a:spLocks noChangeArrowheads="1"/>
            </p:cNvSpPr>
            <p:nvPr/>
          </p:nvSpPr>
          <p:spPr bwMode="auto">
            <a:xfrm>
              <a:off x="2395538" y="1014413"/>
              <a:ext cx="146050" cy="139700"/>
            </a:xfrm>
            <a:custGeom>
              <a:avLst/>
              <a:gdLst>
                <a:gd name="T0" fmla="*/ 0 w 405"/>
                <a:gd name="T1" fmla="*/ 0 h 387"/>
                <a:gd name="T2" fmla="*/ 83 w 405"/>
                <a:gd name="T3" fmla="*/ 0 h 387"/>
                <a:gd name="T4" fmla="*/ 83 w 405"/>
                <a:gd name="T5" fmla="*/ 150 h 387"/>
                <a:gd name="T6" fmla="*/ 322 w 405"/>
                <a:gd name="T7" fmla="*/ 150 h 387"/>
                <a:gd name="T8" fmla="*/ 322 w 405"/>
                <a:gd name="T9" fmla="*/ 0 h 387"/>
                <a:gd name="T10" fmla="*/ 404 w 405"/>
                <a:gd name="T11" fmla="*/ 0 h 387"/>
                <a:gd name="T12" fmla="*/ 404 w 405"/>
                <a:gd name="T13" fmla="*/ 386 h 387"/>
                <a:gd name="T14" fmla="*/ 322 w 405"/>
                <a:gd name="T15" fmla="*/ 386 h 387"/>
                <a:gd name="T16" fmla="*/ 322 w 405"/>
                <a:gd name="T17" fmla="*/ 212 h 387"/>
                <a:gd name="T18" fmla="*/ 83 w 405"/>
                <a:gd name="T19" fmla="*/ 212 h 387"/>
                <a:gd name="T20" fmla="*/ 83 w 405"/>
                <a:gd name="T21" fmla="*/ 386 h 387"/>
                <a:gd name="T22" fmla="*/ 0 w 405"/>
                <a:gd name="T23" fmla="*/ 386 h 387"/>
                <a:gd name="T24" fmla="*/ 0 w 405"/>
                <a:gd name="T2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5" h="387">
                  <a:moveTo>
                    <a:pt x="0" y="0"/>
                  </a:moveTo>
                  <a:lnTo>
                    <a:pt x="83" y="0"/>
                  </a:lnTo>
                  <a:lnTo>
                    <a:pt x="83" y="150"/>
                  </a:lnTo>
                  <a:lnTo>
                    <a:pt x="322" y="150"/>
                  </a:lnTo>
                  <a:lnTo>
                    <a:pt x="322" y="0"/>
                  </a:lnTo>
                  <a:lnTo>
                    <a:pt x="404" y="0"/>
                  </a:lnTo>
                  <a:lnTo>
                    <a:pt x="404" y="386"/>
                  </a:lnTo>
                  <a:lnTo>
                    <a:pt x="322" y="386"/>
                  </a:lnTo>
                  <a:lnTo>
                    <a:pt x="322" y="212"/>
                  </a:lnTo>
                  <a:lnTo>
                    <a:pt x="83" y="212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" name="Freeform 9"/>
            <p:cNvSpPr>
              <a:spLocks noChangeArrowheads="1"/>
            </p:cNvSpPr>
            <p:nvPr/>
          </p:nvSpPr>
          <p:spPr bwMode="auto">
            <a:xfrm>
              <a:off x="2584450" y="1014413"/>
              <a:ext cx="144463" cy="139700"/>
            </a:xfrm>
            <a:custGeom>
              <a:avLst/>
              <a:gdLst>
                <a:gd name="T0" fmla="*/ 82 w 402"/>
                <a:gd name="T1" fmla="*/ 112 h 387"/>
                <a:gd name="T2" fmla="*/ 82 w 402"/>
                <a:gd name="T3" fmla="*/ 386 h 387"/>
                <a:gd name="T4" fmla="*/ 0 w 402"/>
                <a:gd name="T5" fmla="*/ 386 h 387"/>
                <a:gd name="T6" fmla="*/ 0 w 402"/>
                <a:gd name="T7" fmla="*/ 0 h 387"/>
                <a:gd name="T8" fmla="*/ 82 w 402"/>
                <a:gd name="T9" fmla="*/ 0 h 387"/>
                <a:gd name="T10" fmla="*/ 319 w 402"/>
                <a:gd name="T11" fmla="*/ 274 h 387"/>
                <a:gd name="T12" fmla="*/ 319 w 402"/>
                <a:gd name="T13" fmla="*/ 0 h 387"/>
                <a:gd name="T14" fmla="*/ 401 w 402"/>
                <a:gd name="T15" fmla="*/ 0 h 387"/>
                <a:gd name="T16" fmla="*/ 401 w 402"/>
                <a:gd name="T17" fmla="*/ 386 h 387"/>
                <a:gd name="T18" fmla="*/ 319 w 402"/>
                <a:gd name="T19" fmla="*/ 386 h 387"/>
                <a:gd name="T20" fmla="*/ 82 w 402"/>
                <a:gd name="T21" fmla="*/ 11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2" h="387">
                  <a:moveTo>
                    <a:pt x="82" y="112"/>
                  </a:move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82" y="0"/>
                  </a:lnTo>
                  <a:lnTo>
                    <a:pt x="319" y="274"/>
                  </a:lnTo>
                  <a:lnTo>
                    <a:pt x="319" y="0"/>
                  </a:lnTo>
                  <a:lnTo>
                    <a:pt x="401" y="0"/>
                  </a:lnTo>
                  <a:lnTo>
                    <a:pt x="401" y="386"/>
                  </a:lnTo>
                  <a:lnTo>
                    <a:pt x="319" y="386"/>
                  </a:lnTo>
                  <a:lnTo>
                    <a:pt x="82" y="11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" name="Freeform 10"/>
            <p:cNvSpPr>
              <a:spLocks noChangeArrowheads="1"/>
            </p:cNvSpPr>
            <p:nvPr/>
          </p:nvSpPr>
          <p:spPr bwMode="auto">
            <a:xfrm>
              <a:off x="2763838" y="1011238"/>
              <a:ext cx="176212" cy="144462"/>
            </a:xfrm>
            <a:custGeom>
              <a:avLst/>
              <a:gdLst>
                <a:gd name="T0" fmla="*/ 0 w 489"/>
                <a:gd name="T1" fmla="*/ 199 h 400"/>
                <a:gd name="T2" fmla="*/ 244 w 489"/>
                <a:gd name="T3" fmla="*/ 0 h 400"/>
                <a:gd name="T4" fmla="*/ 488 w 489"/>
                <a:gd name="T5" fmla="*/ 199 h 400"/>
                <a:gd name="T6" fmla="*/ 244 w 489"/>
                <a:gd name="T7" fmla="*/ 399 h 400"/>
                <a:gd name="T8" fmla="*/ 0 w 489"/>
                <a:gd name="T9" fmla="*/ 199 h 400"/>
                <a:gd name="T10" fmla="*/ 85 w 489"/>
                <a:gd name="T11" fmla="*/ 199 h 400"/>
                <a:gd name="T12" fmla="*/ 244 w 489"/>
                <a:gd name="T13" fmla="*/ 339 h 400"/>
                <a:gd name="T14" fmla="*/ 404 w 489"/>
                <a:gd name="T15" fmla="*/ 199 h 400"/>
                <a:gd name="T16" fmla="*/ 244 w 489"/>
                <a:gd name="T17" fmla="*/ 60 h 400"/>
                <a:gd name="T18" fmla="*/ 85 w 489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8" y="90"/>
                    <a:pt x="488" y="199"/>
                  </a:cubicBezTo>
                  <a:cubicBezTo>
                    <a:pt x="488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5" y="199"/>
                  </a:moveTo>
                  <a:cubicBezTo>
                    <a:pt x="85" y="277"/>
                    <a:pt x="150" y="339"/>
                    <a:pt x="244" y="339"/>
                  </a:cubicBezTo>
                  <a:cubicBezTo>
                    <a:pt x="339" y="339"/>
                    <a:pt x="404" y="277"/>
                    <a:pt x="404" y="199"/>
                  </a:cubicBezTo>
                  <a:cubicBezTo>
                    <a:pt x="404" y="122"/>
                    <a:pt x="338" y="60"/>
                    <a:pt x="244" y="60"/>
                  </a:cubicBezTo>
                  <a:cubicBezTo>
                    <a:pt x="149" y="60"/>
                    <a:pt x="85" y="122"/>
                    <a:pt x="85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" name="Freeform 11"/>
            <p:cNvSpPr>
              <a:spLocks noChangeArrowheads="1"/>
            </p:cNvSpPr>
            <p:nvPr/>
          </p:nvSpPr>
          <p:spPr bwMode="auto">
            <a:xfrm>
              <a:off x="2974975" y="1014413"/>
              <a:ext cx="117475" cy="139700"/>
            </a:xfrm>
            <a:custGeom>
              <a:avLst/>
              <a:gdLst>
                <a:gd name="T0" fmla="*/ 0 w 328"/>
                <a:gd name="T1" fmla="*/ 0 h 387"/>
                <a:gd name="T2" fmla="*/ 82 w 328"/>
                <a:gd name="T3" fmla="*/ 0 h 387"/>
                <a:gd name="T4" fmla="*/ 82 w 328"/>
                <a:gd name="T5" fmla="*/ 324 h 387"/>
                <a:gd name="T6" fmla="*/ 327 w 328"/>
                <a:gd name="T7" fmla="*/ 324 h 387"/>
                <a:gd name="T8" fmla="*/ 327 w 328"/>
                <a:gd name="T9" fmla="*/ 386 h 387"/>
                <a:gd name="T10" fmla="*/ 0 w 328"/>
                <a:gd name="T11" fmla="*/ 386 h 387"/>
                <a:gd name="T12" fmla="*/ 0 w 32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387">
                  <a:moveTo>
                    <a:pt x="0" y="0"/>
                  </a:moveTo>
                  <a:lnTo>
                    <a:pt x="82" y="0"/>
                  </a:lnTo>
                  <a:lnTo>
                    <a:pt x="82" y="324"/>
                  </a:lnTo>
                  <a:lnTo>
                    <a:pt x="327" y="324"/>
                  </a:lnTo>
                  <a:lnTo>
                    <a:pt x="327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" name="Freeform 12"/>
            <p:cNvSpPr>
              <a:spLocks noChangeArrowheads="1"/>
            </p:cNvSpPr>
            <p:nvPr/>
          </p:nvSpPr>
          <p:spPr bwMode="auto">
            <a:xfrm>
              <a:off x="3105150" y="1011238"/>
              <a:ext cx="176213" cy="144462"/>
            </a:xfrm>
            <a:custGeom>
              <a:avLst/>
              <a:gdLst>
                <a:gd name="T0" fmla="*/ 0 w 490"/>
                <a:gd name="T1" fmla="*/ 199 h 400"/>
                <a:gd name="T2" fmla="*/ 244 w 490"/>
                <a:gd name="T3" fmla="*/ 0 h 400"/>
                <a:gd name="T4" fmla="*/ 489 w 490"/>
                <a:gd name="T5" fmla="*/ 199 h 400"/>
                <a:gd name="T6" fmla="*/ 244 w 490"/>
                <a:gd name="T7" fmla="*/ 399 h 400"/>
                <a:gd name="T8" fmla="*/ 0 w 490"/>
                <a:gd name="T9" fmla="*/ 199 h 400"/>
                <a:gd name="T10" fmla="*/ 87 w 490"/>
                <a:gd name="T11" fmla="*/ 199 h 400"/>
                <a:gd name="T12" fmla="*/ 247 w 490"/>
                <a:gd name="T13" fmla="*/ 339 h 400"/>
                <a:gd name="T14" fmla="*/ 406 w 490"/>
                <a:gd name="T15" fmla="*/ 199 h 400"/>
                <a:gd name="T16" fmla="*/ 247 w 490"/>
                <a:gd name="T17" fmla="*/ 60 h 400"/>
                <a:gd name="T18" fmla="*/ 87 w 490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0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9" y="90"/>
                    <a:pt x="489" y="199"/>
                  </a:cubicBezTo>
                  <a:cubicBezTo>
                    <a:pt x="489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7" y="199"/>
                  </a:moveTo>
                  <a:cubicBezTo>
                    <a:pt x="87" y="277"/>
                    <a:pt x="152" y="339"/>
                    <a:pt x="247" y="339"/>
                  </a:cubicBezTo>
                  <a:cubicBezTo>
                    <a:pt x="342" y="339"/>
                    <a:pt x="406" y="277"/>
                    <a:pt x="406" y="199"/>
                  </a:cubicBezTo>
                  <a:cubicBezTo>
                    <a:pt x="406" y="122"/>
                    <a:pt x="342" y="60"/>
                    <a:pt x="247" y="60"/>
                  </a:cubicBezTo>
                  <a:cubicBezTo>
                    <a:pt x="152" y="60"/>
                    <a:pt x="87" y="122"/>
                    <a:pt x="87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" name="Freeform 13"/>
            <p:cNvSpPr>
              <a:spLocks noChangeArrowheads="1"/>
            </p:cNvSpPr>
            <p:nvPr/>
          </p:nvSpPr>
          <p:spPr bwMode="auto">
            <a:xfrm>
              <a:off x="3306763" y="1011238"/>
              <a:ext cx="158750" cy="142875"/>
            </a:xfrm>
            <a:custGeom>
              <a:avLst/>
              <a:gdLst>
                <a:gd name="T0" fmla="*/ 244 w 439"/>
                <a:gd name="T1" fmla="*/ 0 h 397"/>
                <a:gd name="T2" fmla="*/ 416 w 439"/>
                <a:gd name="T3" fmla="*/ 55 h 397"/>
                <a:gd name="T4" fmla="*/ 378 w 439"/>
                <a:gd name="T5" fmla="*/ 105 h 397"/>
                <a:gd name="T6" fmla="*/ 249 w 439"/>
                <a:gd name="T7" fmla="*/ 60 h 397"/>
                <a:gd name="T8" fmla="*/ 87 w 439"/>
                <a:gd name="T9" fmla="*/ 199 h 397"/>
                <a:gd name="T10" fmla="*/ 246 w 439"/>
                <a:gd name="T11" fmla="*/ 339 h 397"/>
                <a:gd name="T12" fmla="*/ 356 w 439"/>
                <a:gd name="T13" fmla="*/ 309 h 397"/>
                <a:gd name="T14" fmla="*/ 356 w 439"/>
                <a:gd name="T15" fmla="*/ 234 h 397"/>
                <a:gd name="T16" fmla="*/ 239 w 439"/>
                <a:gd name="T17" fmla="*/ 234 h 397"/>
                <a:gd name="T18" fmla="*/ 239 w 439"/>
                <a:gd name="T19" fmla="*/ 174 h 397"/>
                <a:gd name="T20" fmla="*/ 438 w 439"/>
                <a:gd name="T21" fmla="*/ 174 h 397"/>
                <a:gd name="T22" fmla="*/ 438 w 439"/>
                <a:gd name="T23" fmla="*/ 336 h 397"/>
                <a:gd name="T24" fmla="*/ 244 w 439"/>
                <a:gd name="T25" fmla="*/ 396 h 397"/>
                <a:gd name="T26" fmla="*/ 2 w 439"/>
                <a:gd name="T27" fmla="*/ 197 h 397"/>
                <a:gd name="T28" fmla="*/ 244 w 439"/>
                <a:gd name="T2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9" h="397">
                  <a:moveTo>
                    <a:pt x="244" y="0"/>
                  </a:moveTo>
                  <a:cubicBezTo>
                    <a:pt x="304" y="0"/>
                    <a:pt x="366" y="18"/>
                    <a:pt x="416" y="55"/>
                  </a:cubicBezTo>
                  <a:lnTo>
                    <a:pt x="378" y="105"/>
                  </a:lnTo>
                  <a:cubicBezTo>
                    <a:pt x="336" y="75"/>
                    <a:pt x="301" y="60"/>
                    <a:pt x="249" y="60"/>
                  </a:cubicBezTo>
                  <a:cubicBezTo>
                    <a:pt x="157" y="60"/>
                    <a:pt x="87" y="115"/>
                    <a:pt x="87" y="199"/>
                  </a:cubicBezTo>
                  <a:cubicBezTo>
                    <a:pt x="87" y="282"/>
                    <a:pt x="149" y="339"/>
                    <a:pt x="246" y="339"/>
                  </a:cubicBezTo>
                  <a:cubicBezTo>
                    <a:pt x="289" y="339"/>
                    <a:pt x="329" y="326"/>
                    <a:pt x="356" y="309"/>
                  </a:cubicBezTo>
                  <a:lnTo>
                    <a:pt x="356" y="234"/>
                  </a:lnTo>
                  <a:lnTo>
                    <a:pt x="239" y="234"/>
                  </a:lnTo>
                  <a:lnTo>
                    <a:pt x="239" y="174"/>
                  </a:lnTo>
                  <a:lnTo>
                    <a:pt x="438" y="174"/>
                  </a:lnTo>
                  <a:lnTo>
                    <a:pt x="438" y="336"/>
                  </a:lnTo>
                  <a:cubicBezTo>
                    <a:pt x="391" y="369"/>
                    <a:pt x="326" y="396"/>
                    <a:pt x="244" y="396"/>
                  </a:cubicBezTo>
                  <a:cubicBezTo>
                    <a:pt x="99" y="396"/>
                    <a:pt x="2" y="309"/>
                    <a:pt x="2" y="197"/>
                  </a:cubicBezTo>
                  <a:cubicBezTo>
                    <a:pt x="0" y="72"/>
                    <a:pt x="117" y="0"/>
                    <a:pt x="244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" name="Freeform 14"/>
            <p:cNvSpPr>
              <a:spLocks noChangeArrowheads="1"/>
            </p:cNvSpPr>
            <p:nvPr/>
          </p:nvSpPr>
          <p:spPr bwMode="auto">
            <a:xfrm>
              <a:off x="3505200" y="1014413"/>
              <a:ext cx="30163" cy="139700"/>
            </a:xfrm>
            <a:custGeom>
              <a:avLst/>
              <a:gdLst>
                <a:gd name="T0" fmla="*/ 0 w 83"/>
                <a:gd name="T1" fmla="*/ 0 h 387"/>
                <a:gd name="T2" fmla="*/ 82 w 83"/>
                <a:gd name="T3" fmla="*/ 0 h 387"/>
                <a:gd name="T4" fmla="*/ 82 w 83"/>
                <a:gd name="T5" fmla="*/ 386 h 387"/>
                <a:gd name="T6" fmla="*/ 0 w 83"/>
                <a:gd name="T7" fmla="*/ 386 h 387"/>
                <a:gd name="T8" fmla="*/ 0 w 83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387">
                  <a:moveTo>
                    <a:pt x="0" y="0"/>
                  </a:moveTo>
                  <a:lnTo>
                    <a:pt x="82" y="0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" name="Freeform 15"/>
            <p:cNvSpPr>
              <a:spLocks noChangeArrowheads="1"/>
            </p:cNvSpPr>
            <p:nvPr/>
          </p:nvSpPr>
          <p:spPr bwMode="auto">
            <a:xfrm>
              <a:off x="3576638" y="1014413"/>
              <a:ext cx="128587" cy="139700"/>
            </a:xfrm>
            <a:custGeom>
              <a:avLst/>
              <a:gdLst>
                <a:gd name="T0" fmla="*/ 0 w 357"/>
                <a:gd name="T1" fmla="*/ 274 h 387"/>
                <a:gd name="T2" fmla="*/ 0 w 357"/>
                <a:gd name="T3" fmla="*/ 0 h 387"/>
                <a:gd name="T4" fmla="*/ 349 w 357"/>
                <a:gd name="T5" fmla="*/ 0 h 387"/>
                <a:gd name="T6" fmla="*/ 349 w 357"/>
                <a:gd name="T7" fmla="*/ 62 h 387"/>
                <a:gd name="T8" fmla="*/ 82 w 357"/>
                <a:gd name="T9" fmla="*/ 62 h 387"/>
                <a:gd name="T10" fmla="*/ 82 w 357"/>
                <a:gd name="T11" fmla="*/ 154 h 387"/>
                <a:gd name="T12" fmla="*/ 326 w 357"/>
                <a:gd name="T13" fmla="*/ 154 h 387"/>
                <a:gd name="T14" fmla="*/ 326 w 357"/>
                <a:gd name="T15" fmla="*/ 214 h 387"/>
                <a:gd name="T16" fmla="*/ 82 w 357"/>
                <a:gd name="T17" fmla="*/ 214 h 387"/>
                <a:gd name="T18" fmla="*/ 82 w 357"/>
                <a:gd name="T19" fmla="*/ 274 h 387"/>
                <a:gd name="T20" fmla="*/ 130 w 357"/>
                <a:gd name="T21" fmla="*/ 323 h 387"/>
                <a:gd name="T22" fmla="*/ 356 w 357"/>
                <a:gd name="T23" fmla="*/ 323 h 387"/>
                <a:gd name="T24" fmla="*/ 356 w 357"/>
                <a:gd name="T25" fmla="*/ 386 h 387"/>
                <a:gd name="T26" fmla="*/ 110 w 357"/>
                <a:gd name="T27" fmla="*/ 386 h 387"/>
                <a:gd name="T28" fmla="*/ 0 w 357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7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2" y="62"/>
                  </a:lnTo>
                  <a:lnTo>
                    <a:pt x="82" y="154"/>
                  </a:lnTo>
                  <a:lnTo>
                    <a:pt x="326" y="154"/>
                  </a:lnTo>
                  <a:lnTo>
                    <a:pt x="326" y="214"/>
                  </a:lnTo>
                  <a:lnTo>
                    <a:pt x="82" y="214"/>
                  </a:lnTo>
                  <a:lnTo>
                    <a:pt x="82" y="274"/>
                  </a:lnTo>
                  <a:cubicBezTo>
                    <a:pt x="82" y="308"/>
                    <a:pt x="97" y="323"/>
                    <a:pt x="130" y="323"/>
                  </a:cubicBezTo>
                  <a:lnTo>
                    <a:pt x="356" y="323"/>
                  </a:lnTo>
                  <a:lnTo>
                    <a:pt x="356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" name="Freeform 16"/>
            <p:cNvSpPr>
              <a:spLocks noChangeArrowheads="1"/>
            </p:cNvSpPr>
            <p:nvPr/>
          </p:nvSpPr>
          <p:spPr bwMode="auto">
            <a:xfrm>
              <a:off x="373221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5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7 w 417"/>
                <a:gd name="T17" fmla="*/ 110 h 400"/>
                <a:gd name="T18" fmla="*/ 210 w 417"/>
                <a:gd name="T19" fmla="*/ 60 h 400"/>
                <a:gd name="T20" fmla="*/ 103 w 417"/>
                <a:gd name="T21" fmla="*/ 105 h 400"/>
                <a:gd name="T22" fmla="*/ 215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8" y="319"/>
                    <a:pt x="157" y="336"/>
                    <a:pt x="215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2" y="20"/>
                    <a:pt x="404" y="55"/>
                  </a:cubicBezTo>
                  <a:lnTo>
                    <a:pt x="367" y="110"/>
                  </a:lnTo>
                  <a:cubicBezTo>
                    <a:pt x="324" y="77"/>
                    <a:pt x="265" y="60"/>
                    <a:pt x="210" y="60"/>
                  </a:cubicBezTo>
                  <a:cubicBezTo>
                    <a:pt x="155" y="60"/>
                    <a:pt x="103" y="77"/>
                    <a:pt x="103" y="105"/>
                  </a:cubicBezTo>
                  <a:cubicBezTo>
                    <a:pt x="103" y="130"/>
                    <a:pt x="152" y="142"/>
                    <a:pt x="215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8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" name="Freeform 17"/>
            <p:cNvSpPr>
              <a:spLocks noChangeArrowheads="1"/>
            </p:cNvSpPr>
            <p:nvPr/>
          </p:nvSpPr>
          <p:spPr bwMode="auto">
            <a:xfrm>
              <a:off x="4159250" y="1011238"/>
              <a:ext cx="150813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4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1" y="20"/>
                    <a:pt x="404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5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5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" name="Freeform 18"/>
            <p:cNvSpPr>
              <a:spLocks noChangeArrowheads="1"/>
            </p:cNvSpPr>
            <p:nvPr/>
          </p:nvSpPr>
          <p:spPr bwMode="auto">
            <a:xfrm>
              <a:off x="433863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" name="Freeform 19"/>
            <p:cNvSpPr>
              <a:spLocks noChangeArrowheads="1"/>
            </p:cNvSpPr>
            <p:nvPr/>
          </p:nvSpPr>
          <p:spPr bwMode="auto">
            <a:xfrm>
              <a:off x="4505325" y="1014413"/>
              <a:ext cx="142875" cy="139700"/>
            </a:xfrm>
            <a:custGeom>
              <a:avLst/>
              <a:gdLst>
                <a:gd name="T0" fmla="*/ 207 w 397"/>
                <a:gd name="T1" fmla="*/ 0 h 387"/>
                <a:gd name="T2" fmla="*/ 384 w 397"/>
                <a:gd name="T3" fmla="*/ 125 h 387"/>
                <a:gd name="T4" fmla="*/ 269 w 397"/>
                <a:gd name="T5" fmla="*/ 239 h 387"/>
                <a:gd name="T6" fmla="*/ 396 w 397"/>
                <a:gd name="T7" fmla="*/ 386 h 387"/>
                <a:gd name="T8" fmla="*/ 299 w 397"/>
                <a:gd name="T9" fmla="*/ 386 h 387"/>
                <a:gd name="T10" fmla="*/ 185 w 397"/>
                <a:gd name="T11" fmla="*/ 252 h 387"/>
                <a:gd name="T12" fmla="*/ 82 w 397"/>
                <a:gd name="T13" fmla="*/ 252 h 387"/>
                <a:gd name="T14" fmla="*/ 82 w 397"/>
                <a:gd name="T15" fmla="*/ 386 h 387"/>
                <a:gd name="T16" fmla="*/ 0 w 397"/>
                <a:gd name="T17" fmla="*/ 386 h 387"/>
                <a:gd name="T18" fmla="*/ 0 w 397"/>
                <a:gd name="T19" fmla="*/ 0 h 387"/>
                <a:gd name="T20" fmla="*/ 207 w 397"/>
                <a:gd name="T21" fmla="*/ 0 h 387"/>
                <a:gd name="T22" fmla="*/ 202 w 397"/>
                <a:gd name="T23" fmla="*/ 192 h 387"/>
                <a:gd name="T24" fmla="*/ 299 w 397"/>
                <a:gd name="T25" fmla="*/ 125 h 387"/>
                <a:gd name="T26" fmla="*/ 202 w 397"/>
                <a:gd name="T27" fmla="*/ 62 h 387"/>
                <a:gd name="T28" fmla="*/ 82 w 397"/>
                <a:gd name="T29" fmla="*/ 62 h 387"/>
                <a:gd name="T30" fmla="*/ 82 w 397"/>
                <a:gd name="T31" fmla="*/ 192 h 387"/>
                <a:gd name="T32" fmla="*/ 202 w 397"/>
                <a:gd name="T33" fmla="*/ 19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7" h="387">
                  <a:moveTo>
                    <a:pt x="207" y="0"/>
                  </a:moveTo>
                  <a:cubicBezTo>
                    <a:pt x="304" y="0"/>
                    <a:pt x="384" y="40"/>
                    <a:pt x="384" y="125"/>
                  </a:cubicBezTo>
                  <a:cubicBezTo>
                    <a:pt x="384" y="192"/>
                    <a:pt x="337" y="227"/>
                    <a:pt x="269" y="239"/>
                  </a:cubicBezTo>
                  <a:lnTo>
                    <a:pt x="396" y="386"/>
                  </a:lnTo>
                  <a:lnTo>
                    <a:pt x="299" y="386"/>
                  </a:lnTo>
                  <a:lnTo>
                    <a:pt x="185" y="252"/>
                  </a:lnTo>
                  <a:lnTo>
                    <a:pt x="82" y="252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207" y="0"/>
                  </a:lnTo>
                  <a:close/>
                  <a:moveTo>
                    <a:pt x="202" y="192"/>
                  </a:moveTo>
                  <a:cubicBezTo>
                    <a:pt x="259" y="192"/>
                    <a:pt x="299" y="167"/>
                    <a:pt x="299" y="125"/>
                  </a:cubicBezTo>
                  <a:cubicBezTo>
                    <a:pt x="299" y="85"/>
                    <a:pt x="264" y="62"/>
                    <a:pt x="202" y="62"/>
                  </a:cubicBezTo>
                  <a:lnTo>
                    <a:pt x="82" y="62"/>
                  </a:lnTo>
                  <a:lnTo>
                    <a:pt x="82" y="192"/>
                  </a:lnTo>
                  <a:lnTo>
                    <a:pt x="202" y="192"/>
                  </a:ln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" name="Freeform 20"/>
            <p:cNvSpPr>
              <a:spLocks noChangeArrowheads="1"/>
            </p:cNvSpPr>
            <p:nvPr/>
          </p:nvSpPr>
          <p:spPr bwMode="auto">
            <a:xfrm>
              <a:off x="4657725" y="1014413"/>
              <a:ext cx="169863" cy="139700"/>
            </a:xfrm>
            <a:custGeom>
              <a:avLst/>
              <a:gdLst>
                <a:gd name="T0" fmla="*/ 469 w 470"/>
                <a:gd name="T1" fmla="*/ 0 h 387"/>
                <a:gd name="T2" fmla="*/ 277 w 470"/>
                <a:gd name="T3" fmla="*/ 386 h 387"/>
                <a:gd name="T4" fmla="*/ 192 w 470"/>
                <a:gd name="T5" fmla="*/ 386 h 387"/>
                <a:gd name="T6" fmla="*/ 0 w 470"/>
                <a:gd name="T7" fmla="*/ 0 h 387"/>
                <a:gd name="T8" fmla="*/ 95 w 470"/>
                <a:gd name="T9" fmla="*/ 0 h 387"/>
                <a:gd name="T10" fmla="*/ 239 w 470"/>
                <a:gd name="T11" fmla="*/ 304 h 387"/>
                <a:gd name="T12" fmla="*/ 384 w 470"/>
                <a:gd name="T13" fmla="*/ 0 h 387"/>
                <a:gd name="T14" fmla="*/ 469 w 470"/>
                <a:gd name="T1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0" h="387">
                  <a:moveTo>
                    <a:pt x="469" y="0"/>
                  </a:moveTo>
                  <a:lnTo>
                    <a:pt x="277" y="386"/>
                  </a:lnTo>
                  <a:lnTo>
                    <a:pt x="192" y="386"/>
                  </a:lnTo>
                  <a:lnTo>
                    <a:pt x="0" y="0"/>
                  </a:lnTo>
                  <a:lnTo>
                    <a:pt x="95" y="0"/>
                  </a:lnTo>
                  <a:lnTo>
                    <a:pt x="239" y="304"/>
                  </a:lnTo>
                  <a:lnTo>
                    <a:pt x="384" y="0"/>
                  </a:lnTo>
                  <a:lnTo>
                    <a:pt x="469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" name="Freeform 21"/>
            <p:cNvSpPr>
              <a:spLocks noChangeArrowheads="1"/>
            </p:cNvSpPr>
            <p:nvPr/>
          </p:nvSpPr>
          <p:spPr bwMode="auto">
            <a:xfrm>
              <a:off x="4846638" y="1014413"/>
              <a:ext cx="30162" cy="139700"/>
            </a:xfrm>
            <a:custGeom>
              <a:avLst/>
              <a:gdLst>
                <a:gd name="T0" fmla="*/ 0 w 84"/>
                <a:gd name="T1" fmla="*/ 0 h 387"/>
                <a:gd name="T2" fmla="*/ 83 w 84"/>
                <a:gd name="T3" fmla="*/ 0 h 387"/>
                <a:gd name="T4" fmla="*/ 83 w 84"/>
                <a:gd name="T5" fmla="*/ 386 h 387"/>
                <a:gd name="T6" fmla="*/ 0 w 84"/>
                <a:gd name="T7" fmla="*/ 386 h 387"/>
                <a:gd name="T8" fmla="*/ 0 w 84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87">
                  <a:moveTo>
                    <a:pt x="0" y="0"/>
                  </a:moveTo>
                  <a:lnTo>
                    <a:pt x="83" y="0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" name="Freeform 22"/>
            <p:cNvSpPr>
              <a:spLocks noChangeArrowheads="1"/>
            </p:cNvSpPr>
            <p:nvPr/>
          </p:nvSpPr>
          <p:spPr bwMode="auto">
            <a:xfrm>
              <a:off x="4910138" y="1011238"/>
              <a:ext cx="152400" cy="144462"/>
            </a:xfrm>
            <a:custGeom>
              <a:avLst/>
              <a:gdLst>
                <a:gd name="T0" fmla="*/ 246 w 424"/>
                <a:gd name="T1" fmla="*/ 0 h 400"/>
                <a:gd name="T2" fmla="*/ 418 w 424"/>
                <a:gd name="T3" fmla="*/ 55 h 400"/>
                <a:gd name="T4" fmla="*/ 381 w 424"/>
                <a:gd name="T5" fmla="*/ 105 h 400"/>
                <a:gd name="T6" fmla="*/ 251 w 424"/>
                <a:gd name="T7" fmla="*/ 60 h 400"/>
                <a:gd name="T8" fmla="*/ 89 w 424"/>
                <a:gd name="T9" fmla="*/ 199 h 400"/>
                <a:gd name="T10" fmla="*/ 251 w 424"/>
                <a:gd name="T11" fmla="*/ 339 h 400"/>
                <a:gd name="T12" fmla="*/ 386 w 424"/>
                <a:gd name="T13" fmla="*/ 292 h 400"/>
                <a:gd name="T14" fmla="*/ 423 w 424"/>
                <a:gd name="T15" fmla="*/ 341 h 400"/>
                <a:gd name="T16" fmla="*/ 244 w 424"/>
                <a:gd name="T17" fmla="*/ 399 h 400"/>
                <a:gd name="T18" fmla="*/ 0 w 424"/>
                <a:gd name="T19" fmla="*/ 199 h 400"/>
                <a:gd name="T20" fmla="*/ 246 w 424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4" h="400">
                  <a:moveTo>
                    <a:pt x="246" y="0"/>
                  </a:moveTo>
                  <a:cubicBezTo>
                    <a:pt x="306" y="0"/>
                    <a:pt x="368" y="18"/>
                    <a:pt x="418" y="55"/>
                  </a:cubicBezTo>
                  <a:lnTo>
                    <a:pt x="381" y="105"/>
                  </a:lnTo>
                  <a:cubicBezTo>
                    <a:pt x="338" y="75"/>
                    <a:pt x="304" y="60"/>
                    <a:pt x="251" y="60"/>
                  </a:cubicBezTo>
                  <a:cubicBezTo>
                    <a:pt x="159" y="60"/>
                    <a:pt x="89" y="117"/>
                    <a:pt x="89" y="199"/>
                  </a:cubicBezTo>
                  <a:cubicBezTo>
                    <a:pt x="89" y="282"/>
                    <a:pt x="162" y="339"/>
                    <a:pt x="251" y="339"/>
                  </a:cubicBezTo>
                  <a:cubicBezTo>
                    <a:pt x="306" y="339"/>
                    <a:pt x="343" y="321"/>
                    <a:pt x="386" y="292"/>
                  </a:cubicBezTo>
                  <a:lnTo>
                    <a:pt x="423" y="341"/>
                  </a:lnTo>
                  <a:cubicBezTo>
                    <a:pt x="371" y="379"/>
                    <a:pt x="306" y="399"/>
                    <a:pt x="244" y="399"/>
                  </a:cubicBezTo>
                  <a:cubicBezTo>
                    <a:pt x="119" y="399"/>
                    <a:pt x="0" y="324"/>
                    <a:pt x="0" y="199"/>
                  </a:cubicBezTo>
                  <a:cubicBezTo>
                    <a:pt x="5" y="72"/>
                    <a:pt x="122" y="0"/>
                    <a:pt x="246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" name="Freeform 23"/>
            <p:cNvSpPr>
              <a:spLocks noChangeArrowheads="1"/>
            </p:cNvSpPr>
            <p:nvPr/>
          </p:nvSpPr>
          <p:spPr bwMode="auto">
            <a:xfrm>
              <a:off x="509428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" name="Freeform 24"/>
            <p:cNvSpPr>
              <a:spLocks noChangeArrowheads="1"/>
            </p:cNvSpPr>
            <p:nvPr/>
          </p:nvSpPr>
          <p:spPr bwMode="auto">
            <a:xfrm>
              <a:off x="524986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7 w 417"/>
                <a:gd name="T3" fmla="*/ 282 h 400"/>
                <a:gd name="T4" fmla="*/ 214 w 417"/>
                <a:gd name="T5" fmla="*/ 336 h 400"/>
                <a:gd name="T6" fmla="*/ 326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3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1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7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6" y="336"/>
                    <a:pt x="326" y="319"/>
                    <a:pt x="326" y="289"/>
                  </a:cubicBezTo>
                  <a:cubicBezTo>
                    <a:pt x="326" y="259"/>
                    <a:pt x="271" y="247"/>
                    <a:pt x="207" y="234"/>
                  </a:cubicBezTo>
                  <a:cubicBezTo>
                    <a:pt x="119" y="214"/>
                    <a:pt x="15" y="194"/>
                    <a:pt x="15" y="117"/>
                  </a:cubicBezTo>
                  <a:cubicBezTo>
                    <a:pt x="15" y="45"/>
                    <a:pt x="104" y="0"/>
                    <a:pt x="207" y="0"/>
                  </a:cubicBezTo>
                  <a:cubicBezTo>
                    <a:pt x="276" y="0"/>
                    <a:pt x="351" y="20"/>
                    <a:pt x="403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4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1" y="396"/>
                  </a:cubicBezTo>
                  <a:cubicBezTo>
                    <a:pt x="137" y="399"/>
                    <a:pt x="57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" name="Freeform 25"/>
            <p:cNvSpPr>
              <a:spLocks noChangeArrowheads="1"/>
            </p:cNvSpPr>
            <p:nvPr/>
          </p:nvSpPr>
          <p:spPr bwMode="auto">
            <a:xfrm>
              <a:off x="1874838" y="769938"/>
              <a:ext cx="203200" cy="192087"/>
            </a:xfrm>
            <a:custGeom>
              <a:avLst/>
              <a:gdLst>
                <a:gd name="T0" fmla="*/ 326 w 564"/>
                <a:gd name="T1" fmla="*/ 0 h 533"/>
                <a:gd name="T2" fmla="*/ 555 w 564"/>
                <a:gd name="T3" fmla="*/ 72 h 533"/>
                <a:gd name="T4" fmla="*/ 503 w 564"/>
                <a:gd name="T5" fmla="*/ 139 h 533"/>
                <a:gd name="T6" fmla="*/ 331 w 564"/>
                <a:gd name="T7" fmla="*/ 80 h 533"/>
                <a:gd name="T8" fmla="*/ 114 w 564"/>
                <a:gd name="T9" fmla="*/ 267 h 533"/>
                <a:gd name="T10" fmla="*/ 331 w 564"/>
                <a:gd name="T11" fmla="*/ 453 h 533"/>
                <a:gd name="T12" fmla="*/ 510 w 564"/>
                <a:gd name="T13" fmla="*/ 391 h 533"/>
                <a:gd name="T14" fmla="*/ 563 w 564"/>
                <a:gd name="T15" fmla="*/ 458 h 533"/>
                <a:gd name="T16" fmla="*/ 323 w 564"/>
                <a:gd name="T17" fmla="*/ 532 h 533"/>
                <a:gd name="T18" fmla="*/ 0 w 564"/>
                <a:gd name="T19" fmla="*/ 267 h 533"/>
                <a:gd name="T20" fmla="*/ 326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7"/>
                  </a:cubicBezTo>
                  <a:cubicBezTo>
                    <a:pt x="114" y="376"/>
                    <a:pt x="209" y="453"/>
                    <a:pt x="331" y="453"/>
                  </a:cubicBezTo>
                  <a:cubicBezTo>
                    <a:pt x="403" y="453"/>
                    <a:pt x="453" y="431"/>
                    <a:pt x="510" y="391"/>
                  </a:cubicBezTo>
                  <a:lnTo>
                    <a:pt x="563" y="458"/>
                  </a:lnTo>
                  <a:cubicBezTo>
                    <a:pt x="493" y="507"/>
                    <a:pt x="408" y="532"/>
                    <a:pt x="323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" name="Freeform 26"/>
            <p:cNvSpPr>
              <a:spLocks noChangeArrowheads="1"/>
            </p:cNvSpPr>
            <p:nvPr/>
          </p:nvSpPr>
          <p:spPr bwMode="auto">
            <a:xfrm>
              <a:off x="2117725" y="773113"/>
              <a:ext cx="188913" cy="184150"/>
            </a:xfrm>
            <a:custGeom>
              <a:avLst/>
              <a:gdLst>
                <a:gd name="T0" fmla="*/ 276 w 526"/>
                <a:gd name="T1" fmla="*/ 0 h 513"/>
                <a:gd name="T2" fmla="*/ 510 w 526"/>
                <a:gd name="T3" fmla="*/ 164 h 513"/>
                <a:gd name="T4" fmla="*/ 358 w 526"/>
                <a:gd name="T5" fmla="*/ 319 h 513"/>
                <a:gd name="T6" fmla="*/ 525 w 526"/>
                <a:gd name="T7" fmla="*/ 512 h 513"/>
                <a:gd name="T8" fmla="*/ 396 w 526"/>
                <a:gd name="T9" fmla="*/ 512 h 513"/>
                <a:gd name="T10" fmla="*/ 244 w 526"/>
                <a:gd name="T11" fmla="*/ 334 h 513"/>
                <a:gd name="T12" fmla="*/ 109 w 526"/>
                <a:gd name="T13" fmla="*/ 334 h 513"/>
                <a:gd name="T14" fmla="*/ 109 w 526"/>
                <a:gd name="T15" fmla="*/ 512 h 513"/>
                <a:gd name="T16" fmla="*/ 0 w 526"/>
                <a:gd name="T17" fmla="*/ 512 h 513"/>
                <a:gd name="T18" fmla="*/ 0 w 526"/>
                <a:gd name="T19" fmla="*/ 0 h 513"/>
                <a:gd name="T20" fmla="*/ 276 w 526"/>
                <a:gd name="T21" fmla="*/ 0 h 513"/>
                <a:gd name="T22" fmla="*/ 269 w 526"/>
                <a:gd name="T23" fmla="*/ 254 h 513"/>
                <a:gd name="T24" fmla="*/ 396 w 526"/>
                <a:gd name="T25" fmla="*/ 167 h 513"/>
                <a:gd name="T26" fmla="*/ 266 w 526"/>
                <a:gd name="T27" fmla="*/ 82 h 513"/>
                <a:gd name="T28" fmla="*/ 109 w 526"/>
                <a:gd name="T29" fmla="*/ 82 h 513"/>
                <a:gd name="T30" fmla="*/ 109 w 526"/>
                <a:gd name="T31" fmla="*/ 254 h 513"/>
                <a:gd name="T32" fmla="*/ 269 w 526"/>
                <a:gd name="T33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6" h="513">
                  <a:moveTo>
                    <a:pt x="276" y="0"/>
                  </a:moveTo>
                  <a:cubicBezTo>
                    <a:pt x="406" y="0"/>
                    <a:pt x="510" y="52"/>
                    <a:pt x="510" y="164"/>
                  </a:cubicBezTo>
                  <a:cubicBezTo>
                    <a:pt x="510" y="252"/>
                    <a:pt x="446" y="299"/>
                    <a:pt x="358" y="319"/>
                  </a:cubicBezTo>
                  <a:lnTo>
                    <a:pt x="525" y="512"/>
                  </a:lnTo>
                  <a:lnTo>
                    <a:pt x="396" y="512"/>
                  </a:lnTo>
                  <a:lnTo>
                    <a:pt x="244" y="334"/>
                  </a:lnTo>
                  <a:lnTo>
                    <a:pt x="109" y="334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276" y="0"/>
                  </a:lnTo>
                  <a:close/>
                  <a:moveTo>
                    <a:pt x="269" y="254"/>
                  </a:moveTo>
                  <a:cubicBezTo>
                    <a:pt x="346" y="254"/>
                    <a:pt x="396" y="222"/>
                    <a:pt x="396" y="167"/>
                  </a:cubicBezTo>
                  <a:cubicBezTo>
                    <a:pt x="396" y="112"/>
                    <a:pt x="348" y="82"/>
                    <a:pt x="266" y="82"/>
                  </a:cubicBezTo>
                  <a:lnTo>
                    <a:pt x="109" y="82"/>
                  </a:lnTo>
                  <a:lnTo>
                    <a:pt x="109" y="254"/>
                  </a:lnTo>
                  <a:lnTo>
                    <a:pt x="269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" name="Freeform 27"/>
            <p:cNvSpPr>
              <a:spLocks noChangeArrowheads="1"/>
            </p:cNvSpPr>
            <p:nvPr/>
          </p:nvSpPr>
          <p:spPr bwMode="auto">
            <a:xfrm>
              <a:off x="2346325" y="720725"/>
              <a:ext cx="171450" cy="238125"/>
            </a:xfrm>
            <a:custGeom>
              <a:avLst/>
              <a:gdLst>
                <a:gd name="T0" fmla="*/ 0 w 477"/>
                <a:gd name="T1" fmla="*/ 511 h 660"/>
                <a:gd name="T2" fmla="*/ 0 w 477"/>
                <a:gd name="T3" fmla="*/ 144 h 660"/>
                <a:gd name="T4" fmla="*/ 466 w 477"/>
                <a:gd name="T5" fmla="*/ 144 h 660"/>
                <a:gd name="T6" fmla="*/ 466 w 477"/>
                <a:gd name="T7" fmla="*/ 227 h 660"/>
                <a:gd name="T8" fmla="*/ 110 w 477"/>
                <a:gd name="T9" fmla="*/ 227 h 660"/>
                <a:gd name="T10" fmla="*/ 110 w 477"/>
                <a:gd name="T11" fmla="*/ 351 h 660"/>
                <a:gd name="T12" fmla="*/ 436 w 477"/>
                <a:gd name="T13" fmla="*/ 351 h 660"/>
                <a:gd name="T14" fmla="*/ 436 w 477"/>
                <a:gd name="T15" fmla="*/ 431 h 660"/>
                <a:gd name="T16" fmla="*/ 110 w 477"/>
                <a:gd name="T17" fmla="*/ 431 h 660"/>
                <a:gd name="T18" fmla="*/ 110 w 477"/>
                <a:gd name="T19" fmla="*/ 511 h 660"/>
                <a:gd name="T20" fmla="*/ 175 w 477"/>
                <a:gd name="T21" fmla="*/ 578 h 660"/>
                <a:gd name="T22" fmla="*/ 476 w 477"/>
                <a:gd name="T23" fmla="*/ 578 h 660"/>
                <a:gd name="T24" fmla="*/ 476 w 477"/>
                <a:gd name="T25" fmla="*/ 659 h 660"/>
                <a:gd name="T26" fmla="*/ 150 w 477"/>
                <a:gd name="T27" fmla="*/ 659 h 660"/>
                <a:gd name="T28" fmla="*/ 0 w 477"/>
                <a:gd name="T29" fmla="*/ 511 h 660"/>
                <a:gd name="T30" fmla="*/ 354 w 477"/>
                <a:gd name="T31" fmla="*/ 0 h 660"/>
                <a:gd name="T32" fmla="*/ 269 w 477"/>
                <a:gd name="T33" fmla="*/ 90 h 660"/>
                <a:gd name="T34" fmla="*/ 175 w 477"/>
                <a:gd name="T35" fmla="*/ 90 h 660"/>
                <a:gd name="T36" fmla="*/ 239 w 477"/>
                <a:gd name="T37" fmla="*/ 0 h 660"/>
                <a:gd name="T38" fmla="*/ 354 w 477"/>
                <a:gd name="T39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7" h="660">
                  <a:moveTo>
                    <a:pt x="0" y="511"/>
                  </a:moveTo>
                  <a:lnTo>
                    <a:pt x="0" y="144"/>
                  </a:lnTo>
                  <a:lnTo>
                    <a:pt x="466" y="144"/>
                  </a:lnTo>
                  <a:lnTo>
                    <a:pt x="466" y="227"/>
                  </a:lnTo>
                  <a:lnTo>
                    <a:pt x="110" y="227"/>
                  </a:lnTo>
                  <a:lnTo>
                    <a:pt x="110" y="351"/>
                  </a:lnTo>
                  <a:lnTo>
                    <a:pt x="436" y="351"/>
                  </a:lnTo>
                  <a:lnTo>
                    <a:pt x="436" y="431"/>
                  </a:lnTo>
                  <a:lnTo>
                    <a:pt x="110" y="431"/>
                  </a:lnTo>
                  <a:lnTo>
                    <a:pt x="110" y="511"/>
                  </a:lnTo>
                  <a:cubicBezTo>
                    <a:pt x="110" y="555"/>
                    <a:pt x="132" y="578"/>
                    <a:pt x="175" y="578"/>
                  </a:cubicBezTo>
                  <a:lnTo>
                    <a:pt x="476" y="578"/>
                  </a:lnTo>
                  <a:lnTo>
                    <a:pt x="476" y="659"/>
                  </a:lnTo>
                  <a:lnTo>
                    <a:pt x="150" y="659"/>
                  </a:lnTo>
                  <a:cubicBezTo>
                    <a:pt x="55" y="659"/>
                    <a:pt x="0" y="605"/>
                    <a:pt x="0" y="511"/>
                  </a:cubicBezTo>
                  <a:close/>
                  <a:moveTo>
                    <a:pt x="354" y="0"/>
                  </a:moveTo>
                  <a:lnTo>
                    <a:pt x="269" y="90"/>
                  </a:lnTo>
                  <a:lnTo>
                    <a:pt x="175" y="90"/>
                  </a:lnTo>
                  <a:lnTo>
                    <a:pt x="239" y="0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" name="Freeform 28"/>
            <p:cNvSpPr>
              <a:spLocks noChangeArrowheads="1"/>
            </p:cNvSpPr>
            <p:nvPr/>
          </p:nvSpPr>
          <p:spPr bwMode="auto">
            <a:xfrm>
              <a:off x="2563813" y="773113"/>
              <a:ext cx="203200" cy="184150"/>
            </a:xfrm>
            <a:custGeom>
              <a:avLst/>
              <a:gdLst>
                <a:gd name="T0" fmla="*/ 0 w 564"/>
                <a:gd name="T1" fmla="*/ 0 h 513"/>
                <a:gd name="T2" fmla="*/ 231 w 564"/>
                <a:gd name="T3" fmla="*/ 0 h 513"/>
                <a:gd name="T4" fmla="*/ 563 w 564"/>
                <a:gd name="T5" fmla="*/ 257 h 513"/>
                <a:gd name="T6" fmla="*/ 231 w 564"/>
                <a:gd name="T7" fmla="*/ 512 h 513"/>
                <a:gd name="T8" fmla="*/ 0 w 564"/>
                <a:gd name="T9" fmla="*/ 512 h 513"/>
                <a:gd name="T10" fmla="*/ 0 w 564"/>
                <a:gd name="T11" fmla="*/ 0 h 513"/>
                <a:gd name="T12" fmla="*/ 239 w 564"/>
                <a:gd name="T13" fmla="*/ 431 h 513"/>
                <a:gd name="T14" fmla="*/ 448 w 564"/>
                <a:gd name="T15" fmla="*/ 257 h 513"/>
                <a:gd name="T16" fmla="*/ 239 w 564"/>
                <a:gd name="T17" fmla="*/ 82 h 513"/>
                <a:gd name="T18" fmla="*/ 109 w 564"/>
                <a:gd name="T19" fmla="*/ 82 h 513"/>
                <a:gd name="T20" fmla="*/ 109 w 564"/>
                <a:gd name="T21" fmla="*/ 431 h 513"/>
                <a:gd name="T22" fmla="*/ 239 w 564"/>
                <a:gd name="T23" fmla="*/ 431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4" h="513">
                  <a:moveTo>
                    <a:pt x="0" y="0"/>
                  </a:moveTo>
                  <a:lnTo>
                    <a:pt x="231" y="0"/>
                  </a:lnTo>
                  <a:cubicBezTo>
                    <a:pt x="431" y="0"/>
                    <a:pt x="563" y="102"/>
                    <a:pt x="563" y="257"/>
                  </a:cubicBezTo>
                  <a:cubicBezTo>
                    <a:pt x="563" y="411"/>
                    <a:pt x="431" y="512"/>
                    <a:pt x="231" y="512"/>
                  </a:cubicBezTo>
                  <a:lnTo>
                    <a:pt x="0" y="512"/>
                  </a:lnTo>
                  <a:lnTo>
                    <a:pt x="0" y="0"/>
                  </a:lnTo>
                  <a:close/>
                  <a:moveTo>
                    <a:pt x="239" y="431"/>
                  </a:moveTo>
                  <a:cubicBezTo>
                    <a:pt x="363" y="431"/>
                    <a:pt x="448" y="361"/>
                    <a:pt x="448" y="257"/>
                  </a:cubicBezTo>
                  <a:cubicBezTo>
                    <a:pt x="448" y="152"/>
                    <a:pt x="363" y="82"/>
                    <a:pt x="239" y="82"/>
                  </a:cubicBezTo>
                  <a:lnTo>
                    <a:pt x="109" y="82"/>
                  </a:lnTo>
                  <a:lnTo>
                    <a:pt x="109" y="431"/>
                  </a:lnTo>
                  <a:lnTo>
                    <a:pt x="239" y="4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" name="Freeform 29"/>
            <p:cNvSpPr>
              <a:spLocks noChangeArrowheads="1"/>
            </p:cNvSpPr>
            <p:nvPr/>
          </p:nvSpPr>
          <p:spPr bwMode="auto">
            <a:xfrm>
              <a:off x="2808288" y="773113"/>
              <a:ext cx="39687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" name="Freeform 30"/>
            <p:cNvSpPr>
              <a:spLocks noChangeArrowheads="1"/>
            </p:cNvSpPr>
            <p:nvPr/>
          </p:nvSpPr>
          <p:spPr bwMode="auto">
            <a:xfrm>
              <a:off x="2887663" y="773113"/>
              <a:ext cx="182562" cy="184150"/>
            </a:xfrm>
            <a:custGeom>
              <a:avLst/>
              <a:gdLst>
                <a:gd name="T0" fmla="*/ 0 w 506"/>
                <a:gd name="T1" fmla="*/ 82 h 513"/>
                <a:gd name="T2" fmla="*/ 0 w 506"/>
                <a:gd name="T3" fmla="*/ 0 h 513"/>
                <a:gd name="T4" fmla="*/ 505 w 506"/>
                <a:gd name="T5" fmla="*/ 0 h 513"/>
                <a:gd name="T6" fmla="*/ 505 w 506"/>
                <a:gd name="T7" fmla="*/ 82 h 513"/>
                <a:gd name="T8" fmla="*/ 309 w 506"/>
                <a:gd name="T9" fmla="*/ 82 h 513"/>
                <a:gd name="T10" fmla="*/ 309 w 506"/>
                <a:gd name="T11" fmla="*/ 512 h 513"/>
                <a:gd name="T12" fmla="*/ 199 w 506"/>
                <a:gd name="T13" fmla="*/ 512 h 513"/>
                <a:gd name="T14" fmla="*/ 199 w 506"/>
                <a:gd name="T15" fmla="*/ 82 h 513"/>
                <a:gd name="T16" fmla="*/ 0 w 506"/>
                <a:gd name="T17" fmla="*/ 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6" h="513">
                  <a:moveTo>
                    <a:pt x="0" y="82"/>
                  </a:moveTo>
                  <a:lnTo>
                    <a:pt x="0" y="0"/>
                  </a:lnTo>
                  <a:lnTo>
                    <a:pt x="505" y="0"/>
                  </a:lnTo>
                  <a:lnTo>
                    <a:pt x="505" y="82"/>
                  </a:lnTo>
                  <a:lnTo>
                    <a:pt x="309" y="82"/>
                  </a:lnTo>
                  <a:lnTo>
                    <a:pt x="309" y="512"/>
                  </a:lnTo>
                  <a:lnTo>
                    <a:pt x="199" y="512"/>
                  </a:lnTo>
                  <a:lnTo>
                    <a:pt x="199" y="82"/>
                  </a:lnTo>
                  <a:lnTo>
                    <a:pt x="0" y="82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" name="Freeform 31"/>
            <p:cNvSpPr>
              <a:spLocks noChangeArrowheads="1"/>
            </p:cNvSpPr>
            <p:nvPr/>
          </p:nvSpPr>
          <p:spPr bwMode="auto">
            <a:xfrm>
              <a:off x="3168650" y="773113"/>
              <a:ext cx="231775" cy="184150"/>
            </a:xfrm>
            <a:custGeom>
              <a:avLst/>
              <a:gdLst>
                <a:gd name="T0" fmla="*/ 458 w 646"/>
                <a:gd name="T1" fmla="*/ 389 h 513"/>
                <a:gd name="T2" fmla="*/ 174 w 646"/>
                <a:gd name="T3" fmla="*/ 389 h 513"/>
                <a:gd name="T4" fmla="*/ 112 w 646"/>
                <a:gd name="T5" fmla="*/ 512 h 513"/>
                <a:gd name="T6" fmla="*/ 0 w 646"/>
                <a:gd name="T7" fmla="*/ 512 h 513"/>
                <a:gd name="T8" fmla="*/ 266 w 646"/>
                <a:gd name="T9" fmla="*/ 0 h 513"/>
                <a:gd name="T10" fmla="*/ 378 w 646"/>
                <a:gd name="T11" fmla="*/ 0 h 513"/>
                <a:gd name="T12" fmla="*/ 645 w 646"/>
                <a:gd name="T13" fmla="*/ 512 h 513"/>
                <a:gd name="T14" fmla="*/ 518 w 646"/>
                <a:gd name="T15" fmla="*/ 512 h 513"/>
                <a:gd name="T16" fmla="*/ 458 w 646"/>
                <a:gd name="T17" fmla="*/ 389 h 513"/>
                <a:gd name="T18" fmla="*/ 418 w 646"/>
                <a:gd name="T19" fmla="*/ 309 h 513"/>
                <a:gd name="T20" fmla="*/ 316 w 646"/>
                <a:gd name="T21" fmla="*/ 105 h 513"/>
                <a:gd name="T22" fmla="*/ 214 w 646"/>
                <a:gd name="T23" fmla="*/ 309 h 513"/>
                <a:gd name="T24" fmla="*/ 418 w 646"/>
                <a:gd name="T25" fmla="*/ 309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6" h="513">
                  <a:moveTo>
                    <a:pt x="458" y="389"/>
                  </a:moveTo>
                  <a:lnTo>
                    <a:pt x="174" y="389"/>
                  </a:lnTo>
                  <a:lnTo>
                    <a:pt x="112" y="512"/>
                  </a:lnTo>
                  <a:lnTo>
                    <a:pt x="0" y="512"/>
                  </a:lnTo>
                  <a:lnTo>
                    <a:pt x="266" y="0"/>
                  </a:lnTo>
                  <a:lnTo>
                    <a:pt x="378" y="0"/>
                  </a:lnTo>
                  <a:lnTo>
                    <a:pt x="645" y="512"/>
                  </a:lnTo>
                  <a:lnTo>
                    <a:pt x="518" y="512"/>
                  </a:lnTo>
                  <a:lnTo>
                    <a:pt x="458" y="389"/>
                  </a:lnTo>
                  <a:close/>
                  <a:moveTo>
                    <a:pt x="418" y="309"/>
                  </a:moveTo>
                  <a:lnTo>
                    <a:pt x="316" y="105"/>
                  </a:lnTo>
                  <a:lnTo>
                    <a:pt x="214" y="309"/>
                  </a:lnTo>
                  <a:lnTo>
                    <a:pt x="418" y="3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" name="Freeform 32"/>
            <p:cNvSpPr>
              <a:spLocks noChangeArrowheads="1"/>
            </p:cNvSpPr>
            <p:nvPr/>
          </p:nvSpPr>
          <p:spPr bwMode="auto">
            <a:xfrm>
              <a:off x="3411538" y="769938"/>
              <a:ext cx="209550" cy="190500"/>
            </a:xfrm>
            <a:custGeom>
              <a:avLst/>
              <a:gdLst>
                <a:gd name="T0" fmla="*/ 326 w 581"/>
                <a:gd name="T1" fmla="*/ 0 h 531"/>
                <a:gd name="T2" fmla="*/ 555 w 581"/>
                <a:gd name="T3" fmla="*/ 72 h 531"/>
                <a:gd name="T4" fmla="*/ 503 w 581"/>
                <a:gd name="T5" fmla="*/ 139 h 531"/>
                <a:gd name="T6" fmla="*/ 331 w 581"/>
                <a:gd name="T7" fmla="*/ 80 h 531"/>
                <a:gd name="T8" fmla="*/ 114 w 581"/>
                <a:gd name="T9" fmla="*/ 264 h 531"/>
                <a:gd name="T10" fmla="*/ 326 w 581"/>
                <a:gd name="T11" fmla="*/ 451 h 531"/>
                <a:gd name="T12" fmla="*/ 471 w 581"/>
                <a:gd name="T13" fmla="*/ 411 h 531"/>
                <a:gd name="T14" fmla="*/ 471 w 581"/>
                <a:gd name="T15" fmla="*/ 314 h 531"/>
                <a:gd name="T16" fmla="*/ 316 w 581"/>
                <a:gd name="T17" fmla="*/ 314 h 531"/>
                <a:gd name="T18" fmla="*/ 316 w 581"/>
                <a:gd name="T19" fmla="*/ 234 h 531"/>
                <a:gd name="T20" fmla="*/ 580 w 581"/>
                <a:gd name="T21" fmla="*/ 234 h 531"/>
                <a:gd name="T22" fmla="*/ 580 w 581"/>
                <a:gd name="T23" fmla="*/ 451 h 531"/>
                <a:gd name="T24" fmla="*/ 321 w 581"/>
                <a:gd name="T25" fmla="*/ 530 h 531"/>
                <a:gd name="T26" fmla="*/ 0 w 581"/>
                <a:gd name="T27" fmla="*/ 264 h 531"/>
                <a:gd name="T28" fmla="*/ 326 w 581"/>
                <a:gd name="T2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1" h="531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4"/>
                  </a:cubicBezTo>
                  <a:cubicBezTo>
                    <a:pt x="114" y="374"/>
                    <a:pt x="199" y="451"/>
                    <a:pt x="326" y="451"/>
                  </a:cubicBezTo>
                  <a:cubicBezTo>
                    <a:pt x="383" y="451"/>
                    <a:pt x="436" y="436"/>
                    <a:pt x="471" y="411"/>
                  </a:cubicBezTo>
                  <a:lnTo>
                    <a:pt x="471" y="314"/>
                  </a:lnTo>
                  <a:lnTo>
                    <a:pt x="316" y="314"/>
                  </a:lnTo>
                  <a:lnTo>
                    <a:pt x="316" y="234"/>
                  </a:lnTo>
                  <a:lnTo>
                    <a:pt x="580" y="234"/>
                  </a:lnTo>
                  <a:lnTo>
                    <a:pt x="580" y="451"/>
                  </a:lnTo>
                  <a:cubicBezTo>
                    <a:pt x="518" y="495"/>
                    <a:pt x="431" y="530"/>
                    <a:pt x="321" y="530"/>
                  </a:cubicBezTo>
                  <a:cubicBezTo>
                    <a:pt x="127" y="530"/>
                    <a:pt x="0" y="416"/>
                    <a:pt x="0" y="264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" name="Freeform 33"/>
            <p:cNvSpPr>
              <a:spLocks noChangeArrowheads="1"/>
            </p:cNvSpPr>
            <p:nvPr/>
          </p:nvSpPr>
          <p:spPr bwMode="auto">
            <a:xfrm>
              <a:off x="3670300" y="773113"/>
              <a:ext cx="190500" cy="184150"/>
            </a:xfrm>
            <a:custGeom>
              <a:avLst/>
              <a:gdLst>
                <a:gd name="T0" fmla="*/ 3 w 529"/>
                <a:gd name="T1" fmla="*/ 0 h 513"/>
                <a:gd name="T2" fmla="*/ 279 w 529"/>
                <a:gd name="T3" fmla="*/ 0 h 513"/>
                <a:gd name="T4" fmla="*/ 513 w 529"/>
                <a:gd name="T5" fmla="*/ 164 h 513"/>
                <a:gd name="T6" fmla="*/ 361 w 529"/>
                <a:gd name="T7" fmla="*/ 319 h 513"/>
                <a:gd name="T8" fmla="*/ 528 w 529"/>
                <a:gd name="T9" fmla="*/ 512 h 513"/>
                <a:gd name="T10" fmla="*/ 399 w 529"/>
                <a:gd name="T11" fmla="*/ 512 h 513"/>
                <a:gd name="T12" fmla="*/ 247 w 529"/>
                <a:gd name="T13" fmla="*/ 334 h 513"/>
                <a:gd name="T14" fmla="*/ 110 w 529"/>
                <a:gd name="T15" fmla="*/ 334 h 513"/>
                <a:gd name="T16" fmla="*/ 110 w 529"/>
                <a:gd name="T17" fmla="*/ 512 h 513"/>
                <a:gd name="T18" fmla="*/ 0 w 529"/>
                <a:gd name="T19" fmla="*/ 512 h 513"/>
                <a:gd name="T20" fmla="*/ 0 w 529"/>
                <a:gd name="T21" fmla="*/ 0 h 513"/>
                <a:gd name="T22" fmla="*/ 3 w 529"/>
                <a:gd name="T23" fmla="*/ 0 h 513"/>
                <a:gd name="T24" fmla="*/ 272 w 529"/>
                <a:gd name="T25" fmla="*/ 254 h 513"/>
                <a:gd name="T26" fmla="*/ 399 w 529"/>
                <a:gd name="T27" fmla="*/ 167 h 513"/>
                <a:gd name="T28" fmla="*/ 269 w 529"/>
                <a:gd name="T29" fmla="*/ 82 h 513"/>
                <a:gd name="T30" fmla="*/ 110 w 529"/>
                <a:gd name="T31" fmla="*/ 82 h 513"/>
                <a:gd name="T32" fmla="*/ 110 w 529"/>
                <a:gd name="T33" fmla="*/ 254 h 513"/>
                <a:gd name="T34" fmla="*/ 272 w 529"/>
                <a:gd name="T35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9" h="513">
                  <a:moveTo>
                    <a:pt x="3" y="0"/>
                  </a:moveTo>
                  <a:lnTo>
                    <a:pt x="279" y="0"/>
                  </a:lnTo>
                  <a:cubicBezTo>
                    <a:pt x="409" y="0"/>
                    <a:pt x="513" y="52"/>
                    <a:pt x="513" y="164"/>
                  </a:cubicBezTo>
                  <a:cubicBezTo>
                    <a:pt x="513" y="252"/>
                    <a:pt x="448" y="299"/>
                    <a:pt x="361" y="319"/>
                  </a:cubicBezTo>
                  <a:lnTo>
                    <a:pt x="528" y="512"/>
                  </a:lnTo>
                  <a:lnTo>
                    <a:pt x="399" y="512"/>
                  </a:lnTo>
                  <a:lnTo>
                    <a:pt x="247" y="334"/>
                  </a:lnTo>
                  <a:lnTo>
                    <a:pt x="110" y="334"/>
                  </a:lnTo>
                  <a:lnTo>
                    <a:pt x="110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3" y="0"/>
                  </a:lnTo>
                  <a:close/>
                  <a:moveTo>
                    <a:pt x="272" y="254"/>
                  </a:moveTo>
                  <a:cubicBezTo>
                    <a:pt x="349" y="254"/>
                    <a:pt x="399" y="222"/>
                    <a:pt x="399" y="167"/>
                  </a:cubicBezTo>
                  <a:cubicBezTo>
                    <a:pt x="399" y="112"/>
                    <a:pt x="351" y="82"/>
                    <a:pt x="269" y="82"/>
                  </a:cubicBezTo>
                  <a:lnTo>
                    <a:pt x="110" y="82"/>
                  </a:lnTo>
                  <a:lnTo>
                    <a:pt x="110" y="254"/>
                  </a:lnTo>
                  <a:lnTo>
                    <a:pt x="272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" name="Freeform 34"/>
            <p:cNvSpPr>
              <a:spLocks noChangeArrowheads="1"/>
            </p:cNvSpPr>
            <p:nvPr/>
          </p:nvSpPr>
          <p:spPr bwMode="auto">
            <a:xfrm>
              <a:off x="3905250" y="773113"/>
              <a:ext cx="39688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" name="Freeform 35"/>
            <p:cNvSpPr>
              <a:spLocks noChangeArrowheads="1"/>
            </p:cNvSpPr>
            <p:nvPr/>
          </p:nvSpPr>
          <p:spPr bwMode="auto">
            <a:xfrm>
              <a:off x="3989388" y="769938"/>
              <a:ext cx="203200" cy="192087"/>
            </a:xfrm>
            <a:custGeom>
              <a:avLst/>
              <a:gdLst>
                <a:gd name="T0" fmla="*/ 327 w 564"/>
                <a:gd name="T1" fmla="*/ 0 h 533"/>
                <a:gd name="T2" fmla="*/ 556 w 564"/>
                <a:gd name="T3" fmla="*/ 72 h 533"/>
                <a:gd name="T4" fmla="*/ 504 w 564"/>
                <a:gd name="T5" fmla="*/ 139 h 533"/>
                <a:gd name="T6" fmla="*/ 332 w 564"/>
                <a:gd name="T7" fmla="*/ 80 h 533"/>
                <a:gd name="T8" fmla="*/ 115 w 564"/>
                <a:gd name="T9" fmla="*/ 267 h 533"/>
                <a:gd name="T10" fmla="*/ 332 w 564"/>
                <a:gd name="T11" fmla="*/ 453 h 533"/>
                <a:gd name="T12" fmla="*/ 511 w 564"/>
                <a:gd name="T13" fmla="*/ 391 h 533"/>
                <a:gd name="T14" fmla="*/ 563 w 564"/>
                <a:gd name="T15" fmla="*/ 458 h 533"/>
                <a:gd name="T16" fmla="*/ 324 w 564"/>
                <a:gd name="T17" fmla="*/ 532 h 533"/>
                <a:gd name="T18" fmla="*/ 0 w 564"/>
                <a:gd name="T19" fmla="*/ 267 h 533"/>
                <a:gd name="T20" fmla="*/ 327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7" y="0"/>
                  </a:moveTo>
                  <a:cubicBezTo>
                    <a:pt x="406" y="0"/>
                    <a:pt x="489" y="25"/>
                    <a:pt x="556" y="72"/>
                  </a:cubicBezTo>
                  <a:lnTo>
                    <a:pt x="504" y="139"/>
                  </a:lnTo>
                  <a:cubicBezTo>
                    <a:pt x="449" y="102"/>
                    <a:pt x="401" y="80"/>
                    <a:pt x="332" y="80"/>
                  </a:cubicBezTo>
                  <a:cubicBezTo>
                    <a:pt x="210" y="80"/>
                    <a:pt x="115" y="154"/>
                    <a:pt x="115" y="267"/>
                  </a:cubicBezTo>
                  <a:cubicBezTo>
                    <a:pt x="115" y="376"/>
                    <a:pt x="210" y="453"/>
                    <a:pt x="332" y="453"/>
                  </a:cubicBezTo>
                  <a:cubicBezTo>
                    <a:pt x="404" y="453"/>
                    <a:pt x="454" y="431"/>
                    <a:pt x="511" y="391"/>
                  </a:cubicBezTo>
                  <a:lnTo>
                    <a:pt x="563" y="458"/>
                  </a:lnTo>
                  <a:cubicBezTo>
                    <a:pt x="494" y="507"/>
                    <a:pt x="409" y="532"/>
                    <a:pt x="324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3" y="97"/>
                    <a:pt x="160" y="0"/>
                    <a:pt x="32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5" name="Freeform 36"/>
            <p:cNvSpPr>
              <a:spLocks noChangeArrowheads="1"/>
            </p:cNvSpPr>
            <p:nvPr/>
          </p:nvSpPr>
          <p:spPr bwMode="auto">
            <a:xfrm>
              <a:off x="4213225" y="769938"/>
              <a:ext cx="233363" cy="192087"/>
            </a:xfrm>
            <a:custGeom>
              <a:avLst/>
              <a:gdLst>
                <a:gd name="T0" fmla="*/ 0 w 648"/>
                <a:gd name="T1" fmla="*/ 267 h 533"/>
                <a:gd name="T2" fmla="*/ 324 w 648"/>
                <a:gd name="T3" fmla="*/ 0 h 533"/>
                <a:gd name="T4" fmla="*/ 647 w 648"/>
                <a:gd name="T5" fmla="*/ 267 h 533"/>
                <a:gd name="T6" fmla="*/ 324 w 648"/>
                <a:gd name="T7" fmla="*/ 532 h 533"/>
                <a:gd name="T8" fmla="*/ 0 w 648"/>
                <a:gd name="T9" fmla="*/ 267 h 533"/>
                <a:gd name="T10" fmla="*/ 114 w 648"/>
                <a:gd name="T11" fmla="*/ 267 h 533"/>
                <a:gd name="T12" fmla="*/ 326 w 648"/>
                <a:gd name="T13" fmla="*/ 453 h 533"/>
                <a:gd name="T14" fmla="*/ 538 w 648"/>
                <a:gd name="T15" fmla="*/ 267 h 533"/>
                <a:gd name="T16" fmla="*/ 326 w 648"/>
                <a:gd name="T17" fmla="*/ 80 h 533"/>
                <a:gd name="T18" fmla="*/ 114 w 648"/>
                <a:gd name="T19" fmla="*/ 267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8" h="533">
                  <a:moveTo>
                    <a:pt x="0" y="267"/>
                  </a:moveTo>
                  <a:cubicBezTo>
                    <a:pt x="0" y="122"/>
                    <a:pt x="135" y="0"/>
                    <a:pt x="324" y="0"/>
                  </a:cubicBezTo>
                  <a:cubicBezTo>
                    <a:pt x="514" y="0"/>
                    <a:pt x="647" y="120"/>
                    <a:pt x="647" y="267"/>
                  </a:cubicBezTo>
                  <a:cubicBezTo>
                    <a:pt x="647" y="411"/>
                    <a:pt x="513" y="532"/>
                    <a:pt x="324" y="532"/>
                  </a:cubicBezTo>
                  <a:cubicBezTo>
                    <a:pt x="134" y="530"/>
                    <a:pt x="0" y="411"/>
                    <a:pt x="0" y="267"/>
                  </a:cubicBezTo>
                  <a:close/>
                  <a:moveTo>
                    <a:pt x="114" y="267"/>
                  </a:moveTo>
                  <a:cubicBezTo>
                    <a:pt x="114" y="371"/>
                    <a:pt x="199" y="453"/>
                    <a:pt x="326" y="453"/>
                  </a:cubicBezTo>
                  <a:cubicBezTo>
                    <a:pt x="451" y="453"/>
                    <a:pt x="538" y="371"/>
                    <a:pt x="538" y="267"/>
                  </a:cubicBezTo>
                  <a:cubicBezTo>
                    <a:pt x="538" y="162"/>
                    <a:pt x="453" y="80"/>
                    <a:pt x="326" y="80"/>
                  </a:cubicBezTo>
                  <a:cubicBezTo>
                    <a:pt x="199" y="80"/>
                    <a:pt x="114" y="162"/>
                    <a:pt x="114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" name="Freeform 37"/>
            <p:cNvSpPr>
              <a:spLocks noChangeArrowheads="1"/>
            </p:cNvSpPr>
            <p:nvPr/>
          </p:nvSpPr>
          <p:spPr bwMode="auto">
            <a:xfrm>
              <a:off x="4487863" y="773113"/>
              <a:ext cx="157162" cy="184150"/>
            </a:xfrm>
            <a:custGeom>
              <a:avLst/>
              <a:gdLst>
                <a:gd name="T0" fmla="*/ 0 w 437"/>
                <a:gd name="T1" fmla="*/ 0 h 513"/>
                <a:gd name="T2" fmla="*/ 110 w 437"/>
                <a:gd name="T3" fmla="*/ 0 h 513"/>
                <a:gd name="T4" fmla="*/ 110 w 437"/>
                <a:gd name="T5" fmla="*/ 431 h 513"/>
                <a:gd name="T6" fmla="*/ 436 w 437"/>
                <a:gd name="T7" fmla="*/ 431 h 513"/>
                <a:gd name="T8" fmla="*/ 436 w 437"/>
                <a:gd name="T9" fmla="*/ 512 h 513"/>
                <a:gd name="T10" fmla="*/ 0 w 437"/>
                <a:gd name="T11" fmla="*/ 512 h 513"/>
                <a:gd name="T12" fmla="*/ 0 w 437"/>
                <a:gd name="T13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" h="513">
                  <a:moveTo>
                    <a:pt x="0" y="0"/>
                  </a:moveTo>
                  <a:lnTo>
                    <a:pt x="110" y="0"/>
                  </a:lnTo>
                  <a:lnTo>
                    <a:pt x="110" y="431"/>
                  </a:lnTo>
                  <a:lnTo>
                    <a:pt x="436" y="431"/>
                  </a:lnTo>
                  <a:lnTo>
                    <a:pt x="436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" name="Freeform 38"/>
            <p:cNvSpPr>
              <a:spLocks noChangeArrowheads="1"/>
            </p:cNvSpPr>
            <p:nvPr/>
          </p:nvSpPr>
          <p:spPr bwMode="auto">
            <a:xfrm>
              <a:off x="4675188" y="771525"/>
              <a:ext cx="171450" cy="185738"/>
            </a:xfrm>
            <a:custGeom>
              <a:avLst/>
              <a:gdLst>
                <a:gd name="T0" fmla="*/ 0 w 477"/>
                <a:gd name="T1" fmla="*/ 367 h 516"/>
                <a:gd name="T2" fmla="*/ 0 w 477"/>
                <a:gd name="T3" fmla="*/ 0 h 516"/>
                <a:gd name="T4" fmla="*/ 466 w 477"/>
                <a:gd name="T5" fmla="*/ 0 h 516"/>
                <a:gd name="T6" fmla="*/ 466 w 477"/>
                <a:gd name="T7" fmla="*/ 83 h 516"/>
                <a:gd name="T8" fmla="*/ 110 w 477"/>
                <a:gd name="T9" fmla="*/ 83 h 516"/>
                <a:gd name="T10" fmla="*/ 110 w 477"/>
                <a:gd name="T11" fmla="*/ 207 h 516"/>
                <a:gd name="T12" fmla="*/ 436 w 477"/>
                <a:gd name="T13" fmla="*/ 207 h 516"/>
                <a:gd name="T14" fmla="*/ 436 w 477"/>
                <a:gd name="T15" fmla="*/ 287 h 516"/>
                <a:gd name="T16" fmla="*/ 110 w 477"/>
                <a:gd name="T17" fmla="*/ 287 h 516"/>
                <a:gd name="T18" fmla="*/ 110 w 477"/>
                <a:gd name="T19" fmla="*/ 367 h 516"/>
                <a:gd name="T20" fmla="*/ 174 w 477"/>
                <a:gd name="T21" fmla="*/ 434 h 516"/>
                <a:gd name="T22" fmla="*/ 476 w 477"/>
                <a:gd name="T23" fmla="*/ 434 h 516"/>
                <a:gd name="T24" fmla="*/ 476 w 477"/>
                <a:gd name="T25" fmla="*/ 515 h 516"/>
                <a:gd name="T26" fmla="*/ 150 w 477"/>
                <a:gd name="T27" fmla="*/ 515 h 516"/>
                <a:gd name="T28" fmla="*/ 0 w 477"/>
                <a:gd name="T29" fmla="*/ 367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16">
                  <a:moveTo>
                    <a:pt x="0" y="367"/>
                  </a:moveTo>
                  <a:lnTo>
                    <a:pt x="0" y="0"/>
                  </a:lnTo>
                  <a:lnTo>
                    <a:pt x="466" y="0"/>
                  </a:lnTo>
                  <a:lnTo>
                    <a:pt x="466" y="83"/>
                  </a:lnTo>
                  <a:lnTo>
                    <a:pt x="110" y="83"/>
                  </a:lnTo>
                  <a:lnTo>
                    <a:pt x="110" y="207"/>
                  </a:lnTo>
                  <a:lnTo>
                    <a:pt x="436" y="207"/>
                  </a:lnTo>
                  <a:lnTo>
                    <a:pt x="436" y="287"/>
                  </a:lnTo>
                  <a:lnTo>
                    <a:pt x="110" y="287"/>
                  </a:lnTo>
                  <a:lnTo>
                    <a:pt x="110" y="367"/>
                  </a:lnTo>
                  <a:cubicBezTo>
                    <a:pt x="110" y="411"/>
                    <a:pt x="132" y="434"/>
                    <a:pt x="174" y="434"/>
                  </a:cubicBezTo>
                  <a:lnTo>
                    <a:pt x="476" y="434"/>
                  </a:lnTo>
                  <a:lnTo>
                    <a:pt x="476" y="515"/>
                  </a:lnTo>
                  <a:lnTo>
                    <a:pt x="150" y="515"/>
                  </a:lnTo>
                  <a:cubicBezTo>
                    <a:pt x="55" y="515"/>
                    <a:pt x="0" y="461"/>
                    <a:pt x="0" y="36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" name="Freeform 39"/>
            <p:cNvSpPr>
              <a:spLocks noChangeArrowheads="1"/>
            </p:cNvSpPr>
            <p:nvPr/>
          </p:nvSpPr>
          <p:spPr bwMode="auto">
            <a:xfrm>
              <a:off x="3967163" y="1012825"/>
              <a:ext cx="127000" cy="142875"/>
            </a:xfrm>
            <a:custGeom>
              <a:avLst/>
              <a:gdLst>
                <a:gd name="T0" fmla="*/ 246 w 354"/>
                <a:gd name="T1" fmla="*/ 343 h 397"/>
                <a:gd name="T2" fmla="*/ 127 w 354"/>
                <a:gd name="T3" fmla="*/ 393 h 397"/>
                <a:gd name="T4" fmla="*/ 0 w 354"/>
                <a:gd name="T5" fmla="*/ 284 h 397"/>
                <a:gd name="T6" fmla="*/ 0 w 354"/>
                <a:gd name="T7" fmla="*/ 284 h 397"/>
                <a:gd name="T8" fmla="*/ 82 w 354"/>
                <a:gd name="T9" fmla="*/ 176 h 397"/>
                <a:gd name="T10" fmla="*/ 49 w 354"/>
                <a:gd name="T11" fmla="*/ 97 h 397"/>
                <a:gd name="T12" fmla="*/ 49 w 354"/>
                <a:gd name="T13" fmla="*/ 97 h 397"/>
                <a:gd name="T14" fmla="*/ 162 w 354"/>
                <a:gd name="T15" fmla="*/ 0 h 397"/>
                <a:gd name="T16" fmla="*/ 266 w 354"/>
                <a:gd name="T17" fmla="*/ 92 h 397"/>
                <a:gd name="T18" fmla="*/ 266 w 354"/>
                <a:gd name="T19" fmla="*/ 92 h 397"/>
                <a:gd name="T20" fmla="*/ 181 w 354"/>
                <a:gd name="T21" fmla="*/ 191 h 397"/>
                <a:gd name="T22" fmla="*/ 249 w 354"/>
                <a:gd name="T23" fmla="*/ 259 h 397"/>
                <a:gd name="T24" fmla="*/ 291 w 354"/>
                <a:gd name="T25" fmla="*/ 184 h 397"/>
                <a:gd name="T26" fmla="*/ 343 w 354"/>
                <a:gd name="T27" fmla="*/ 211 h 397"/>
                <a:gd name="T28" fmla="*/ 291 w 354"/>
                <a:gd name="T29" fmla="*/ 299 h 397"/>
                <a:gd name="T30" fmla="*/ 353 w 354"/>
                <a:gd name="T31" fmla="*/ 361 h 397"/>
                <a:gd name="T32" fmla="*/ 304 w 354"/>
                <a:gd name="T33" fmla="*/ 396 h 397"/>
                <a:gd name="T34" fmla="*/ 246 w 354"/>
                <a:gd name="T35" fmla="*/ 343 h 397"/>
                <a:gd name="T36" fmla="*/ 209 w 354"/>
                <a:gd name="T37" fmla="*/ 304 h 397"/>
                <a:gd name="T38" fmla="*/ 122 w 354"/>
                <a:gd name="T39" fmla="*/ 216 h 397"/>
                <a:gd name="T40" fmla="*/ 69 w 354"/>
                <a:gd name="T41" fmla="*/ 281 h 397"/>
                <a:gd name="T42" fmla="*/ 69 w 354"/>
                <a:gd name="T43" fmla="*/ 281 h 397"/>
                <a:gd name="T44" fmla="*/ 134 w 354"/>
                <a:gd name="T45" fmla="*/ 338 h 397"/>
                <a:gd name="T46" fmla="*/ 209 w 354"/>
                <a:gd name="T47" fmla="*/ 304 h 397"/>
                <a:gd name="T48" fmla="*/ 206 w 354"/>
                <a:gd name="T49" fmla="*/ 94 h 397"/>
                <a:gd name="T50" fmla="*/ 206 w 354"/>
                <a:gd name="T51" fmla="*/ 94 h 397"/>
                <a:gd name="T52" fmla="*/ 162 w 354"/>
                <a:gd name="T53" fmla="*/ 49 h 397"/>
                <a:gd name="T54" fmla="*/ 114 w 354"/>
                <a:gd name="T55" fmla="*/ 97 h 397"/>
                <a:gd name="T56" fmla="*/ 114 w 354"/>
                <a:gd name="T57" fmla="*/ 97 h 397"/>
                <a:gd name="T58" fmla="*/ 144 w 354"/>
                <a:gd name="T59" fmla="*/ 154 h 397"/>
                <a:gd name="T60" fmla="*/ 206 w 354"/>
                <a:gd name="T61" fmla="*/ 9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4" h="397">
                  <a:moveTo>
                    <a:pt x="246" y="343"/>
                  </a:moveTo>
                  <a:cubicBezTo>
                    <a:pt x="214" y="373"/>
                    <a:pt x="174" y="393"/>
                    <a:pt x="127" y="393"/>
                  </a:cubicBezTo>
                  <a:cubicBezTo>
                    <a:pt x="54" y="393"/>
                    <a:pt x="0" y="351"/>
                    <a:pt x="0" y="284"/>
                  </a:cubicBezTo>
                  <a:lnTo>
                    <a:pt x="0" y="284"/>
                  </a:lnTo>
                  <a:cubicBezTo>
                    <a:pt x="0" y="234"/>
                    <a:pt x="30" y="199"/>
                    <a:pt x="82" y="176"/>
                  </a:cubicBezTo>
                  <a:cubicBezTo>
                    <a:pt x="59" y="149"/>
                    <a:pt x="49" y="124"/>
                    <a:pt x="49" y="97"/>
                  </a:cubicBezTo>
                  <a:lnTo>
                    <a:pt x="49" y="97"/>
                  </a:lnTo>
                  <a:cubicBezTo>
                    <a:pt x="49" y="44"/>
                    <a:pt x="92" y="0"/>
                    <a:pt x="162" y="0"/>
                  </a:cubicBezTo>
                  <a:cubicBezTo>
                    <a:pt x="224" y="0"/>
                    <a:pt x="266" y="42"/>
                    <a:pt x="266" y="92"/>
                  </a:cubicBezTo>
                  <a:lnTo>
                    <a:pt x="266" y="92"/>
                  </a:lnTo>
                  <a:cubicBezTo>
                    <a:pt x="266" y="142"/>
                    <a:pt x="231" y="174"/>
                    <a:pt x="181" y="191"/>
                  </a:cubicBezTo>
                  <a:lnTo>
                    <a:pt x="249" y="259"/>
                  </a:lnTo>
                  <a:cubicBezTo>
                    <a:pt x="264" y="236"/>
                    <a:pt x="279" y="211"/>
                    <a:pt x="291" y="184"/>
                  </a:cubicBezTo>
                  <a:lnTo>
                    <a:pt x="343" y="211"/>
                  </a:lnTo>
                  <a:cubicBezTo>
                    <a:pt x="328" y="241"/>
                    <a:pt x="311" y="274"/>
                    <a:pt x="291" y="299"/>
                  </a:cubicBezTo>
                  <a:lnTo>
                    <a:pt x="353" y="361"/>
                  </a:lnTo>
                  <a:lnTo>
                    <a:pt x="304" y="396"/>
                  </a:lnTo>
                  <a:lnTo>
                    <a:pt x="246" y="343"/>
                  </a:lnTo>
                  <a:close/>
                  <a:moveTo>
                    <a:pt x="209" y="304"/>
                  </a:moveTo>
                  <a:lnTo>
                    <a:pt x="122" y="216"/>
                  </a:lnTo>
                  <a:cubicBezTo>
                    <a:pt x="84" y="231"/>
                    <a:pt x="69" y="256"/>
                    <a:pt x="69" y="281"/>
                  </a:cubicBezTo>
                  <a:lnTo>
                    <a:pt x="69" y="281"/>
                  </a:lnTo>
                  <a:cubicBezTo>
                    <a:pt x="69" y="313"/>
                    <a:pt x="97" y="338"/>
                    <a:pt x="134" y="338"/>
                  </a:cubicBezTo>
                  <a:cubicBezTo>
                    <a:pt x="162" y="338"/>
                    <a:pt x="186" y="326"/>
                    <a:pt x="209" y="304"/>
                  </a:cubicBezTo>
                  <a:close/>
                  <a:moveTo>
                    <a:pt x="206" y="94"/>
                  </a:moveTo>
                  <a:lnTo>
                    <a:pt x="206" y="94"/>
                  </a:lnTo>
                  <a:cubicBezTo>
                    <a:pt x="206" y="67"/>
                    <a:pt x="190" y="49"/>
                    <a:pt x="162" y="49"/>
                  </a:cubicBezTo>
                  <a:cubicBezTo>
                    <a:pt x="135" y="49"/>
                    <a:pt x="114" y="69"/>
                    <a:pt x="114" y="97"/>
                  </a:cubicBezTo>
                  <a:lnTo>
                    <a:pt x="114" y="97"/>
                  </a:lnTo>
                  <a:cubicBezTo>
                    <a:pt x="114" y="117"/>
                    <a:pt x="122" y="132"/>
                    <a:pt x="144" y="154"/>
                  </a:cubicBezTo>
                  <a:cubicBezTo>
                    <a:pt x="184" y="139"/>
                    <a:pt x="206" y="122"/>
                    <a:pt x="206" y="94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9" name="Forme libre 58"/>
          <p:cNvSpPr/>
          <p:nvPr userDrawn="1"/>
        </p:nvSpPr>
        <p:spPr>
          <a:xfrm>
            <a:off x="4572311" y="3975100"/>
            <a:ext cx="7658558" cy="533401"/>
          </a:xfrm>
          <a:custGeom>
            <a:avLst/>
            <a:gdLst>
              <a:gd name="connsiteX0" fmla="*/ 627078 w 7658558"/>
              <a:gd name="connsiteY0" fmla="*/ 0 h 533401"/>
              <a:gd name="connsiteX1" fmla="*/ 7658558 w 7658558"/>
              <a:gd name="connsiteY1" fmla="*/ 0 h 533401"/>
              <a:gd name="connsiteX2" fmla="*/ 7653306 w 7658558"/>
              <a:gd name="connsiteY2" fmla="*/ 533401 h 533401"/>
              <a:gd name="connsiteX3" fmla="*/ 200692 w 7658558"/>
              <a:gd name="connsiteY3" fmla="*/ 533401 h 533401"/>
              <a:gd name="connsiteX4" fmla="*/ 0 w 7658558"/>
              <a:gd name="connsiteY4" fmla="*/ 417091 h 533401"/>
              <a:gd name="connsiteX5" fmla="*/ 1325 w 7658558"/>
              <a:gd name="connsiteY5" fmla="*/ 361935 h 533401"/>
              <a:gd name="connsiteX6" fmla="*/ 487401 w 7658558"/>
              <a:gd name="connsiteY6" fmla="*/ 80789 h 53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58558" h="533401">
                <a:moveTo>
                  <a:pt x="627078" y="0"/>
                </a:moveTo>
                <a:lnTo>
                  <a:pt x="7658558" y="0"/>
                </a:lnTo>
                <a:lnTo>
                  <a:pt x="7653306" y="533401"/>
                </a:lnTo>
                <a:lnTo>
                  <a:pt x="200692" y="533401"/>
                </a:lnTo>
                <a:lnTo>
                  <a:pt x="0" y="417091"/>
                </a:lnTo>
                <a:cubicBezTo>
                  <a:pt x="442" y="398706"/>
                  <a:pt x="883" y="380321"/>
                  <a:pt x="1325" y="361935"/>
                </a:cubicBezTo>
                <a:cubicBezTo>
                  <a:pt x="162821" y="266632"/>
                  <a:pt x="325111" y="173711"/>
                  <a:pt x="487401" y="8078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2" name="Forme libre 61"/>
          <p:cNvSpPr/>
          <p:nvPr userDrawn="1"/>
        </p:nvSpPr>
        <p:spPr>
          <a:xfrm>
            <a:off x="4773003" y="4508500"/>
            <a:ext cx="7452614" cy="259646"/>
          </a:xfrm>
          <a:custGeom>
            <a:avLst/>
            <a:gdLst>
              <a:gd name="connsiteX0" fmla="*/ 0 w 7452614"/>
              <a:gd name="connsiteY0" fmla="*/ 0 h 259646"/>
              <a:gd name="connsiteX1" fmla="*/ 7452614 w 7452614"/>
              <a:gd name="connsiteY1" fmla="*/ 0 h 259646"/>
              <a:gd name="connsiteX2" fmla="*/ 7450057 w 7452614"/>
              <a:gd name="connsiteY2" fmla="*/ 259646 h 259646"/>
              <a:gd name="connsiteX3" fmla="*/ 448017 w 7452614"/>
              <a:gd name="connsiteY3" fmla="*/ 259646 h 259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2614" h="259646">
                <a:moveTo>
                  <a:pt x="0" y="0"/>
                </a:moveTo>
                <a:lnTo>
                  <a:pt x="7452614" y="0"/>
                </a:lnTo>
                <a:lnTo>
                  <a:pt x="7450057" y="259646"/>
                </a:lnTo>
                <a:lnTo>
                  <a:pt x="448017" y="25964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algn="ctr">
              <a:lnSpc>
                <a:spcPct val="100000"/>
              </a:lnSpc>
            </a:pPr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3" name="Espace réservé du texte 4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289215" y="3921605"/>
            <a:ext cx="5258180" cy="536527"/>
          </a:xfrm>
          <a:prstGeom prst="rect">
            <a:avLst/>
          </a:prstGeom>
          <a:ln w="50800">
            <a:noFill/>
          </a:ln>
        </p:spPr>
        <p:txBody>
          <a:bodyPr tIns="108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0" i="0" spc="300">
                <a:ln w="22225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54" name="Espace réservé du texte 4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96813" y="4507119"/>
            <a:ext cx="5258180" cy="236527"/>
          </a:xfrm>
          <a:prstGeom prst="rect">
            <a:avLst/>
          </a:prstGeom>
          <a:ln w="50800">
            <a:noFill/>
          </a:ln>
        </p:spPr>
        <p:txBody>
          <a:bodyPr tIns="36000" bIns="0" anchor="ctr" anchorCtr="0">
            <a:normAutofit/>
          </a:bodyPr>
          <a:lstStyle>
            <a:lvl1pPr marL="0" indent="0" algn="ctr">
              <a:lnSpc>
                <a:spcPts val="1400"/>
              </a:lnSpc>
              <a:buNone/>
              <a:defRPr sz="1400" b="1" i="0" spc="300">
                <a:ln w="22225">
                  <a:noFill/>
                </a:ln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DATE ENTITÉ</a:t>
            </a:r>
          </a:p>
        </p:txBody>
      </p:sp>
      <p:sp>
        <p:nvSpPr>
          <p:cNvPr id="55" name="Espace réservé du texte 4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728263" y="4768146"/>
            <a:ext cx="6234546" cy="267643"/>
          </a:xfrm>
          <a:prstGeom prst="rect">
            <a:avLst/>
          </a:prstGeom>
          <a:ln w="50800">
            <a:noFill/>
          </a:ln>
        </p:spPr>
        <p:txBody>
          <a:bodyPr tIns="3600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 i="0" spc="30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Informations</a:t>
            </a:r>
          </a:p>
        </p:txBody>
      </p:sp>
      <p:sp>
        <p:nvSpPr>
          <p:cNvPr id="60" name="Forme libre 59"/>
          <p:cNvSpPr>
            <a:spLocks noChangeArrowheads="1"/>
          </p:cNvSpPr>
          <p:nvPr userDrawn="1"/>
        </p:nvSpPr>
        <p:spPr bwMode="auto">
          <a:xfrm>
            <a:off x="8935014" y="5244050"/>
            <a:ext cx="199593" cy="200828"/>
          </a:xfrm>
          <a:custGeom>
            <a:avLst/>
            <a:gdLst>
              <a:gd name="connsiteX0" fmla="*/ 414579 w 769578"/>
              <a:gd name="connsiteY0" fmla="*/ 348464 h 774340"/>
              <a:gd name="connsiteX1" fmla="*/ 414579 w 769578"/>
              <a:gd name="connsiteY1" fmla="*/ 349445 h 774340"/>
              <a:gd name="connsiteX2" fmla="*/ 413858 w 769578"/>
              <a:gd name="connsiteY2" fmla="*/ 349445 h 774340"/>
              <a:gd name="connsiteX3" fmla="*/ 118003 w 769578"/>
              <a:gd name="connsiteY3" fmla="*/ 298488 h 774340"/>
              <a:gd name="connsiteX4" fmla="*/ 118003 w 769578"/>
              <a:gd name="connsiteY4" fmla="*/ 647340 h 774340"/>
              <a:gd name="connsiteX5" fmla="*/ 234924 w 769578"/>
              <a:gd name="connsiteY5" fmla="*/ 647340 h 774340"/>
              <a:gd name="connsiteX6" fmla="*/ 234924 w 769578"/>
              <a:gd name="connsiteY6" fmla="*/ 298488 h 774340"/>
              <a:gd name="connsiteX7" fmla="*/ 519889 w 769578"/>
              <a:gd name="connsiteY7" fmla="*/ 290513 h 774340"/>
              <a:gd name="connsiteX8" fmla="*/ 428092 w 769578"/>
              <a:gd name="connsiteY8" fmla="*/ 330080 h 774340"/>
              <a:gd name="connsiteX9" fmla="*/ 414579 w 769578"/>
              <a:gd name="connsiteY9" fmla="*/ 348464 h 774340"/>
              <a:gd name="connsiteX10" fmla="*/ 414579 w 769578"/>
              <a:gd name="connsiteY10" fmla="*/ 298778 h 774340"/>
              <a:gd name="connsiteX11" fmla="*/ 298450 w 769578"/>
              <a:gd name="connsiteY11" fmla="*/ 298778 h 774340"/>
              <a:gd name="connsiteX12" fmla="*/ 298450 w 769578"/>
              <a:gd name="connsiteY12" fmla="*/ 647341 h 774340"/>
              <a:gd name="connsiteX13" fmla="*/ 414579 w 769578"/>
              <a:gd name="connsiteY13" fmla="*/ 647341 h 774340"/>
              <a:gd name="connsiteX14" fmla="*/ 414579 w 769578"/>
              <a:gd name="connsiteY14" fmla="*/ 452577 h 774340"/>
              <a:gd name="connsiteX15" fmla="*/ 418546 w 769578"/>
              <a:gd name="connsiteY15" fmla="*/ 424189 h 774340"/>
              <a:gd name="connsiteX16" fmla="*/ 478414 w 769578"/>
              <a:gd name="connsiteY16" fmla="*/ 382146 h 774340"/>
              <a:gd name="connsiteX17" fmla="*/ 537200 w 769578"/>
              <a:gd name="connsiteY17" fmla="*/ 460842 h 774340"/>
              <a:gd name="connsiteX18" fmla="*/ 537200 w 769578"/>
              <a:gd name="connsiteY18" fmla="*/ 647341 h 774340"/>
              <a:gd name="connsiteX19" fmla="*/ 653689 w 769578"/>
              <a:gd name="connsiteY19" fmla="*/ 647341 h 774340"/>
              <a:gd name="connsiteX20" fmla="*/ 653689 w 769578"/>
              <a:gd name="connsiteY20" fmla="*/ 447187 h 774340"/>
              <a:gd name="connsiteX21" fmla="*/ 519889 w 769578"/>
              <a:gd name="connsiteY21" fmla="*/ 290513 h 774340"/>
              <a:gd name="connsiteX22" fmla="*/ 177369 w 769578"/>
              <a:gd name="connsiteY22" fmla="*/ 130175 h 774340"/>
              <a:gd name="connsiteX23" fmla="*/ 111125 w 769578"/>
              <a:gd name="connsiteY23" fmla="*/ 190235 h 774340"/>
              <a:gd name="connsiteX24" fmla="*/ 175559 w 769578"/>
              <a:gd name="connsiteY24" fmla="*/ 250655 h 774340"/>
              <a:gd name="connsiteX25" fmla="*/ 176283 w 769578"/>
              <a:gd name="connsiteY25" fmla="*/ 250655 h 774340"/>
              <a:gd name="connsiteX26" fmla="*/ 242526 w 769578"/>
              <a:gd name="connsiteY26" fmla="*/ 190235 h 774340"/>
              <a:gd name="connsiteX27" fmla="*/ 177369 w 769578"/>
              <a:gd name="connsiteY27" fmla="*/ 130175 h 774340"/>
              <a:gd name="connsiteX28" fmla="*/ 56873 w 769578"/>
              <a:gd name="connsiteY28" fmla="*/ 0 h 774340"/>
              <a:gd name="connsiteX29" fmla="*/ 712706 w 769578"/>
              <a:gd name="connsiteY29" fmla="*/ 0 h 774340"/>
              <a:gd name="connsiteX30" fmla="*/ 769578 w 769578"/>
              <a:gd name="connsiteY30" fmla="*/ 55799 h 774340"/>
              <a:gd name="connsiteX31" fmla="*/ 769578 w 769578"/>
              <a:gd name="connsiteY31" fmla="*/ 718542 h 774340"/>
              <a:gd name="connsiteX32" fmla="*/ 712706 w 769578"/>
              <a:gd name="connsiteY32" fmla="*/ 774340 h 774340"/>
              <a:gd name="connsiteX33" fmla="*/ 56873 w 769578"/>
              <a:gd name="connsiteY33" fmla="*/ 774340 h 774340"/>
              <a:gd name="connsiteX34" fmla="*/ 0 w 769578"/>
              <a:gd name="connsiteY34" fmla="*/ 718542 h 774340"/>
              <a:gd name="connsiteX35" fmla="*/ 0 w 769578"/>
              <a:gd name="connsiteY35" fmla="*/ 55799 h 774340"/>
              <a:gd name="connsiteX36" fmla="*/ 56873 w 769578"/>
              <a:gd name="connsiteY36" fmla="*/ 0 h 774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69578" h="774340">
                <a:moveTo>
                  <a:pt x="414579" y="348464"/>
                </a:moveTo>
                <a:lnTo>
                  <a:pt x="414579" y="349445"/>
                </a:lnTo>
                <a:lnTo>
                  <a:pt x="413858" y="349445"/>
                </a:lnTo>
                <a:close/>
                <a:moveTo>
                  <a:pt x="118003" y="298488"/>
                </a:moveTo>
                <a:lnTo>
                  <a:pt x="118003" y="647340"/>
                </a:lnTo>
                <a:lnTo>
                  <a:pt x="234924" y="647340"/>
                </a:lnTo>
                <a:lnTo>
                  <a:pt x="234924" y="298488"/>
                </a:lnTo>
                <a:close/>
                <a:moveTo>
                  <a:pt x="519889" y="290513"/>
                </a:moveTo>
                <a:cubicBezTo>
                  <a:pt x="472554" y="290513"/>
                  <a:pt x="445302" y="310120"/>
                  <a:pt x="428092" y="330080"/>
                </a:cubicBezTo>
                <a:lnTo>
                  <a:pt x="414579" y="348464"/>
                </a:lnTo>
                <a:lnTo>
                  <a:pt x="414579" y="298778"/>
                </a:lnTo>
                <a:lnTo>
                  <a:pt x="298450" y="298778"/>
                </a:lnTo>
                <a:cubicBezTo>
                  <a:pt x="299893" y="331478"/>
                  <a:pt x="298450" y="647341"/>
                  <a:pt x="298450" y="647341"/>
                </a:cubicBezTo>
                <a:lnTo>
                  <a:pt x="414579" y="647341"/>
                </a:lnTo>
                <a:lnTo>
                  <a:pt x="414579" y="452577"/>
                </a:lnTo>
                <a:cubicBezTo>
                  <a:pt x="414579" y="442156"/>
                  <a:pt x="415661" y="431735"/>
                  <a:pt x="418546" y="424189"/>
                </a:cubicBezTo>
                <a:cubicBezTo>
                  <a:pt x="426841" y="403347"/>
                  <a:pt x="446316" y="382146"/>
                  <a:pt x="478414" y="382146"/>
                </a:cubicBezTo>
                <a:cubicBezTo>
                  <a:pt x="520610" y="382146"/>
                  <a:pt x="537200" y="413768"/>
                  <a:pt x="537200" y="460842"/>
                </a:cubicBezTo>
                <a:lnTo>
                  <a:pt x="537200" y="647341"/>
                </a:lnTo>
                <a:lnTo>
                  <a:pt x="653689" y="647341"/>
                </a:lnTo>
                <a:lnTo>
                  <a:pt x="653689" y="447187"/>
                </a:lnTo>
                <a:cubicBezTo>
                  <a:pt x="653689" y="340462"/>
                  <a:pt x="596346" y="290513"/>
                  <a:pt x="519889" y="290513"/>
                </a:cubicBezTo>
                <a:close/>
                <a:moveTo>
                  <a:pt x="177369" y="130175"/>
                </a:moveTo>
                <a:cubicBezTo>
                  <a:pt x="137188" y="130175"/>
                  <a:pt x="111125" y="156069"/>
                  <a:pt x="111125" y="190235"/>
                </a:cubicBezTo>
                <a:cubicBezTo>
                  <a:pt x="111125" y="224042"/>
                  <a:pt x="136464" y="250655"/>
                  <a:pt x="175559" y="250655"/>
                </a:cubicBezTo>
                <a:lnTo>
                  <a:pt x="176283" y="250655"/>
                </a:lnTo>
                <a:cubicBezTo>
                  <a:pt x="217187" y="250655"/>
                  <a:pt x="242526" y="224042"/>
                  <a:pt x="242526" y="190235"/>
                </a:cubicBezTo>
                <a:cubicBezTo>
                  <a:pt x="241802" y="156069"/>
                  <a:pt x="217187" y="130175"/>
                  <a:pt x="177369" y="130175"/>
                </a:cubicBezTo>
                <a:close/>
                <a:moveTo>
                  <a:pt x="56873" y="0"/>
                </a:moveTo>
                <a:lnTo>
                  <a:pt x="712706" y="0"/>
                </a:lnTo>
                <a:cubicBezTo>
                  <a:pt x="744022" y="0"/>
                  <a:pt x="769578" y="24839"/>
                  <a:pt x="769578" y="55799"/>
                </a:cubicBezTo>
                <a:lnTo>
                  <a:pt x="769578" y="718542"/>
                </a:lnTo>
                <a:cubicBezTo>
                  <a:pt x="769578" y="749501"/>
                  <a:pt x="744022" y="774340"/>
                  <a:pt x="712706" y="774340"/>
                </a:cubicBezTo>
                <a:lnTo>
                  <a:pt x="56873" y="774340"/>
                </a:lnTo>
                <a:cubicBezTo>
                  <a:pt x="25197" y="774340"/>
                  <a:pt x="0" y="749501"/>
                  <a:pt x="0" y="718542"/>
                </a:cubicBezTo>
                <a:lnTo>
                  <a:pt x="0" y="55799"/>
                </a:lnTo>
                <a:cubicBezTo>
                  <a:pt x="0" y="24839"/>
                  <a:pt x="25197" y="0"/>
                  <a:pt x="568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fr-FR"/>
          </a:p>
        </p:txBody>
      </p:sp>
      <p:sp>
        <p:nvSpPr>
          <p:cNvPr id="61" name="Freeform 16"/>
          <p:cNvSpPr>
            <a:spLocks noChangeArrowheads="1"/>
          </p:cNvSpPr>
          <p:nvPr userDrawn="1"/>
        </p:nvSpPr>
        <p:spPr bwMode="auto">
          <a:xfrm>
            <a:off x="8600113" y="5237159"/>
            <a:ext cx="239257" cy="194467"/>
          </a:xfrm>
          <a:custGeom>
            <a:avLst/>
            <a:gdLst>
              <a:gd name="T0" fmla="*/ 7553 w 8410"/>
              <a:gd name="T1" fmla="*/ 1926 h 6835"/>
              <a:gd name="T2" fmla="*/ 7548 w 8410"/>
              <a:gd name="T3" fmla="*/ 1703 h 6835"/>
              <a:gd name="T4" fmla="*/ 8409 w 8410"/>
              <a:gd name="T5" fmla="*/ 809 h 6835"/>
              <a:gd name="T6" fmla="*/ 7418 w 8410"/>
              <a:gd name="T7" fmla="*/ 1081 h 6835"/>
              <a:gd name="T8" fmla="*/ 8177 w 8410"/>
              <a:gd name="T9" fmla="*/ 127 h 6835"/>
              <a:gd name="T10" fmla="*/ 7081 w 8410"/>
              <a:gd name="T11" fmla="*/ 545 h 6835"/>
              <a:gd name="T12" fmla="*/ 5822 w 8410"/>
              <a:gd name="T13" fmla="*/ 0 h 6835"/>
              <a:gd name="T14" fmla="*/ 4097 w 8410"/>
              <a:gd name="T15" fmla="*/ 1725 h 6835"/>
              <a:gd name="T16" fmla="*/ 4142 w 8410"/>
              <a:gd name="T17" fmla="*/ 2119 h 6835"/>
              <a:gd name="T18" fmla="*/ 586 w 8410"/>
              <a:gd name="T19" fmla="*/ 316 h 6835"/>
              <a:gd name="T20" fmla="*/ 352 w 8410"/>
              <a:gd name="T21" fmla="*/ 1183 h 6835"/>
              <a:gd name="T22" fmla="*/ 1120 w 8410"/>
              <a:gd name="T23" fmla="*/ 2620 h 6835"/>
              <a:gd name="T24" fmla="*/ 338 w 8410"/>
              <a:gd name="T25" fmla="*/ 2404 h 6835"/>
              <a:gd name="T26" fmla="*/ 338 w 8410"/>
              <a:gd name="T27" fmla="*/ 2426 h 6835"/>
              <a:gd name="T28" fmla="*/ 1722 w 8410"/>
              <a:gd name="T29" fmla="*/ 4116 h 6835"/>
              <a:gd name="T30" fmla="*/ 1267 w 8410"/>
              <a:gd name="T31" fmla="*/ 4177 h 6835"/>
              <a:gd name="T32" fmla="*/ 943 w 8410"/>
              <a:gd name="T33" fmla="*/ 4146 h 6835"/>
              <a:gd name="T34" fmla="*/ 2555 w 8410"/>
              <a:gd name="T35" fmla="*/ 5344 h 6835"/>
              <a:gd name="T36" fmla="*/ 412 w 8410"/>
              <a:gd name="T37" fmla="*/ 6083 h 6835"/>
              <a:gd name="T38" fmla="*/ 0 w 8410"/>
              <a:gd name="T39" fmla="*/ 6059 h 6835"/>
              <a:gd name="T40" fmla="*/ 2645 w 8410"/>
              <a:gd name="T41" fmla="*/ 6834 h 6835"/>
              <a:gd name="T42" fmla="*/ 7553 w 8410"/>
              <a:gd name="T43" fmla="*/ 1926 h 68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410" h="6835">
                <a:moveTo>
                  <a:pt x="7553" y="1926"/>
                </a:moveTo>
                <a:cubicBezTo>
                  <a:pt x="7553" y="1851"/>
                  <a:pt x="7551" y="1777"/>
                  <a:pt x="7548" y="1703"/>
                </a:cubicBezTo>
                <a:cubicBezTo>
                  <a:pt x="7885" y="1459"/>
                  <a:pt x="8178" y="1155"/>
                  <a:pt x="8409" y="809"/>
                </a:cubicBezTo>
                <a:cubicBezTo>
                  <a:pt x="8100" y="947"/>
                  <a:pt x="7767" y="1039"/>
                  <a:pt x="7418" y="1081"/>
                </a:cubicBezTo>
                <a:cubicBezTo>
                  <a:pt x="7774" y="867"/>
                  <a:pt x="8048" y="529"/>
                  <a:pt x="8177" y="127"/>
                </a:cubicBezTo>
                <a:cubicBezTo>
                  <a:pt x="7843" y="324"/>
                  <a:pt x="7474" y="468"/>
                  <a:pt x="7081" y="545"/>
                </a:cubicBezTo>
                <a:cubicBezTo>
                  <a:pt x="6766" y="210"/>
                  <a:pt x="6318" y="0"/>
                  <a:pt x="5822" y="0"/>
                </a:cubicBezTo>
                <a:cubicBezTo>
                  <a:pt x="4869" y="0"/>
                  <a:pt x="4097" y="773"/>
                  <a:pt x="4097" y="1725"/>
                </a:cubicBezTo>
                <a:cubicBezTo>
                  <a:pt x="4097" y="1861"/>
                  <a:pt x="4112" y="1993"/>
                  <a:pt x="4142" y="2119"/>
                </a:cubicBezTo>
                <a:cubicBezTo>
                  <a:pt x="2708" y="2047"/>
                  <a:pt x="1436" y="1360"/>
                  <a:pt x="586" y="316"/>
                </a:cubicBezTo>
                <a:cubicBezTo>
                  <a:pt x="437" y="571"/>
                  <a:pt x="352" y="867"/>
                  <a:pt x="352" y="1183"/>
                </a:cubicBezTo>
                <a:cubicBezTo>
                  <a:pt x="352" y="1782"/>
                  <a:pt x="657" y="2310"/>
                  <a:pt x="1120" y="2620"/>
                </a:cubicBezTo>
                <a:cubicBezTo>
                  <a:pt x="837" y="2611"/>
                  <a:pt x="571" y="2533"/>
                  <a:pt x="338" y="2404"/>
                </a:cubicBezTo>
                <a:cubicBezTo>
                  <a:pt x="338" y="2411"/>
                  <a:pt x="338" y="2418"/>
                  <a:pt x="338" y="2426"/>
                </a:cubicBezTo>
                <a:cubicBezTo>
                  <a:pt x="338" y="3261"/>
                  <a:pt x="933" y="3958"/>
                  <a:pt x="1722" y="4116"/>
                </a:cubicBezTo>
                <a:cubicBezTo>
                  <a:pt x="1577" y="4156"/>
                  <a:pt x="1425" y="4177"/>
                  <a:pt x="1267" y="4177"/>
                </a:cubicBezTo>
                <a:cubicBezTo>
                  <a:pt x="1156" y="4177"/>
                  <a:pt x="1048" y="4166"/>
                  <a:pt x="943" y="4146"/>
                </a:cubicBezTo>
                <a:cubicBezTo>
                  <a:pt x="1163" y="4831"/>
                  <a:pt x="1800" y="5330"/>
                  <a:pt x="2555" y="5344"/>
                </a:cubicBezTo>
                <a:cubicBezTo>
                  <a:pt x="1964" y="5807"/>
                  <a:pt x="1220" y="6083"/>
                  <a:pt x="412" y="6083"/>
                </a:cubicBezTo>
                <a:cubicBezTo>
                  <a:pt x="273" y="6083"/>
                  <a:pt x="135" y="6075"/>
                  <a:pt x="0" y="6059"/>
                </a:cubicBezTo>
                <a:cubicBezTo>
                  <a:pt x="764" y="6548"/>
                  <a:pt x="1671" y="6834"/>
                  <a:pt x="2645" y="6834"/>
                </a:cubicBezTo>
                <a:cubicBezTo>
                  <a:pt x="5818" y="6834"/>
                  <a:pt x="7553" y="4205"/>
                  <a:pt x="7553" y="192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Espace réservé du texte 49"/>
          <p:cNvSpPr>
            <a:spLocks noGrp="1"/>
          </p:cNvSpPr>
          <p:nvPr>
            <p:ph type="body" sz="quarter" idx="10" hasCustomPrompt="1"/>
          </p:nvPr>
        </p:nvSpPr>
        <p:spPr>
          <a:xfrm>
            <a:off x="2220213" y="171436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C7D124"/>
          </a:solidFill>
          <a:ln w="25400">
            <a:noFill/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51" name="Espace réservé du texte 50"/>
          <p:cNvSpPr>
            <a:spLocks noGrp="1"/>
          </p:cNvSpPr>
          <p:nvPr>
            <p:ph type="body" sz="quarter" idx="11" hasCustomPrompt="1"/>
          </p:nvPr>
        </p:nvSpPr>
        <p:spPr>
          <a:xfrm>
            <a:off x="2220213" y="2574080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52" name="Espace réservé du texte 51"/>
          <p:cNvSpPr>
            <a:spLocks noGrp="1"/>
          </p:cNvSpPr>
          <p:nvPr>
            <p:ph type="body" sz="quarter" idx="12" hasCustomPrompt="1"/>
          </p:nvPr>
        </p:nvSpPr>
        <p:spPr>
          <a:xfrm>
            <a:off x="2220213" y="3465647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FFC101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53" name="Espace réservé du texte 52"/>
          <p:cNvSpPr>
            <a:spLocks noGrp="1"/>
          </p:cNvSpPr>
          <p:nvPr>
            <p:ph type="body" sz="quarter" idx="13" hasCustomPrompt="1"/>
          </p:nvPr>
        </p:nvSpPr>
        <p:spPr>
          <a:xfrm>
            <a:off x="2220213" y="4346478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E62773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47" name="Espace réservé du texte 42"/>
          <p:cNvSpPr>
            <a:spLocks noGrp="1"/>
          </p:cNvSpPr>
          <p:nvPr>
            <p:ph type="body" sz="quarter" idx="15" hasCustomPrompt="1"/>
          </p:nvPr>
        </p:nvSpPr>
        <p:spPr>
          <a:xfrm>
            <a:off x="2847612" y="1713986"/>
            <a:ext cx="7782288" cy="662067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8" name="Espace réservé du texte 42"/>
          <p:cNvSpPr>
            <a:spLocks noGrp="1"/>
          </p:cNvSpPr>
          <p:nvPr>
            <p:ph type="body" sz="quarter" idx="16" hasCustomPrompt="1"/>
          </p:nvPr>
        </p:nvSpPr>
        <p:spPr>
          <a:xfrm>
            <a:off x="2847612" y="2592772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4" name="Espace réservé du texte 42"/>
          <p:cNvSpPr>
            <a:spLocks noGrp="1"/>
          </p:cNvSpPr>
          <p:nvPr>
            <p:ph type="body" sz="quarter" idx="17" hasCustomPrompt="1"/>
          </p:nvPr>
        </p:nvSpPr>
        <p:spPr>
          <a:xfrm>
            <a:off x="2847612" y="3478695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7" name="Espace réservé du texte 42"/>
          <p:cNvSpPr>
            <a:spLocks noGrp="1"/>
          </p:cNvSpPr>
          <p:nvPr>
            <p:ph type="body" sz="quarter" idx="18" hasCustomPrompt="1"/>
          </p:nvPr>
        </p:nvSpPr>
        <p:spPr>
          <a:xfrm>
            <a:off x="2847612" y="4366310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" name="Parallélogramme 4"/>
          <p:cNvSpPr/>
          <p:nvPr userDrawn="1"/>
        </p:nvSpPr>
        <p:spPr>
          <a:xfrm>
            <a:off x="-500069" y="436795"/>
            <a:ext cx="11104569" cy="449714"/>
          </a:xfrm>
          <a:prstGeom prst="parallelogram">
            <a:avLst>
              <a:gd name="adj" fmla="val 6415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0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noFill/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52"/>
          <p:cNvSpPr>
            <a:spLocks noGrp="1"/>
          </p:cNvSpPr>
          <p:nvPr>
            <p:ph type="body" sz="quarter" idx="62" hasCustomPrompt="1"/>
          </p:nvPr>
        </p:nvSpPr>
        <p:spPr>
          <a:xfrm>
            <a:off x="2220213" y="524195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007857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5</a:t>
            </a:r>
          </a:p>
        </p:txBody>
      </p:sp>
      <p:sp>
        <p:nvSpPr>
          <p:cNvPr id="18" name="Espace réservé du texte 42"/>
          <p:cNvSpPr>
            <a:spLocks noGrp="1"/>
          </p:cNvSpPr>
          <p:nvPr>
            <p:ph type="body" sz="quarter" idx="64" hasCustomPrompt="1"/>
          </p:nvPr>
        </p:nvSpPr>
        <p:spPr>
          <a:xfrm>
            <a:off x="2847612" y="5261788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19" name="Titre 1"/>
          <p:cNvSpPr>
            <a:spLocks noGrp="1"/>
          </p:cNvSpPr>
          <p:nvPr>
            <p:ph type="title" hasCustomPrompt="1"/>
          </p:nvPr>
        </p:nvSpPr>
        <p:spPr>
          <a:xfrm>
            <a:off x="-1" y="480533"/>
            <a:ext cx="10365972" cy="359482"/>
          </a:xfrm>
          <a:prstGeom prst="rect">
            <a:avLst/>
          </a:prstGeom>
        </p:spPr>
        <p:txBody>
          <a:bodyPr lIns="1440000" tIns="0" rIns="288000" bIns="0">
            <a:noAutofit/>
          </a:bodyPr>
          <a:lstStyle>
            <a:lvl1pPr algn="l">
              <a:lnSpc>
                <a:spcPct val="100000"/>
              </a:lnSpc>
              <a:defRPr sz="2400" b="1" i="0" spc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Cliquez et modifiez le titre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914">
          <p15:clr>
            <a:srgbClr val="FBAE40"/>
          </p15:clr>
        </p15:guide>
        <p15:guide id="3" pos="746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arallélogramme 54"/>
          <p:cNvSpPr/>
          <p:nvPr userDrawn="1"/>
        </p:nvSpPr>
        <p:spPr>
          <a:xfrm>
            <a:off x="-500069" y="436795"/>
            <a:ext cx="11104569" cy="449714"/>
          </a:xfrm>
          <a:prstGeom prst="parallelogram">
            <a:avLst>
              <a:gd name="adj" fmla="val 6415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-1" y="480533"/>
            <a:ext cx="10365972" cy="359482"/>
          </a:xfrm>
          <a:prstGeom prst="rect">
            <a:avLst/>
          </a:prstGeom>
        </p:spPr>
        <p:txBody>
          <a:bodyPr lIns="1440000" tIns="0" rIns="288000" bIns="0">
            <a:noAutofit/>
          </a:bodyPr>
          <a:lstStyle>
            <a:lvl1pPr algn="l">
              <a:lnSpc>
                <a:spcPct val="100000"/>
              </a:lnSpc>
              <a:defRPr sz="2400" b="1" i="0" spc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50" name="Espace réservé du texte 49"/>
          <p:cNvSpPr>
            <a:spLocks noGrp="1"/>
          </p:cNvSpPr>
          <p:nvPr>
            <p:ph type="body" sz="quarter" idx="10" hasCustomPrompt="1"/>
          </p:nvPr>
        </p:nvSpPr>
        <p:spPr>
          <a:xfrm>
            <a:off x="2220213" y="2146295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1"/>
          </a:solidFill>
          <a:ln w="25400">
            <a:noFill/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51" name="Espace réservé du texte 50"/>
          <p:cNvSpPr>
            <a:spLocks noGrp="1"/>
          </p:cNvSpPr>
          <p:nvPr>
            <p:ph type="body" sz="quarter" idx="11" hasCustomPrompt="1"/>
          </p:nvPr>
        </p:nvSpPr>
        <p:spPr>
          <a:xfrm>
            <a:off x="2220213" y="411106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47" name="Espace réservé du texte 42"/>
          <p:cNvSpPr>
            <a:spLocks noGrp="1"/>
          </p:cNvSpPr>
          <p:nvPr>
            <p:ph type="body" sz="quarter" idx="15" hasCustomPrompt="1"/>
          </p:nvPr>
        </p:nvSpPr>
        <p:spPr>
          <a:xfrm>
            <a:off x="2847611" y="2145915"/>
            <a:ext cx="9009427" cy="678443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u="none" spc="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8" name="Espace réservé du texte 42"/>
          <p:cNvSpPr>
            <a:spLocks noGrp="1"/>
          </p:cNvSpPr>
          <p:nvPr>
            <p:ph type="body" sz="quarter" idx="16" hasCustomPrompt="1"/>
          </p:nvPr>
        </p:nvSpPr>
        <p:spPr>
          <a:xfrm>
            <a:off x="2847611" y="4129758"/>
            <a:ext cx="9009427" cy="641000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u="none" spc="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6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440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914">
          <p15:clr>
            <a:srgbClr val="FBAE40"/>
          </p15:clr>
        </p15:guide>
        <p15:guide id="3" pos="746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1163637" y="1492371"/>
            <a:ext cx="10527619" cy="3624896"/>
          </a:xfrm>
          <a:prstGeom prst="rect">
            <a:avLst/>
          </a:prstGeom>
        </p:spPr>
        <p:txBody>
          <a:bodyPr l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D1E92122-62EB-9146-8781-296A2DBE3A5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05F4D403-7EEC-924C-A9A5-AD56701F4BAA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733" userDrawn="1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B-2Col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1163637" y="1492371"/>
            <a:ext cx="4798251" cy="3624896"/>
          </a:xfrm>
          <a:prstGeom prst="rect">
            <a:avLst/>
          </a:prstGeom>
        </p:spPr>
        <p:txBody>
          <a:bodyPr l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54872F5C-F3A6-1C4D-BB88-4BD98EBF721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448869" y="1536984"/>
            <a:ext cx="4798251" cy="3624896"/>
          </a:xfrm>
          <a:prstGeom prst="rect">
            <a:avLst/>
          </a:prstGeom>
        </p:spPr>
        <p:txBody>
          <a:bodyPr l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F55EBE2A-7652-2548-B9A8-BE6C1D55E086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1CB3AFFE-F014-BC49-A388-A5FB96E6E37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7796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B_1bloc-2col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1163637" y="1492371"/>
            <a:ext cx="10438925" cy="3248044"/>
          </a:xfrm>
          <a:prstGeom prst="rect">
            <a:avLst/>
          </a:prstGeom>
        </p:spPr>
        <p:txBody>
          <a:bodyPr lIns="0" numCol="2" spcCol="36000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1"/>
            <a:endParaRPr lang="fr-FR"/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2B4E335A-5738-2D4C-8A29-E80ED47BCCC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5">
            <a:extLst>
              <a:ext uri="{FF2B5EF4-FFF2-40B4-BE49-F238E27FC236}">
                <a16:creationId xmlns:a16="http://schemas.microsoft.com/office/drawing/2014/main" id="{80C14C4D-27C5-B447-8E35-43E3807ABD2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0228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Espace réservé du texte 25"/>
          <p:cNvSpPr>
            <a:spLocks noGrp="1"/>
          </p:cNvSpPr>
          <p:nvPr>
            <p:ph type="body" sz="quarter" idx="30" hasCustomPrompt="1"/>
          </p:nvPr>
        </p:nvSpPr>
        <p:spPr>
          <a:xfrm>
            <a:off x="3057525" y="5428178"/>
            <a:ext cx="6629401" cy="787370"/>
          </a:xfrm>
          <a:prstGeom prst="parallelogram">
            <a:avLst>
              <a:gd name="adj" fmla="val 67249"/>
            </a:avLst>
          </a:prstGeom>
          <a:noFill/>
          <a:ln>
            <a:solidFill>
              <a:schemeClr val="accent1"/>
            </a:solidFill>
          </a:ln>
        </p:spPr>
        <p:txBody>
          <a:bodyPr lIns="72000" tIns="108000" rIns="0" anchor="ctr" anchorCtr="0">
            <a:normAutofit/>
          </a:bodyPr>
          <a:lstStyle>
            <a:lvl1pPr marL="0" indent="0" algn="ctr">
              <a:buFontTx/>
              <a:buNone/>
              <a:defRPr sz="1400" b="0" spc="0" baseline="0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accent6"/>
                </a:solidFill>
              </a:defRPr>
            </a:lvl2pPr>
            <a:lvl3pPr>
              <a:defRPr sz="1400" b="1">
                <a:solidFill>
                  <a:schemeClr val="accent6"/>
                </a:solidFill>
              </a:defRPr>
            </a:lvl3pPr>
            <a:lvl4pPr>
              <a:defRPr sz="1400" b="1">
                <a:solidFill>
                  <a:schemeClr val="accent6"/>
                </a:solidFill>
              </a:defRPr>
            </a:lvl4pPr>
            <a:lvl5pPr>
              <a:defRPr sz="1400" b="1">
                <a:solidFill>
                  <a:schemeClr val="accent6"/>
                </a:solidFill>
              </a:defRPr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84" name="Espace réservé du texte 25"/>
          <p:cNvSpPr>
            <a:spLocks noGrp="1"/>
          </p:cNvSpPr>
          <p:nvPr>
            <p:ph type="body" sz="quarter" idx="29" hasCustomPrompt="1"/>
          </p:nvPr>
        </p:nvSpPr>
        <p:spPr>
          <a:xfrm>
            <a:off x="-614363" y="5219812"/>
            <a:ext cx="8071803" cy="342613"/>
          </a:xfrm>
          <a:prstGeom prst="parallelogram">
            <a:avLst>
              <a:gd name="adj" fmla="val 68472"/>
            </a:avLst>
          </a:prstGeom>
          <a:solidFill>
            <a:schemeClr val="accent1"/>
          </a:solidFill>
        </p:spPr>
        <p:txBody>
          <a:bodyPr anchor="ctr" anchorCtr="0">
            <a:normAutofit/>
          </a:bodyPr>
          <a:lstStyle>
            <a:lvl1pPr marL="0" indent="0" algn="r">
              <a:buFontTx/>
              <a:buNone/>
              <a:defRPr sz="1400" b="1" spc="100" baseline="0">
                <a:solidFill>
                  <a:schemeClr val="bg1"/>
                </a:solidFill>
              </a:defRPr>
            </a:lvl1pPr>
            <a:lvl2pPr>
              <a:defRPr sz="1400" b="1">
                <a:solidFill>
                  <a:schemeClr val="accent6"/>
                </a:solidFill>
              </a:defRPr>
            </a:lvl2pPr>
            <a:lvl3pPr>
              <a:defRPr sz="1400" b="1">
                <a:solidFill>
                  <a:schemeClr val="accent6"/>
                </a:solidFill>
              </a:defRPr>
            </a:lvl3pPr>
            <a:lvl4pPr>
              <a:defRPr sz="1400" b="1">
                <a:solidFill>
                  <a:schemeClr val="accent6"/>
                </a:solidFill>
              </a:defRPr>
            </a:lvl4pPr>
            <a:lvl5pPr>
              <a:defRPr sz="1400" b="1">
                <a:solidFill>
                  <a:schemeClr val="accent6"/>
                </a:solidFill>
              </a:defRPr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34" name="Espace réservé pour une image  33"/>
          <p:cNvSpPr>
            <a:spLocks noGrp="1"/>
          </p:cNvSpPr>
          <p:nvPr>
            <p:ph type="pic" sz="quarter" idx="25" hasCustomPrompt="1"/>
          </p:nvPr>
        </p:nvSpPr>
        <p:spPr>
          <a:xfrm>
            <a:off x="6773" y="1381392"/>
            <a:ext cx="4048774" cy="4686924"/>
          </a:xfrm>
          <a:custGeom>
            <a:avLst/>
            <a:gdLst>
              <a:gd name="connsiteX0" fmla="*/ 200775 w 4048774"/>
              <a:gd name="connsiteY0" fmla="*/ 0 h 4674812"/>
              <a:gd name="connsiteX1" fmla="*/ 4048774 w 4048774"/>
              <a:gd name="connsiteY1" fmla="*/ 2221451 h 4674812"/>
              <a:gd name="connsiteX2" fmla="*/ 4048774 w 4048774"/>
              <a:gd name="connsiteY2" fmla="*/ 2453361 h 4674812"/>
              <a:gd name="connsiteX3" fmla="*/ 200775 w 4048774"/>
              <a:gd name="connsiteY3" fmla="*/ 4674812 h 4674812"/>
              <a:gd name="connsiteX4" fmla="*/ 0 w 4048774"/>
              <a:gd name="connsiteY4" fmla="*/ 4559412 h 4674812"/>
              <a:gd name="connsiteX5" fmla="*/ 0 w 4048774"/>
              <a:gd name="connsiteY5" fmla="*/ 116510 h 4674812"/>
              <a:gd name="connsiteX0" fmla="*/ 200775 w 4048774"/>
              <a:gd name="connsiteY0" fmla="*/ 0 h 4674812"/>
              <a:gd name="connsiteX1" fmla="*/ 4042718 w 4048774"/>
              <a:gd name="connsiteY1" fmla="*/ 2154840 h 4674812"/>
              <a:gd name="connsiteX2" fmla="*/ 4048774 w 4048774"/>
              <a:gd name="connsiteY2" fmla="*/ 2453361 h 4674812"/>
              <a:gd name="connsiteX3" fmla="*/ 200775 w 4048774"/>
              <a:gd name="connsiteY3" fmla="*/ 4674812 h 4674812"/>
              <a:gd name="connsiteX4" fmla="*/ 0 w 4048774"/>
              <a:gd name="connsiteY4" fmla="*/ 4559412 h 4674812"/>
              <a:gd name="connsiteX5" fmla="*/ 0 w 4048774"/>
              <a:gd name="connsiteY5" fmla="*/ 116510 h 4674812"/>
              <a:gd name="connsiteX6" fmla="*/ 200775 w 4048774"/>
              <a:gd name="connsiteY6" fmla="*/ 0 h 4674812"/>
              <a:gd name="connsiteX0" fmla="*/ 200775 w 4048774"/>
              <a:gd name="connsiteY0" fmla="*/ 0 h 4674812"/>
              <a:gd name="connsiteX1" fmla="*/ 4042718 w 4048774"/>
              <a:gd name="connsiteY1" fmla="*/ 2154840 h 4674812"/>
              <a:gd name="connsiteX2" fmla="*/ 4048774 w 4048774"/>
              <a:gd name="connsiteY2" fmla="*/ 2574474 h 4674812"/>
              <a:gd name="connsiteX3" fmla="*/ 200775 w 4048774"/>
              <a:gd name="connsiteY3" fmla="*/ 4674812 h 4674812"/>
              <a:gd name="connsiteX4" fmla="*/ 0 w 4048774"/>
              <a:gd name="connsiteY4" fmla="*/ 4559412 h 4674812"/>
              <a:gd name="connsiteX5" fmla="*/ 0 w 4048774"/>
              <a:gd name="connsiteY5" fmla="*/ 116510 h 4674812"/>
              <a:gd name="connsiteX6" fmla="*/ 200775 w 4048774"/>
              <a:gd name="connsiteY6" fmla="*/ 0 h 4674812"/>
              <a:gd name="connsiteX0" fmla="*/ 200775 w 4048774"/>
              <a:gd name="connsiteY0" fmla="*/ 0 h 4699035"/>
              <a:gd name="connsiteX1" fmla="*/ 4042718 w 4048774"/>
              <a:gd name="connsiteY1" fmla="*/ 2154840 h 4699035"/>
              <a:gd name="connsiteX2" fmla="*/ 4048774 w 4048774"/>
              <a:gd name="connsiteY2" fmla="*/ 2574474 h 4699035"/>
              <a:gd name="connsiteX3" fmla="*/ 206831 w 4048774"/>
              <a:gd name="connsiteY3" fmla="*/ 4699035 h 4699035"/>
              <a:gd name="connsiteX4" fmla="*/ 0 w 4048774"/>
              <a:gd name="connsiteY4" fmla="*/ 4559412 h 4699035"/>
              <a:gd name="connsiteX5" fmla="*/ 0 w 4048774"/>
              <a:gd name="connsiteY5" fmla="*/ 116510 h 4699035"/>
              <a:gd name="connsiteX6" fmla="*/ 200775 w 4048774"/>
              <a:gd name="connsiteY6" fmla="*/ 0 h 4699035"/>
              <a:gd name="connsiteX0" fmla="*/ 170497 w 4048774"/>
              <a:gd name="connsiteY0" fmla="*/ 0 h 4686924"/>
              <a:gd name="connsiteX1" fmla="*/ 4042718 w 4048774"/>
              <a:gd name="connsiteY1" fmla="*/ 2142729 h 4686924"/>
              <a:gd name="connsiteX2" fmla="*/ 4048774 w 4048774"/>
              <a:gd name="connsiteY2" fmla="*/ 2562363 h 4686924"/>
              <a:gd name="connsiteX3" fmla="*/ 206831 w 4048774"/>
              <a:gd name="connsiteY3" fmla="*/ 4686924 h 4686924"/>
              <a:gd name="connsiteX4" fmla="*/ 0 w 4048774"/>
              <a:gd name="connsiteY4" fmla="*/ 4547301 h 4686924"/>
              <a:gd name="connsiteX5" fmla="*/ 0 w 4048774"/>
              <a:gd name="connsiteY5" fmla="*/ 104399 h 4686924"/>
              <a:gd name="connsiteX6" fmla="*/ 170497 w 4048774"/>
              <a:gd name="connsiteY6" fmla="*/ 0 h 4686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48774" h="4686924">
                <a:moveTo>
                  <a:pt x="170497" y="0"/>
                </a:moveTo>
                <a:lnTo>
                  <a:pt x="4042718" y="2142729"/>
                </a:lnTo>
                <a:cubicBezTo>
                  <a:pt x="4044737" y="2282607"/>
                  <a:pt x="4046755" y="2422485"/>
                  <a:pt x="4048774" y="2562363"/>
                </a:cubicBezTo>
                <a:lnTo>
                  <a:pt x="206831" y="4686924"/>
                </a:lnTo>
                <a:lnTo>
                  <a:pt x="0" y="4547301"/>
                </a:lnTo>
                <a:lnTo>
                  <a:pt x="0" y="104399"/>
                </a:lnTo>
                <a:lnTo>
                  <a:pt x="170497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/>
            </a:lvl1pPr>
          </a:lstStyle>
          <a:p>
            <a:r>
              <a:rPr lang="fr-FR"/>
              <a:t>Photo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 anchor="t" anchorCtr="0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42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3" name="Espace réservé du texte 4"/>
          <p:cNvSpPr>
            <a:spLocks noGrp="1"/>
          </p:cNvSpPr>
          <p:nvPr>
            <p:ph type="body" sz="quarter" idx="64" hasCustomPrompt="1"/>
          </p:nvPr>
        </p:nvSpPr>
        <p:spPr>
          <a:xfrm>
            <a:off x="5486615" y="2484437"/>
            <a:ext cx="6041356" cy="1090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lIns="108000" tIns="144000" bIns="144000">
            <a:normAutofit/>
          </a:bodyPr>
          <a:lstStyle>
            <a:lvl1pPr marL="68400" indent="0" algn="l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44" name="Espace réservé du texte 4"/>
          <p:cNvSpPr>
            <a:spLocks noGrp="1"/>
          </p:cNvSpPr>
          <p:nvPr>
            <p:ph type="body" sz="quarter" idx="65" hasCustomPrompt="1"/>
          </p:nvPr>
        </p:nvSpPr>
        <p:spPr>
          <a:xfrm>
            <a:off x="4295298" y="2484437"/>
            <a:ext cx="1191316" cy="1090064"/>
          </a:xfrm>
          <a:prstGeom prst="rect">
            <a:avLst/>
          </a:prstGeom>
          <a:solidFill>
            <a:schemeClr val="accent2"/>
          </a:solidFill>
        </p:spPr>
        <p:txBody>
          <a:bodyPr lIns="108000" tIns="72000" rIns="108000" bIns="72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600" b="1" i="0" spc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 </a:t>
            </a:r>
          </a:p>
        </p:txBody>
      </p:sp>
      <p:sp>
        <p:nvSpPr>
          <p:cNvPr id="46" name="Espace réservé du texte 4"/>
          <p:cNvSpPr>
            <a:spLocks noGrp="1"/>
          </p:cNvSpPr>
          <p:nvPr>
            <p:ph type="body" sz="quarter" idx="66" hasCustomPrompt="1"/>
          </p:nvPr>
        </p:nvSpPr>
        <p:spPr>
          <a:xfrm>
            <a:off x="4295297" y="1584045"/>
            <a:ext cx="7232674" cy="659337"/>
          </a:xfrm>
          <a:prstGeom prst="rect">
            <a:avLst/>
          </a:prstGeom>
          <a:noFill/>
          <a:ln w="12700">
            <a:noFill/>
          </a:ln>
        </p:spPr>
        <p:txBody>
          <a:bodyPr lIns="108000" tIns="144000" bIns="144000">
            <a:normAutofit/>
          </a:bodyPr>
          <a:lstStyle>
            <a:lvl1pPr marL="68400" indent="0" algn="l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rgbClr val="9C333C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47" name="Espace réservé du texte 4"/>
          <p:cNvSpPr>
            <a:spLocks noGrp="1"/>
          </p:cNvSpPr>
          <p:nvPr>
            <p:ph type="body" sz="quarter" idx="67" hasCustomPrompt="1"/>
          </p:nvPr>
        </p:nvSpPr>
        <p:spPr>
          <a:xfrm>
            <a:off x="5486615" y="3856035"/>
            <a:ext cx="6041356" cy="1090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lIns="108000" tIns="144000" bIns="144000">
            <a:normAutofit/>
          </a:bodyPr>
          <a:lstStyle>
            <a:lvl1pPr marL="68400" indent="0" algn="l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82" name="Espace réservé du texte 4"/>
          <p:cNvSpPr>
            <a:spLocks noGrp="1"/>
          </p:cNvSpPr>
          <p:nvPr>
            <p:ph type="body" sz="quarter" idx="68" hasCustomPrompt="1"/>
          </p:nvPr>
        </p:nvSpPr>
        <p:spPr>
          <a:xfrm>
            <a:off x="4295298" y="3856035"/>
            <a:ext cx="1191316" cy="1090064"/>
          </a:xfrm>
          <a:prstGeom prst="rect">
            <a:avLst/>
          </a:prstGeom>
          <a:solidFill>
            <a:schemeClr val="accent4"/>
          </a:solidFill>
        </p:spPr>
        <p:txBody>
          <a:bodyPr lIns="108000" tIns="72000" rIns="108000" bIns="72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600" b="1" i="0" spc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 </a:t>
            </a:r>
          </a:p>
        </p:txBody>
      </p:sp>
    </p:spTree>
    <p:extLst>
      <p:ext uri="{BB962C8B-B14F-4D97-AF65-F5344CB8AC3E}">
        <p14:creationId xmlns:p14="http://schemas.microsoft.com/office/powerpoint/2010/main" val="1052874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AF2F744E-F258-B148-8221-D17C8A52B8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401" t="-20" r="2133" b="20"/>
          <a:stretch/>
        </p:blipFill>
        <p:spPr>
          <a:xfrm>
            <a:off x="-1" y="1243514"/>
            <a:ext cx="9029701" cy="5614486"/>
          </a:xfrm>
          <a:prstGeom prst="rect">
            <a:avLst/>
          </a:prstGeom>
        </p:spPr>
      </p:pic>
      <p:grpSp>
        <p:nvGrpSpPr>
          <p:cNvPr id="16" name="Grouper 49">
            <a:extLst>
              <a:ext uri="{FF2B5EF4-FFF2-40B4-BE49-F238E27FC236}">
                <a16:creationId xmlns:a16="http://schemas.microsoft.com/office/drawing/2014/main" id="{8753B8BE-E060-2F4B-9603-E47D0ABFD1AB}"/>
              </a:ext>
            </a:extLst>
          </p:cNvPr>
          <p:cNvGrpSpPr/>
          <p:nvPr userDrawn="1"/>
        </p:nvGrpSpPr>
        <p:grpSpPr>
          <a:xfrm>
            <a:off x="213726" y="1380"/>
            <a:ext cx="11997459" cy="6858000"/>
            <a:chOff x="929639" y="0"/>
            <a:chExt cx="11997459" cy="6858000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9197EB46-298D-4844-97DB-E8E5416F4EA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1596"/>
            <a:stretch/>
          </p:blipFill>
          <p:spPr>
            <a:xfrm>
              <a:off x="929639" y="0"/>
              <a:ext cx="11997459" cy="6858000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9AFE755-64C2-204B-865E-F692E451EB8A}"/>
                </a:ext>
              </a:extLst>
            </p:cNvPr>
            <p:cNvSpPr/>
            <p:nvPr userDrawn="1"/>
          </p:nvSpPr>
          <p:spPr>
            <a:xfrm>
              <a:off x="1973213" y="0"/>
              <a:ext cx="10953885" cy="6858000"/>
            </a:xfrm>
            <a:prstGeom prst="rect">
              <a:avLst/>
            </a:prstGeom>
            <a:gradFill flip="none" rotWithShape="1">
              <a:gsLst>
                <a:gs pos="55000">
                  <a:schemeClr val="bg1"/>
                </a:gs>
                <a:gs pos="28000">
                  <a:schemeClr val="bg1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fr-FR" sz="14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94" name="Espace réservé du texte 8"/>
          <p:cNvSpPr>
            <a:spLocks noGrp="1"/>
          </p:cNvSpPr>
          <p:nvPr>
            <p:ph type="body" sz="quarter" idx="40" hasCustomPrompt="1"/>
          </p:nvPr>
        </p:nvSpPr>
        <p:spPr>
          <a:xfrm>
            <a:off x="7560129" y="1476078"/>
            <a:ext cx="4095804" cy="6846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95" name="Espace réservé du texte 7"/>
          <p:cNvSpPr>
            <a:spLocks noGrp="1"/>
          </p:cNvSpPr>
          <p:nvPr>
            <p:ph type="body" sz="quarter" idx="41" hasCustomPrompt="1"/>
          </p:nvPr>
        </p:nvSpPr>
        <p:spPr>
          <a:xfrm>
            <a:off x="7576457" y="2212881"/>
            <a:ext cx="4079475" cy="4122605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9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31" hasCustomPrompt="1"/>
          </p:nvPr>
        </p:nvSpPr>
        <p:spPr>
          <a:xfrm>
            <a:off x="4377433" y="1943368"/>
            <a:ext cx="3449450" cy="6829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11" name="Espace réservé pour une image  10"/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5732288" y="1267842"/>
            <a:ext cx="648000" cy="64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18" name="Espace réservé pour une image  10"/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414657" y="1267842"/>
            <a:ext cx="648000" cy="64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20" name="Espace réservé pour une image  10"/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2031070" y="1267842"/>
            <a:ext cx="648000" cy="64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93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4372259" y="2620929"/>
            <a:ext cx="3454623" cy="2666518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4" name="Espace réservé du texte 8"/>
          <p:cNvSpPr>
            <a:spLocks noGrp="1"/>
          </p:cNvSpPr>
          <p:nvPr>
            <p:ph type="body" sz="quarter" idx="40" hasCustomPrompt="1"/>
          </p:nvPr>
        </p:nvSpPr>
        <p:spPr>
          <a:xfrm>
            <a:off x="8067933" y="1943368"/>
            <a:ext cx="3449450" cy="6829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95" name="Espace réservé du texte 7"/>
          <p:cNvSpPr>
            <a:spLocks noGrp="1"/>
          </p:cNvSpPr>
          <p:nvPr>
            <p:ph type="body" sz="quarter" idx="41" hasCustomPrompt="1"/>
          </p:nvPr>
        </p:nvSpPr>
        <p:spPr>
          <a:xfrm>
            <a:off x="8067932" y="2620929"/>
            <a:ext cx="3449450" cy="2666518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6" name="Espace réservé du texte 8"/>
          <p:cNvSpPr>
            <a:spLocks noGrp="1"/>
          </p:cNvSpPr>
          <p:nvPr>
            <p:ph type="body" sz="quarter" idx="42" hasCustomPrompt="1"/>
          </p:nvPr>
        </p:nvSpPr>
        <p:spPr>
          <a:xfrm>
            <a:off x="686933" y="1943368"/>
            <a:ext cx="3449450" cy="6829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97" name="Espace réservé du texte 7"/>
          <p:cNvSpPr>
            <a:spLocks noGrp="1"/>
          </p:cNvSpPr>
          <p:nvPr>
            <p:ph type="body" sz="quarter" idx="43" hasCustomPrompt="1"/>
          </p:nvPr>
        </p:nvSpPr>
        <p:spPr>
          <a:xfrm>
            <a:off x="681759" y="2620929"/>
            <a:ext cx="3454623" cy="2666518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2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0" name="Espace réservé du texte 5">
            <a:extLst>
              <a:ext uri="{FF2B5EF4-FFF2-40B4-BE49-F238E27FC236}">
                <a16:creationId xmlns:a16="http://schemas.microsoft.com/office/drawing/2014/main" id="{0EFAB26A-C1D7-5646-9F2F-D81F851EBD87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5">
            <a:extLst>
              <a:ext uri="{FF2B5EF4-FFF2-40B4-BE49-F238E27FC236}">
                <a16:creationId xmlns:a16="http://schemas.microsoft.com/office/drawing/2014/main" id="{CE58E496-9C53-6242-B46F-910295B58CE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31" hasCustomPrompt="1"/>
          </p:nvPr>
        </p:nvSpPr>
        <p:spPr>
          <a:xfrm>
            <a:off x="9423573" y="1413201"/>
            <a:ext cx="2125698" cy="59325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  <a:miter lim="800000"/>
          </a:ln>
        </p:spPr>
        <p:txBody>
          <a:bodyPr lIns="0" tIns="72000" rIns="0" anchor="ctr" anchorCtr="0">
            <a:normAutofit/>
          </a:bodyPr>
          <a:lstStyle>
            <a:lvl1pPr marL="0" marR="0" indent="0" algn="ctr" defTabSz="56141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marL="0" marR="0" lvl="0" indent="0" algn="ctr" defTabSz="561412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MODIFIER LE TEXTE</a:t>
            </a:r>
          </a:p>
        </p:txBody>
      </p:sp>
      <p:sp>
        <p:nvSpPr>
          <p:cNvPr id="13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8679919" y="2010013"/>
            <a:ext cx="2869351" cy="868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miter lim="800000"/>
          </a:ln>
        </p:spPr>
        <p:txBody>
          <a:bodyPr lIns="108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rgbClr val="007758"/>
              </a:buClr>
              <a:buSzPct val="140000"/>
              <a:buFontTx/>
              <a:buNone/>
              <a:defRPr sz="1400"/>
            </a:lvl1pPr>
            <a:lvl2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Espace réservé du texte 8"/>
          <p:cNvSpPr>
            <a:spLocks noGrp="1"/>
          </p:cNvSpPr>
          <p:nvPr>
            <p:ph type="body" sz="quarter" idx="32" hasCustomPrompt="1"/>
          </p:nvPr>
        </p:nvSpPr>
        <p:spPr>
          <a:xfrm>
            <a:off x="8668461" y="2870513"/>
            <a:ext cx="2880809" cy="248365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miter lim="800000"/>
          </a:ln>
        </p:spPr>
        <p:txBody>
          <a:bodyPr tIns="0" bIns="0" anchor="ctr" anchorCtr="0">
            <a:normAutofit/>
          </a:bodyPr>
          <a:lstStyle>
            <a:lvl1pPr marL="0" marR="0" indent="0" algn="ctr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marL="0" marR="0" lvl="0" indent="0" algn="ctr" defTabSz="561412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MODIFIER LE TEXTE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8" name="Espace réservé du texte 8"/>
          <p:cNvSpPr>
            <a:spLocks noGrp="1"/>
          </p:cNvSpPr>
          <p:nvPr>
            <p:ph type="body" sz="quarter" idx="33" hasCustomPrompt="1"/>
          </p:nvPr>
        </p:nvSpPr>
        <p:spPr>
          <a:xfrm>
            <a:off x="9423573" y="3255118"/>
            <a:ext cx="2125698" cy="593253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  <a:miter lim="800000"/>
          </a:ln>
        </p:spPr>
        <p:txBody>
          <a:bodyPr lIns="0" tIns="72000" rIns="0" anchor="ctr" anchorCtr="0">
            <a:normAutofit/>
          </a:bodyPr>
          <a:lstStyle>
            <a:lvl1pPr marL="0" marR="0" indent="0" algn="ctr" defTabSz="56141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marL="0" marR="0" lvl="0" indent="0" algn="ctr" defTabSz="561412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MODIFIER LE TEXTE</a:t>
            </a:r>
          </a:p>
        </p:txBody>
      </p:sp>
      <p:sp>
        <p:nvSpPr>
          <p:cNvPr id="19" name="Espace réservé du texte 7"/>
          <p:cNvSpPr>
            <a:spLocks noGrp="1"/>
          </p:cNvSpPr>
          <p:nvPr>
            <p:ph type="body" sz="quarter" idx="34" hasCustomPrompt="1"/>
          </p:nvPr>
        </p:nvSpPr>
        <p:spPr>
          <a:xfrm>
            <a:off x="8668461" y="3848373"/>
            <a:ext cx="2880809" cy="8688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miter lim="800000"/>
          </a:ln>
        </p:spPr>
        <p:txBody>
          <a:bodyPr lIns="108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rgbClr val="007758"/>
              </a:buClr>
              <a:buSzPct val="140000"/>
              <a:buFontTx/>
              <a:buNone/>
              <a:defRPr sz="1400"/>
            </a:lvl1pPr>
            <a:lvl2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Espace réservé du texte 8"/>
          <p:cNvSpPr>
            <a:spLocks noGrp="1"/>
          </p:cNvSpPr>
          <p:nvPr>
            <p:ph type="body" sz="quarter" idx="35" hasCustomPrompt="1"/>
          </p:nvPr>
        </p:nvSpPr>
        <p:spPr>
          <a:xfrm>
            <a:off x="8668461" y="4716369"/>
            <a:ext cx="2880809" cy="248365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miter lim="800000"/>
          </a:ln>
        </p:spPr>
        <p:txBody>
          <a:bodyPr tIns="0" bIns="0" anchor="ctr" anchorCtr="0">
            <a:normAutofit/>
          </a:bodyPr>
          <a:lstStyle>
            <a:lvl1pPr marL="0" marR="0" indent="0" algn="ctr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marL="0" marR="0" lvl="0" indent="0" algn="ctr" defTabSz="561412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MODIFIER LE TEXTE</a:t>
            </a:r>
          </a:p>
        </p:txBody>
      </p:sp>
      <p:sp>
        <p:nvSpPr>
          <p:cNvPr id="21" name="Espace réservé du texte 8"/>
          <p:cNvSpPr>
            <a:spLocks noGrp="1"/>
          </p:cNvSpPr>
          <p:nvPr>
            <p:ph type="body" sz="quarter" idx="36" hasCustomPrompt="1"/>
          </p:nvPr>
        </p:nvSpPr>
        <p:spPr>
          <a:xfrm>
            <a:off x="1450975" y="1413202"/>
            <a:ext cx="2107145" cy="59681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  <a:miter lim="800000"/>
          </a:ln>
        </p:spPr>
        <p:txBody>
          <a:bodyPr lIns="0" tIns="72000" rIns="0" anchor="ctr" anchorCtr="0">
            <a:normAutofit/>
          </a:bodyPr>
          <a:lstStyle>
            <a:lvl1pPr marL="0" marR="0" indent="0" algn="ctr" defTabSz="56141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marL="0" marR="0" lvl="0" indent="0" algn="ctr" defTabSz="561412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MODIFIER LE TEXTE</a:t>
            </a:r>
          </a:p>
        </p:txBody>
      </p:sp>
      <p:sp>
        <p:nvSpPr>
          <p:cNvPr id="22" name="Espace réservé du texte 7"/>
          <p:cNvSpPr>
            <a:spLocks noGrp="1"/>
          </p:cNvSpPr>
          <p:nvPr>
            <p:ph type="body" sz="quarter" idx="37" hasCustomPrompt="1"/>
          </p:nvPr>
        </p:nvSpPr>
        <p:spPr>
          <a:xfrm>
            <a:off x="697279" y="2010013"/>
            <a:ext cx="2866015" cy="868876"/>
          </a:xfrm>
          <a:prstGeom prst="rect">
            <a:avLst/>
          </a:prstGeom>
          <a:solidFill>
            <a:schemeClr val="bg1"/>
          </a:solidFill>
          <a:ln w="12700">
            <a:solidFill>
              <a:srgbClr val="C7D124"/>
            </a:solidFill>
            <a:miter lim="800000"/>
          </a:ln>
        </p:spPr>
        <p:txBody>
          <a:bodyPr lIns="108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rgbClr val="007758"/>
              </a:buClr>
              <a:buSzPct val="140000"/>
              <a:buFontTx/>
              <a:buNone/>
              <a:defRPr sz="1400"/>
            </a:lvl1pPr>
            <a:lvl2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Espace réservé du texte 8"/>
          <p:cNvSpPr>
            <a:spLocks noGrp="1"/>
          </p:cNvSpPr>
          <p:nvPr>
            <p:ph type="body" sz="quarter" idx="38" hasCustomPrompt="1"/>
          </p:nvPr>
        </p:nvSpPr>
        <p:spPr>
          <a:xfrm>
            <a:off x="702453" y="2870513"/>
            <a:ext cx="2855667" cy="248365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miter lim="800000"/>
          </a:ln>
        </p:spPr>
        <p:txBody>
          <a:bodyPr tIns="0" bIns="0" anchor="ctr" anchorCtr="0">
            <a:normAutofit/>
          </a:bodyPr>
          <a:lstStyle>
            <a:lvl1pPr marL="0" marR="0" indent="0" algn="ctr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marL="0" marR="0" lvl="0" indent="0" algn="ctr" defTabSz="561412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MODIFIER LE TEXTE</a:t>
            </a:r>
          </a:p>
        </p:txBody>
      </p:sp>
      <p:sp>
        <p:nvSpPr>
          <p:cNvPr id="24" name="Espace réservé du texte 8"/>
          <p:cNvSpPr>
            <a:spLocks noGrp="1"/>
          </p:cNvSpPr>
          <p:nvPr>
            <p:ph type="body" sz="quarter" idx="39" hasCustomPrompt="1"/>
          </p:nvPr>
        </p:nvSpPr>
        <p:spPr>
          <a:xfrm>
            <a:off x="1450975" y="3255118"/>
            <a:ext cx="2107145" cy="593253"/>
          </a:xfrm>
          <a:prstGeom prst="rect">
            <a:avLst/>
          </a:prstGeom>
          <a:solidFill>
            <a:srgbClr val="00D5D0"/>
          </a:solidFill>
          <a:ln>
            <a:solidFill>
              <a:srgbClr val="00D5D0"/>
            </a:solidFill>
            <a:miter lim="800000"/>
          </a:ln>
        </p:spPr>
        <p:txBody>
          <a:bodyPr lIns="0" tIns="72000" rIns="0" anchor="ctr" anchorCtr="0">
            <a:normAutofit/>
          </a:bodyPr>
          <a:lstStyle>
            <a:lvl1pPr marL="0" marR="0" indent="0" algn="ctr" defTabSz="56141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marL="0" marR="0" lvl="0" indent="0" algn="ctr" defTabSz="561412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MODIFIER LE TEXTE</a:t>
            </a:r>
          </a:p>
        </p:txBody>
      </p:sp>
      <p:sp>
        <p:nvSpPr>
          <p:cNvPr id="25" name="Espace réservé du texte 7"/>
          <p:cNvSpPr>
            <a:spLocks noGrp="1"/>
          </p:cNvSpPr>
          <p:nvPr>
            <p:ph type="body" sz="quarter" idx="40" hasCustomPrompt="1"/>
          </p:nvPr>
        </p:nvSpPr>
        <p:spPr>
          <a:xfrm>
            <a:off x="697279" y="3848373"/>
            <a:ext cx="2860841" cy="868876"/>
          </a:xfrm>
          <a:prstGeom prst="rect">
            <a:avLst/>
          </a:prstGeom>
          <a:solidFill>
            <a:schemeClr val="bg1"/>
          </a:solidFill>
          <a:ln w="12700">
            <a:solidFill>
              <a:srgbClr val="00D5D0"/>
            </a:solidFill>
            <a:miter lim="800000"/>
          </a:ln>
        </p:spPr>
        <p:txBody>
          <a:bodyPr lIns="108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rgbClr val="007758"/>
              </a:buClr>
              <a:buSzPct val="140000"/>
              <a:buFontTx/>
              <a:buNone/>
              <a:defRPr sz="1400"/>
            </a:lvl1pPr>
            <a:lvl2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Espace réservé du texte 8"/>
          <p:cNvSpPr>
            <a:spLocks noGrp="1"/>
          </p:cNvSpPr>
          <p:nvPr>
            <p:ph type="body" sz="quarter" idx="41" hasCustomPrompt="1"/>
          </p:nvPr>
        </p:nvSpPr>
        <p:spPr>
          <a:xfrm>
            <a:off x="702453" y="4716369"/>
            <a:ext cx="2855667" cy="248365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miter lim="800000"/>
          </a:ln>
        </p:spPr>
        <p:txBody>
          <a:bodyPr tIns="0" bIns="0" anchor="ctr" anchorCtr="0">
            <a:normAutofit/>
          </a:bodyPr>
          <a:lstStyle>
            <a:lvl1pPr marL="0" marR="0" indent="0" algn="ctr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1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marL="0" marR="0" lvl="0" indent="0" algn="ctr" defTabSz="561412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MODIFIER LE TEXTE</a:t>
            </a:r>
          </a:p>
        </p:txBody>
      </p:sp>
      <p:sp>
        <p:nvSpPr>
          <p:cNvPr id="27" name="Espace réservé du texte 8"/>
          <p:cNvSpPr>
            <a:spLocks noGrp="1"/>
          </p:cNvSpPr>
          <p:nvPr>
            <p:ph type="body" sz="quarter" idx="42" hasCustomPrompt="1"/>
          </p:nvPr>
        </p:nvSpPr>
        <p:spPr>
          <a:xfrm>
            <a:off x="3558120" y="5011230"/>
            <a:ext cx="5090373" cy="222506"/>
          </a:xfrm>
          <a:prstGeom prst="rect">
            <a:avLst/>
          </a:prstGeom>
          <a:noFill/>
        </p:spPr>
        <p:txBody>
          <a:bodyPr tIns="36000" bIns="0" anchor="t" anchorCtr="0"/>
          <a:lstStyle>
            <a:lvl1pPr marL="0" marR="0" indent="0" algn="ctr" defTabSz="56141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i="0">
                <a:solidFill>
                  <a:schemeClr val="accent5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marL="0" marR="0" lvl="0" indent="0" algn="ctr" defTabSz="561412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MODIFIER LE TEXTE</a:t>
            </a:r>
          </a:p>
        </p:txBody>
      </p:sp>
      <p:sp>
        <p:nvSpPr>
          <p:cNvPr id="28" name="Espace réservé du texte 8"/>
          <p:cNvSpPr>
            <a:spLocks noGrp="1"/>
          </p:cNvSpPr>
          <p:nvPr>
            <p:ph type="body" sz="quarter" idx="43" hasCustomPrompt="1"/>
          </p:nvPr>
        </p:nvSpPr>
        <p:spPr>
          <a:xfrm>
            <a:off x="3563294" y="1339704"/>
            <a:ext cx="5105167" cy="178425"/>
          </a:xfrm>
          <a:prstGeom prst="rect">
            <a:avLst/>
          </a:prstGeom>
          <a:noFill/>
        </p:spPr>
        <p:txBody>
          <a:bodyPr tIns="0" bIns="0" anchor="t" anchorCtr="0">
            <a:normAutofit/>
          </a:bodyPr>
          <a:lstStyle>
            <a:lvl1pPr marL="0" marR="0" indent="0" algn="ctr" defTabSz="561412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i="0">
                <a:solidFill>
                  <a:schemeClr val="accent5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marL="0" marR="0" lvl="0" indent="0" algn="ctr" defTabSz="561412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MODIFIER LE TEXTE</a:t>
            </a:r>
          </a:p>
        </p:txBody>
      </p:sp>
      <p:sp>
        <p:nvSpPr>
          <p:cNvPr id="5" name="Espace réservé du graphique 4"/>
          <p:cNvSpPr>
            <a:spLocks noGrp="1"/>
          </p:cNvSpPr>
          <p:nvPr>
            <p:ph type="chart" sz="quarter" idx="10" hasCustomPrompt="1"/>
          </p:nvPr>
        </p:nvSpPr>
        <p:spPr>
          <a:xfrm>
            <a:off x="3563294" y="1574015"/>
            <a:ext cx="5105167" cy="340612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/>
            </a:lvl1pPr>
          </a:lstStyle>
          <a:p>
            <a:r>
              <a:rPr lang="fr-FR" sz="1200"/>
              <a:t>Histogramme/Camembert</a:t>
            </a:r>
            <a:endParaRPr lang="fr-FR"/>
          </a:p>
        </p:txBody>
      </p:sp>
      <p:sp>
        <p:nvSpPr>
          <p:cNvPr id="29" name="Espace réservé du texte 7"/>
          <p:cNvSpPr>
            <a:spLocks noGrp="1"/>
          </p:cNvSpPr>
          <p:nvPr>
            <p:ph type="body" sz="quarter" idx="44" hasCustomPrompt="1"/>
          </p:nvPr>
        </p:nvSpPr>
        <p:spPr>
          <a:xfrm>
            <a:off x="4974919" y="2351697"/>
            <a:ext cx="2242161" cy="2005720"/>
          </a:xfrm>
          <a:prstGeom prst="rect">
            <a:avLst/>
          </a:prstGeom>
        </p:spPr>
        <p:txBody>
          <a:bodyPr lIns="108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rgbClr val="007758"/>
              </a:buClr>
              <a:buSzPct val="140000"/>
              <a:buFontTx/>
              <a:buNone/>
              <a:defRPr sz="1400" b="1" i="0">
                <a:solidFill>
                  <a:srgbClr val="6D7474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49" hasCustomPrompt="1"/>
          </p:nvPr>
        </p:nvSpPr>
        <p:spPr>
          <a:xfrm>
            <a:off x="8674745" y="1413201"/>
            <a:ext cx="755178" cy="593255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  <a:miter lim="800000"/>
          </a:ln>
        </p:spPr>
        <p:txBody>
          <a:bodyPr tIns="72000" bIns="0" anchor="ctr" anchorCtr="0">
            <a:normAutofit/>
          </a:bodyPr>
          <a:lstStyle>
            <a:lvl1pPr marL="0" indent="0" algn="ctr">
              <a:lnSpc>
                <a:spcPts val="3600"/>
              </a:lnSpc>
              <a:spcBef>
                <a:spcPts val="0"/>
              </a:spcBef>
              <a:buFontTx/>
              <a:buNone/>
              <a:defRPr sz="36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34" name="Espace réservé du texte 5"/>
          <p:cNvSpPr>
            <a:spLocks noGrp="1"/>
          </p:cNvSpPr>
          <p:nvPr>
            <p:ph type="body" sz="quarter" idx="50" hasCustomPrompt="1"/>
          </p:nvPr>
        </p:nvSpPr>
        <p:spPr>
          <a:xfrm>
            <a:off x="8674745" y="3255118"/>
            <a:ext cx="755178" cy="593254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  <a:miter lim="800000"/>
          </a:ln>
        </p:spPr>
        <p:txBody>
          <a:bodyPr tIns="72000" bIns="0" anchor="ctr" anchorCtr="0">
            <a:normAutofit/>
          </a:bodyPr>
          <a:lstStyle>
            <a:lvl1pPr marL="0" indent="0" algn="ctr">
              <a:lnSpc>
                <a:spcPts val="3600"/>
              </a:lnSpc>
              <a:spcBef>
                <a:spcPts val="0"/>
              </a:spcBef>
              <a:buFontTx/>
              <a:buNone/>
              <a:defRPr sz="36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35" name="Espace réservé du texte 5"/>
          <p:cNvSpPr>
            <a:spLocks noGrp="1"/>
          </p:cNvSpPr>
          <p:nvPr>
            <p:ph type="body" sz="quarter" idx="51" hasCustomPrompt="1"/>
          </p:nvPr>
        </p:nvSpPr>
        <p:spPr>
          <a:xfrm>
            <a:off x="702268" y="1413201"/>
            <a:ext cx="758353" cy="593255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  <a:miter lim="800000"/>
          </a:ln>
        </p:spPr>
        <p:txBody>
          <a:bodyPr tIns="72000" bIns="0" anchor="ctr" anchorCtr="0">
            <a:normAutofit/>
          </a:bodyPr>
          <a:lstStyle>
            <a:lvl1pPr marL="0" indent="0" algn="ctr">
              <a:lnSpc>
                <a:spcPts val="3600"/>
              </a:lnSpc>
              <a:spcBef>
                <a:spcPts val="0"/>
              </a:spcBef>
              <a:buFontTx/>
              <a:buNone/>
              <a:defRPr sz="36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36" name="Espace réservé du texte 5"/>
          <p:cNvSpPr>
            <a:spLocks noGrp="1"/>
          </p:cNvSpPr>
          <p:nvPr>
            <p:ph type="body" sz="quarter" idx="52" hasCustomPrompt="1"/>
          </p:nvPr>
        </p:nvSpPr>
        <p:spPr>
          <a:xfrm>
            <a:off x="702268" y="3255118"/>
            <a:ext cx="761528" cy="593254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  <a:miter lim="800000"/>
          </a:ln>
        </p:spPr>
        <p:txBody>
          <a:bodyPr tIns="72000" bIns="0" anchor="ctr" anchorCtr="0">
            <a:normAutofit/>
          </a:bodyPr>
          <a:lstStyle>
            <a:lvl1pPr marL="0" indent="0" algn="ctr">
              <a:lnSpc>
                <a:spcPts val="3600"/>
              </a:lnSpc>
              <a:spcBef>
                <a:spcPts val="0"/>
              </a:spcBef>
              <a:buFontTx/>
              <a:buNone/>
              <a:defRPr sz="36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31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1" name="Espace réservé du texte 5">
            <a:extLst>
              <a:ext uri="{FF2B5EF4-FFF2-40B4-BE49-F238E27FC236}">
                <a16:creationId xmlns:a16="http://schemas.microsoft.com/office/drawing/2014/main" id="{2E9601FA-7E61-DB46-9BD5-75BF93A70047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62" name="Espace réservé du texte 5">
            <a:extLst>
              <a:ext uri="{FF2B5EF4-FFF2-40B4-BE49-F238E27FC236}">
                <a16:creationId xmlns:a16="http://schemas.microsoft.com/office/drawing/2014/main" id="{15AADA7E-5153-4548-BBD2-A70FE75AE39C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037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66">
          <p15:clr>
            <a:srgbClr val="FBAE40"/>
          </p15:clr>
        </p15:guide>
        <p15:guide id="3" pos="3840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499682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Espace réservé du graphique 4"/>
          <p:cNvSpPr>
            <a:spLocks noGrp="1"/>
          </p:cNvSpPr>
          <p:nvPr>
            <p:ph type="chart" sz="quarter" idx="10" hasCustomPrompt="1"/>
          </p:nvPr>
        </p:nvSpPr>
        <p:spPr>
          <a:xfrm>
            <a:off x="1179324" y="1320352"/>
            <a:ext cx="3947848" cy="39493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200"/>
            </a:lvl1pPr>
          </a:lstStyle>
          <a:p>
            <a:r>
              <a:rPr lang="fr-FR" sz="1200"/>
              <a:t>Histogramme/Camembert</a:t>
            </a:r>
            <a:endParaRPr lang="fr-FR"/>
          </a:p>
        </p:txBody>
      </p:sp>
      <p:sp>
        <p:nvSpPr>
          <p:cNvPr id="31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0" name="Espace réservé du texte 4"/>
          <p:cNvSpPr>
            <a:spLocks noGrp="1"/>
          </p:cNvSpPr>
          <p:nvPr>
            <p:ph type="body" sz="quarter" idx="64" hasCustomPrompt="1"/>
          </p:nvPr>
        </p:nvSpPr>
        <p:spPr>
          <a:xfrm>
            <a:off x="5423195" y="2156753"/>
            <a:ext cx="6018524" cy="49349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lIns="108000" tIns="72000">
            <a:normAutofit/>
          </a:bodyPr>
          <a:lstStyle>
            <a:lvl1pPr marL="324000" indent="-324000" algn="l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140000"/>
              <a:buFont typeface="Arial" charset="0"/>
              <a:buChar char="•"/>
              <a:defRPr sz="1400" b="1" spc="0" baseline="0">
                <a:solidFill>
                  <a:schemeClr val="tx1"/>
                </a:solidFill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41" name="Espace réservé du texte 4"/>
          <p:cNvSpPr>
            <a:spLocks noGrp="1"/>
          </p:cNvSpPr>
          <p:nvPr>
            <p:ph type="body" sz="quarter" idx="67" hasCustomPrompt="1"/>
          </p:nvPr>
        </p:nvSpPr>
        <p:spPr>
          <a:xfrm>
            <a:off x="5423195" y="1731726"/>
            <a:ext cx="6018524" cy="408749"/>
          </a:xfrm>
          <a:prstGeom prst="rect">
            <a:avLst/>
          </a:prstGeom>
          <a:solidFill>
            <a:schemeClr val="bg1"/>
          </a:solidFill>
        </p:spPr>
        <p:txBody>
          <a:bodyPr l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800" b="1" i="0" spc="0" baseline="0">
                <a:solidFill>
                  <a:schemeClr val="accent2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 texte </a:t>
            </a:r>
          </a:p>
        </p:txBody>
      </p:sp>
      <p:sp>
        <p:nvSpPr>
          <p:cNvPr id="42" name="Espace réservé du texte 4"/>
          <p:cNvSpPr>
            <a:spLocks noGrp="1"/>
          </p:cNvSpPr>
          <p:nvPr>
            <p:ph type="body" sz="quarter" idx="68" hasCustomPrompt="1"/>
          </p:nvPr>
        </p:nvSpPr>
        <p:spPr>
          <a:xfrm>
            <a:off x="5423195" y="3838599"/>
            <a:ext cx="6018524" cy="493495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lIns="108000" tIns="72000">
            <a:normAutofit/>
          </a:bodyPr>
          <a:lstStyle>
            <a:lvl1pPr marL="324000" indent="-324000" algn="l">
              <a:lnSpc>
                <a:spcPct val="100000"/>
              </a:lnSpc>
              <a:spcBef>
                <a:spcPts val="200"/>
              </a:spcBef>
              <a:buClr>
                <a:schemeClr val="accent6"/>
              </a:buClr>
              <a:buSzPct val="140000"/>
              <a:buFont typeface="Arial" charset="0"/>
              <a:buChar char="•"/>
              <a:defRPr sz="1400" b="1" spc="0" baseline="0">
                <a:solidFill>
                  <a:schemeClr val="tx1"/>
                </a:solidFill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43" name="Espace réservé du texte 4"/>
          <p:cNvSpPr>
            <a:spLocks noGrp="1"/>
          </p:cNvSpPr>
          <p:nvPr>
            <p:ph type="body" sz="quarter" idx="69" hasCustomPrompt="1"/>
          </p:nvPr>
        </p:nvSpPr>
        <p:spPr>
          <a:xfrm>
            <a:off x="5423195" y="3413572"/>
            <a:ext cx="6018524" cy="408749"/>
          </a:xfrm>
          <a:prstGeom prst="rect">
            <a:avLst/>
          </a:prstGeom>
          <a:solidFill>
            <a:schemeClr val="bg1"/>
          </a:solidFill>
        </p:spPr>
        <p:txBody>
          <a:bodyPr l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800" b="1" i="0" spc="0" baseline="0">
                <a:solidFill>
                  <a:schemeClr val="accent6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 texte </a:t>
            </a: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B4399F44-2774-1842-BDA0-C157AF06A95E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16" name="Espace réservé du texte 5">
            <a:extLst>
              <a:ext uri="{FF2B5EF4-FFF2-40B4-BE49-F238E27FC236}">
                <a16:creationId xmlns:a16="http://schemas.microsoft.com/office/drawing/2014/main" id="{D0D35417-4471-F247-B255-F124FE8122B9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59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66">
          <p15:clr>
            <a:srgbClr val="FBAE40"/>
          </p15:clr>
        </p15:guide>
        <p15:guide id="3" pos="3840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499682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6"/>
          <p:cNvSpPr>
            <a:spLocks noGrp="1"/>
          </p:cNvSpPr>
          <p:nvPr>
            <p:ph type="body" sz="quarter" idx="48" hasCustomPrompt="1"/>
          </p:nvPr>
        </p:nvSpPr>
        <p:spPr>
          <a:xfrm rot="5400000">
            <a:off x="5990213" y="1101827"/>
            <a:ext cx="2899772" cy="2637236"/>
          </a:xfrm>
          <a:prstGeom prst="hexagon">
            <a:avLst>
              <a:gd name="adj" fmla="val 28323"/>
              <a:gd name="vf" fmla="val 115470"/>
            </a:avLst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txBody>
          <a:bodyPr vert="vert270" anchor="ctr" anchorCtr="0"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100">
                <a:solidFill>
                  <a:schemeClr val="accent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0" name="Espace réservé du texte 6"/>
          <p:cNvSpPr>
            <a:spLocks noGrp="1"/>
          </p:cNvSpPr>
          <p:nvPr>
            <p:ph type="body" sz="quarter" idx="51" hasCustomPrompt="1"/>
          </p:nvPr>
        </p:nvSpPr>
        <p:spPr>
          <a:xfrm rot="5400000">
            <a:off x="4656446" y="3289298"/>
            <a:ext cx="2899771" cy="2637235"/>
          </a:xfrm>
          <a:prstGeom prst="hexagon">
            <a:avLst>
              <a:gd name="adj" fmla="val 28323"/>
              <a:gd name="vf" fmla="val 115470"/>
            </a:avLst>
          </a:prstGeom>
          <a:solidFill>
            <a:schemeClr val="bg1"/>
          </a:solidFill>
          <a:ln w="38100">
            <a:solidFill>
              <a:schemeClr val="accent3"/>
            </a:solidFill>
          </a:ln>
        </p:spPr>
        <p:txBody>
          <a:bodyPr vert="vert270" anchor="ctr" anchorCtr="0"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100">
                <a:solidFill>
                  <a:schemeClr val="accent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4" name="Espace réservé du texte 6"/>
          <p:cNvSpPr>
            <a:spLocks noGrp="1"/>
          </p:cNvSpPr>
          <p:nvPr>
            <p:ph type="body" sz="quarter" idx="54" hasCustomPrompt="1"/>
          </p:nvPr>
        </p:nvSpPr>
        <p:spPr>
          <a:xfrm rot="5400000">
            <a:off x="3315901" y="1107404"/>
            <a:ext cx="2899772" cy="2637236"/>
          </a:xfrm>
          <a:prstGeom prst="hexagon">
            <a:avLst>
              <a:gd name="adj" fmla="val 28323"/>
              <a:gd name="vf" fmla="val 115470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vert="vert270" anchor="ctr" anchorCtr="0"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100">
                <a:solidFill>
                  <a:schemeClr val="accent1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8" name="Espace réservé du texte 4"/>
          <p:cNvSpPr>
            <a:spLocks noGrp="1"/>
          </p:cNvSpPr>
          <p:nvPr>
            <p:ph type="body" sz="quarter" idx="64" hasCustomPrompt="1"/>
          </p:nvPr>
        </p:nvSpPr>
        <p:spPr>
          <a:xfrm>
            <a:off x="296024" y="2173082"/>
            <a:ext cx="2989405" cy="2801865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lIns="108000">
            <a:normAutofit/>
          </a:bodyPr>
          <a:lstStyle>
            <a:lvl1pPr marL="324000" indent="-324000" algn="l">
              <a:lnSpc>
                <a:spcPct val="100000"/>
              </a:lnSpc>
              <a:spcBef>
                <a:spcPts val="200"/>
              </a:spcBef>
              <a:buClr>
                <a:schemeClr val="accent2"/>
              </a:buClr>
              <a:buSzPct val="140000"/>
              <a:buFont typeface="Arial" charset="0"/>
              <a:buChar char="•"/>
              <a:defRPr sz="1200" b="0" spc="0" baseline="0">
                <a:solidFill>
                  <a:schemeClr val="tx1"/>
                </a:solidFill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89" name="Espace réservé du texte 4"/>
          <p:cNvSpPr>
            <a:spLocks noGrp="1"/>
          </p:cNvSpPr>
          <p:nvPr>
            <p:ph type="body" sz="quarter" idx="65" hasCustomPrompt="1"/>
          </p:nvPr>
        </p:nvSpPr>
        <p:spPr>
          <a:xfrm>
            <a:off x="296024" y="1600203"/>
            <a:ext cx="2989405" cy="556602"/>
          </a:xfrm>
          <a:prstGeom prst="rect">
            <a:avLst/>
          </a:prstGeom>
          <a:solidFill>
            <a:schemeClr val="bg1"/>
          </a:solidFill>
        </p:spPr>
        <p:txBody>
          <a:bodyPr lIns="0" anchor="ctr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800" b="1" i="0" spc="0" baseline="0">
                <a:solidFill>
                  <a:schemeClr val="accent2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 texte </a:t>
            </a:r>
          </a:p>
        </p:txBody>
      </p:sp>
      <p:sp>
        <p:nvSpPr>
          <p:cNvPr id="90" name="Espace réservé du texte 4"/>
          <p:cNvSpPr>
            <a:spLocks noGrp="1"/>
          </p:cNvSpPr>
          <p:nvPr>
            <p:ph type="body" sz="quarter" idx="66" hasCustomPrompt="1"/>
          </p:nvPr>
        </p:nvSpPr>
        <p:spPr>
          <a:xfrm>
            <a:off x="8898502" y="2173080"/>
            <a:ext cx="2989405" cy="2801867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txBody>
          <a:bodyPr lIns="108000">
            <a:normAutofit/>
          </a:bodyPr>
          <a:lstStyle>
            <a:lvl1pPr marL="324000" indent="-324000" algn="l">
              <a:lnSpc>
                <a:spcPct val="100000"/>
              </a:lnSpc>
              <a:spcBef>
                <a:spcPts val="200"/>
              </a:spcBef>
              <a:buClr>
                <a:schemeClr val="accent4"/>
              </a:buClr>
              <a:buSzPct val="140000"/>
              <a:buFont typeface="Arial" charset="0"/>
              <a:buChar char="•"/>
              <a:defRPr sz="1200" b="0" spc="0" baseline="0">
                <a:solidFill>
                  <a:schemeClr val="tx1"/>
                </a:solidFill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91" name="Espace réservé du texte 4"/>
          <p:cNvSpPr>
            <a:spLocks noGrp="1"/>
          </p:cNvSpPr>
          <p:nvPr>
            <p:ph type="body" sz="quarter" idx="67" hasCustomPrompt="1"/>
          </p:nvPr>
        </p:nvSpPr>
        <p:spPr>
          <a:xfrm>
            <a:off x="8898502" y="1600203"/>
            <a:ext cx="2989405" cy="556602"/>
          </a:xfrm>
          <a:prstGeom prst="rect">
            <a:avLst/>
          </a:prstGeom>
          <a:solidFill>
            <a:schemeClr val="bg1"/>
          </a:solidFill>
        </p:spPr>
        <p:txBody>
          <a:bodyPr lIns="9000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800" b="1" i="0" spc="0" baseline="0">
                <a:solidFill>
                  <a:schemeClr val="accent4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 texte </a:t>
            </a:r>
          </a:p>
        </p:txBody>
      </p:sp>
      <p:sp>
        <p:nvSpPr>
          <p:cNvPr id="92" name="Espace réservé du texte 4"/>
          <p:cNvSpPr>
            <a:spLocks noGrp="1"/>
          </p:cNvSpPr>
          <p:nvPr>
            <p:ph type="body" sz="quarter" idx="68" hasCustomPrompt="1"/>
          </p:nvPr>
        </p:nvSpPr>
        <p:spPr>
          <a:xfrm>
            <a:off x="296024" y="5938481"/>
            <a:ext cx="11624541" cy="356635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lIns="108000">
            <a:normAutofit/>
          </a:bodyPr>
          <a:lstStyle>
            <a:lvl1pPr marL="324000" indent="-324000" algn="l">
              <a:lnSpc>
                <a:spcPct val="100000"/>
              </a:lnSpc>
              <a:spcBef>
                <a:spcPts val="200"/>
              </a:spcBef>
              <a:buClr>
                <a:schemeClr val="accent3"/>
              </a:buClr>
              <a:buSzPct val="140000"/>
              <a:buFont typeface="Arial" charset="0"/>
              <a:buChar char="•"/>
              <a:defRPr sz="1200" b="0" spc="0" baseline="0">
                <a:solidFill>
                  <a:schemeClr val="tx1"/>
                </a:solidFill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93" name="Espace réservé du texte 4"/>
          <p:cNvSpPr>
            <a:spLocks noGrp="1"/>
          </p:cNvSpPr>
          <p:nvPr>
            <p:ph type="body" sz="quarter" idx="69" hasCustomPrompt="1"/>
          </p:nvPr>
        </p:nvSpPr>
        <p:spPr>
          <a:xfrm>
            <a:off x="3834904" y="5566954"/>
            <a:ext cx="4521994" cy="354127"/>
          </a:xfrm>
          <a:prstGeom prst="rect">
            <a:avLst/>
          </a:prstGeom>
          <a:solidFill>
            <a:schemeClr val="bg1"/>
          </a:solidFill>
        </p:spPr>
        <p:txBody>
          <a:bodyPr lIns="0" tIns="3600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800" b="1" i="0" spc="0" baseline="0">
                <a:solidFill>
                  <a:schemeClr val="accent3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 texte </a:t>
            </a:r>
          </a:p>
        </p:txBody>
      </p:sp>
      <p:sp>
        <p:nvSpPr>
          <p:cNvPr id="95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19442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8" name="Espace réservé du texte 4"/>
          <p:cNvSpPr>
            <a:spLocks noGrp="1"/>
          </p:cNvSpPr>
          <p:nvPr>
            <p:ph type="body" sz="quarter" idx="64" hasCustomPrompt="1"/>
          </p:nvPr>
        </p:nvSpPr>
        <p:spPr>
          <a:xfrm>
            <a:off x="676200" y="2949418"/>
            <a:ext cx="2465619" cy="326434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lIns="108000" tIns="108000">
            <a:normAutofit/>
          </a:bodyPr>
          <a:lstStyle>
            <a:lvl1pPr marL="223200" indent="-154800" algn="l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40000"/>
              <a:buFont typeface="Arial" charset="0"/>
              <a:buChar char="•"/>
              <a:defRPr sz="1400" b="0" spc="0" baseline="0">
                <a:solidFill>
                  <a:schemeClr val="tx1"/>
                </a:solidFill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89" name="Espace réservé du texte 4"/>
          <p:cNvSpPr>
            <a:spLocks noGrp="1"/>
          </p:cNvSpPr>
          <p:nvPr>
            <p:ph type="body" sz="quarter" idx="65" hasCustomPrompt="1"/>
          </p:nvPr>
        </p:nvSpPr>
        <p:spPr>
          <a:xfrm>
            <a:off x="676200" y="2392869"/>
            <a:ext cx="2465619" cy="556602"/>
          </a:xfrm>
          <a:prstGeom prst="rect">
            <a:avLst/>
          </a:prstGeom>
          <a:solidFill>
            <a:schemeClr val="accent2"/>
          </a:solidFill>
        </p:spPr>
        <p:txBody>
          <a:bodyPr l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600" b="1" i="0" spc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 </a:t>
            </a: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68" hasCustomPrompt="1"/>
          </p:nvPr>
        </p:nvSpPr>
        <p:spPr>
          <a:xfrm>
            <a:off x="3471582" y="2949418"/>
            <a:ext cx="2465619" cy="326434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lIns="108000" tIns="108000">
            <a:normAutofit/>
          </a:bodyPr>
          <a:lstStyle>
            <a:lvl1pPr marL="223200" indent="-154800" algn="l">
              <a:lnSpc>
                <a:spcPct val="100000"/>
              </a:lnSpc>
              <a:spcBef>
                <a:spcPts val="300"/>
              </a:spcBef>
              <a:buClr>
                <a:schemeClr val="accent4"/>
              </a:buClr>
              <a:buSzPct val="140000"/>
              <a:buFont typeface="Arial" charset="0"/>
              <a:buChar char="•"/>
              <a:defRPr sz="1400" b="0" spc="0" baseline="0">
                <a:solidFill>
                  <a:schemeClr val="tx1"/>
                </a:solidFill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69" hasCustomPrompt="1"/>
          </p:nvPr>
        </p:nvSpPr>
        <p:spPr>
          <a:xfrm>
            <a:off x="3471582" y="2392869"/>
            <a:ext cx="2465619" cy="556602"/>
          </a:xfrm>
          <a:prstGeom prst="rect">
            <a:avLst/>
          </a:prstGeom>
          <a:solidFill>
            <a:schemeClr val="accent4"/>
          </a:solidFill>
        </p:spPr>
        <p:txBody>
          <a:bodyPr l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600" b="1" i="0" spc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 </a:t>
            </a: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70" hasCustomPrompt="1"/>
          </p:nvPr>
        </p:nvSpPr>
        <p:spPr>
          <a:xfrm>
            <a:off x="6272413" y="2949418"/>
            <a:ext cx="2465619" cy="3264341"/>
          </a:xfrm>
          <a:prstGeom prst="rect">
            <a:avLst/>
          </a:prstGeom>
          <a:solidFill>
            <a:schemeClr val="bg1"/>
          </a:solidFill>
          <a:ln w="12700">
            <a:solidFill>
              <a:srgbClr val="71BB86"/>
            </a:solidFill>
          </a:ln>
        </p:spPr>
        <p:txBody>
          <a:bodyPr lIns="108000" tIns="108000">
            <a:normAutofit/>
          </a:bodyPr>
          <a:lstStyle>
            <a:lvl1pPr marL="223200" indent="-154800" algn="l">
              <a:lnSpc>
                <a:spcPct val="100000"/>
              </a:lnSpc>
              <a:spcBef>
                <a:spcPts val="300"/>
              </a:spcBef>
              <a:buClr>
                <a:srgbClr val="71BB86"/>
              </a:buClr>
              <a:buSzPct val="140000"/>
              <a:buFont typeface="Arial" charset="0"/>
              <a:buChar char="•"/>
              <a:defRPr sz="1400" b="0" spc="0" baseline="0">
                <a:solidFill>
                  <a:schemeClr val="tx1"/>
                </a:solidFill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20" name="Espace réservé du texte 4"/>
          <p:cNvSpPr>
            <a:spLocks noGrp="1"/>
          </p:cNvSpPr>
          <p:nvPr>
            <p:ph type="body" sz="quarter" idx="71" hasCustomPrompt="1"/>
          </p:nvPr>
        </p:nvSpPr>
        <p:spPr>
          <a:xfrm>
            <a:off x="6272413" y="2392869"/>
            <a:ext cx="2465619" cy="556602"/>
          </a:xfrm>
          <a:prstGeom prst="rect">
            <a:avLst/>
          </a:prstGeom>
          <a:solidFill>
            <a:srgbClr val="71BB86"/>
          </a:solidFill>
        </p:spPr>
        <p:txBody>
          <a:bodyPr l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600" b="1" i="0" spc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 </a:t>
            </a:r>
          </a:p>
        </p:txBody>
      </p:sp>
      <p:sp>
        <p:nvSpPr>
          <p:cNvPr id="21" name="Espace réservé du texte 4"/>
          <p:cNvSpPr>
            <a:spLocks noGrp="1"/>
          </p:cNvSpPr>
          <p:nvPr>
            <p:ph type="body" sz="quarter" idx="72" hasCustomPrompt="1"/>
          </p:nvPr>
        </p:nvSpPr>
        <p:spPr>
          <a:xfrm>
            <a:off x="9067795" y="2949418"/>
            <a:ext cx="2465619" cy="326434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lIns="108000" tIns="108000">
            <a:normAutofit/>
          </a:bodyPr>
          <a:lstStyle>
            <a:lvl1pPr marL="223200" indent="-154800" algn="l">
              <a:lnSpc>
                <a:spcPct val="100000"/>
              </a:lnSpc>
              <a:spcBef>
                <a:spcPts val="300"/>
              </a:spcBef>
              <a:buClr>
                <a:schemeClr val="accent3"/>
              </a:buClr>
              <a:buSzPct val="140000"/>
              <a:buFont typeface="Arial" charset="0"/>
              <a:buChar char="•"/>
              <a:defRPr sz="1400" b="0" spc="0" baseline="0">
                <a:solidFill>
                  <a:schemeClr val="tx1"/>
                </a:solidFill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73" hasCustomPrompt="1"/>
          </p:nvPr>
        </p:nvSpPr>
        <p:spPr>
          <a:xfrm>
            <a:off x="9067795" y="2392869"/>
            <a:ext cx="2465619" cy="556602"/>
          </a:xfrm>
          <a:prstGeom prst="rect">
            <a:avLst/>
          </a:prstGeom>
          <a:solidFill>
            <a:schemeClr val="accent3"/>
          </a:solidFill>
        </p:spPr>
        <p:txBody>
          <a:bodyPr l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600" b="1" i="0" spc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 </a:t>
            </a:r>
          </a:p>
        </p:txBody>
      </p:sp>
      <p:sp>
        <p:nvSpPr>
          <p:cNvPr id="23" name="Espace réservé pour une image  10"/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1405009" y="1317429"/>
            <a:ext cx="1008000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28" name="Espace réservé pour une image  10"/>
          <p:cNvSpPr>
            <a:spLocks noGrp="1" noChangeAspect="1"/>
          </p:cNvSpPr>
          <p:nvPr>
            <p:ph type="pic" sz="quarter" idx="74" hasCustomPrompt="1"/>
          </p:nvPr>
        </p:nvSpPr>
        <p:spPr>
          <a:xfrm>
            <a:off x="4200391" y="1317429"/>
            <a:ext cx="1008000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29" name="Espace réservé pour une image  10"/>
          <p:cNvSpPr>
            <a:spLocks noGrp="1" noChangeAspect="1"/>
          </p:cNvSpPr>
          <p:nvPr>
            <p:ph type="pic" sz="quarter" idx="75" hasCustomPrompt="1"/>
          </p:nvPr>
        </p:nvSpPr>
        <p:spPr>
          <a:xfrm>
            <a:off x="7001222" y="1317429"/>
            <a:ext cx="1008000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30" name="Espace réservé pour une image  10"/>
          <p:cNvSpPr>
            <a:spLocks noGrp="1" noChangeAspect="1"/>
          </p:cNvSpPr>
          <p:nvPr>
            <p:ph type="pic" sz="quarter" idx="76" hasCustomPrompt="1"/>
          </p:nvPr>
        </p:nvSpPr>
        <p:spPr>
          <a:xfrm>
            <a:off x="9802053" y="1317429"/>
            <a:ext cx="1008000" cy="100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31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77372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space réservé du texte 25"/>
          <p:cNvSpPr>
            <a:spLocks noGrp="1"/>
          </p:cNvSpPr>
          <p:nvPr>
            <p:ph type="body" sz="quarter" idx="30" hasCustomPrompt="1"/>
          </p:nvPr>
        </p:nvSpPr>
        <p:spPr>
          <a:xfrm>
            <a:off x="3057525" y="5669991"/>
            <a:ext cx="6629401" cy="587589"/>
          </a:xfrm>
          <a:prstGeom prst="parallelogram">
            <a:avLst>
              <a:gd name="adj" fmla="val 67249"/>
            </a:avLst>
          </a:prstGeom>
          <a:noFill/>
          <a:ln>
            <a:solidFill>
              <a:schemeClr val="accent1"/>
            </a:solidFill>
          </a:ln>
        </p:spPr>
        <p:txBody>
          <a:bodyPr lIns="72000" tIns="108000" rIns="0" anchor="ctr" anchorCtr="0"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400" b="0" spc="0" baseline="0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accent6"/>
                </a:solidFill>
              </a:defRPr>
            </a:lvl2pPr>
            <a:lvl3pPr>
              <a:defRPr sz="1400" b="1">
                <a:solidFill>
                  <a:schemeClr val="accent6"/>
                </a:solidFill>
              </a:defRPr>
            </a:lvl3pPr>
            <a:lvl4pPr>
              <a:defRPr sz="1400" b="1">
                <a:solidFill>
                  <a:schemeClr val="accent6"/>
                </a:solidFill>
              </a:defRPr>
            </a:lvl4pPr>
            <a:lvl5pPr>
              <a:defRPr sz="1400" b="1">
                <a:solidFill>
                  <a:schemeClr val="accent6"/>
                </a:solidFill>
              </a:defRPr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26" name="Espace réservé du texte 25"/>
          <p:cNvSpPr>
            <a:spLocks noGrp="1"/>
          </p:cNvSpPr>
          <p:nvPr>
            <p:ph type="body" sz="quarter" idx="29" hasCustomPrompt="1"/>
          </p:nvPr>
        </p:nvSpPr>
        <p:spPr>
          <a:xfrm>
            <a:off x="-614363" y="5461625"/>
            <a:ext cx="8071803" cy="342613"/>
          </a:xfrm>
          <a:prstGeom prst="parallelogram">
            <a:avLst>
              <a:gd name="adj" fmla="val 68472"/>
            </a:avLst>
          </a:prstGeom>
          <a:solidFill>
            <a:schemeClr val="accent1"/>
          </a:solidFill>
        </p:spPr>
        <p:txBody>
          <a:bodyPr anchor="ctr" anchorCtr="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400" b="1" spc="100" baseline="0">
                <a:solidFill>
                  <a:schemeClr val="bg1"/>
                </a:solidFill>
              </a:defRPr>
            </a:lvl1pPr>
            <a:lvl2pPr>
              <a:defRPr sz="1400" b="1">
                <a:solidFill>
                  <a:schemeClr val="accent6"/>
                </a:solidFill>
              </a:defRPr>
            </a:lvl2pPr>
            <a:lvl3pPr>
              <a:defRPr sz="1400" b="1">
                <a:solidFill>
                  <a:schemeClr val="accent6"/>
                </a:solidFill>
              </a:defRPr>
            </a:lvl3pPr>
            <a:lvl4pPr>
              <a:defRPr sz="1400" b="1">
                <a:solidFill>
                  <a:schemeClr val="accent6"/>
                </a:solidFill>
              </a:defRPr>
            </a:lvl4pPr>
            <a:lvl5pPr>
              <a:defRPr sz="1400" b="1">
                <a:solidFill>
                  <a:schemeClr val="accent6"/>
                </a:solidFill>
              </a:defRPr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499682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42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3" name="Espace réservé du texte 4"/>
          <p:cNvSpPr>
            <a:spLocks noGrp="1"/>
          </p:cNvSpPr>
          <p:nvPr>
            <p:ph type="body" sz="quarter" idx="64" hasCustomPrompt="1"/>
          </p:nvPr>
        </p:nvSpPr>
        <p:spPr>
          <a:xfrm>
            <a:off x="2890669" y="1397692"/>
            <a:ext cx="2408113" cy="654667"/>
          </a:xfrm>
          <a:prstGeom prst="rect">
            <a:avLst/>
          </a:prstGeom>
          <a:solidFill>
            <a:srgbClr val="C6D024"/>
          </a:solidFill>
          <a:ln w="12700">
            <a:noFill/>
          </a:ln>
        </p:spPr>
        <p:txBody>
          <a:bodyPr lIns="108000" tIns="108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44" name="Espace réservé du texte 4"/>
          <p:cNvSpPr>
            <a:spLocks noGrp="1"/>
          </p:cNvSpPr>
          <p:nvPr>
            <p:ph type="body" sz="quarter" idx="65" hasCustomPrompt="1"/>
          </p:nvPr>
        </p:nvSpPr>
        <p:spPr>
          <a:xfrm>
            <a:off x="2251114" y="1397692"/>
            <a:ext cx="639555" cy="6546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36000" rIns="0" bIns="0" anchor="ctr" anchorCtr="0">
            <a:norm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Clr>
                <a:srgbClr val="FFC301"/>
              </a:buClr>
              <a:buSzPct val="140000"/>
              <a:buFontTx/>
              <a:buNone/>
              <a:defRPr sz="2000" b="1" i="0" spc="0" baseline="0">
                <a:solidFill>
                  <a:schemeClr val="accent5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32" name="Espace réservé du texte 4"/>
          <p:cNvSpPr>
            <a:spLocks noGrp="1"/>
          </p:cNvSpPr>
          <p:nvPr>
            <p:ph type="body" sz="quarter" idx="69" hasCustomPrompt="1"/>
          </p:nvPr>
        </p:nvSpPr>
        <p:spPr>
          <a:xfrm>
            <a:off x="2890669" y="2197790"/>
            <a:ext cx="2408113" cy="654667"/>
          </a:xfrm>
          <a:prstGeom prst="rect">
            <a:avLst/>
          </a:prstGeom>
          <a:solidFill>
            <a:srgbClr val="00B7EB"/>
          </a:solidFill>
          <a:ln w="12700">
            <a:noFill/>
          </a:ln>
        </p:spPr>
        <p:txBody>
          <a:bodyPr lIns="108000" tIns="108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33" name="Espace réservé du texte 4"/>
          <p:cNvSpPr>
            <a:spLocks noGrp="1"/>
          </p:cNvSpPr>
          <p:nvPr>
            <p:ph type="body" sz="quarter" idx="70" hasCustomPrompt="1"/>
          </p:nvPr>
        </p:nvSpPr>
        <p:spPr>
          <a:xfrm>
            <a:off x="2251114" y="2197790"/>
            <a:ext cx="639555" cy="6546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36000" rIns="0" bIns="0" anchor="ctr" anchorCtr="0">
            <a:norm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Clr>
                <a:srgbClr val="FFC301"/>
              </a:buClr>
              <a:buSzPct val="140000"/>
              <a:buFontTx/>
              <a:buNone/>
              <a:defRPr sz="2000" b="1" i="0" spc="0" baseline="0">
                <a:solidFill>
                  <a:schemeClr val="accent5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35" name="Espace réservé du texte 4"/>
          <p:cNvSpPr>
            <a:spLocks noGrp="1"/>
          </p:cNvSpPr>
          <p:nvPr>
            <p:ph type="body" sz="quarter" idx="71" hasCustomPrompt="1"/>
          </p:nvPr>
        </p:nvSpPr>
        <p:spPr>
          <a:xfrm>
            <a:off x="2890669" y="2993745"/>
            <a:ext cx="2408113" cy="654667"/>
          </a:xfrm>
          <a:prstGeom prst="rect">
            <a:avLst/>
          </a:prstGeom>
          <a:solidFill>
            <a:srgbClr val="E62773"/>
          </a:solidFill>
          <a:ln w="12700">
            <a:noFill/>
          </a:ln>
        </p:spPr>
        <p:txBody>
          <a:bodyPr lIns="108000" tIns="108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36" name="Espace réservé du texte 4"/>
          <p:cNvSpPr>
            <a:spLocks noGrp="1"/>
          </p:cNvSpPr>
          <p:nvPr>
            <p:ph type="body" sz="quarter" idx="72" hasCustomPrompt="1"/>
          </p:nvPr>
        </p:nvSpPr>
        <p:spPr>
          <a:xfrm>
            <a:off x="2251114" y="2993745"/>
            <a:ext cx="639555" cy="6546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36000" rIns="0" bIns="0" anchor="ctr" anchorCtr="0">
            <a:norm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Clr>
                <a:srgbClr val="FFC301"/>
              </a:buClr>
              <a:buSzPct val="140000"/>
              <a:buFontTx/>
              <a:buNone/>
              <a:defRPr sz="2000" b="1" i="0" spc="0" baseline="0">
                <a:solidFill>
                  <a:schemeClr val="accent5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37" name="Espace réservé du texte 4"/>
          <p:cNvSpPr>
            <a:spLocks noGrp="1"/>
          </p:cNvSpPr>
          <p:nvPr>
            <p:ph type="body" sz="quarter" idx="73" hasCustomPrompt="1"/>
          </p:nvPr>
        </p:nvSpPr>
        <p:spPr>
          <a:xfrm>
            <a:off x="2890669" y="3793843"/>
            <a:ext cx="2408113" cy="65466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lIns="108000" tIns="108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38" name="Espace réservé du texte 4"/>
          <p:cNvSpPr>
            <a:spLocks noGrp="1"/>
          </p:cNvSpPr>
          <p:nvPr>
            <p:ph type="body" sz="quarter" idx="74" hasCustomPrompt="1"/>
          </p:nvPr>
        </p:nvSpPr>
        <p:spPr>
          <a:xfrm>
            <a:off x="2251114" y="3793843"/>
            <a:ext cx="639555" cy="6546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36000" rIns="0" bIns="0" anchor="ctr" anchorCtr="0">
            <a:norm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Clr>
                <a:srgbClr val="FFC301"/>
              </a:buClr>
              <a:buSzPct val="140000"/>
              <a:buFontTx/>
              <a:buNone/>
              <a:defRPr sz="2000" b="1" i="0" spc="0" baseline="0">
                <a:solidFill>
                  <a:schemeClr val="accent5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39" name="Espace réservé du texte 4"/>
          <p:cNvSpPr>
            <a:spLocks noGrp="1"/>
          </p:cNvSpPr>
          <p:nvPr>
            <p:ph type="body" sz="quarter" idx="75" hasCustomPrompt="1"/>
          </p:nvPr>
        </p:nvSpPr>
        <p:spPr>
          <a:xfrm>
            <a:off x="7446335" y="1397692"/>
            <a:ext cx="2408113" cy="654667"/>
          </a:xfrm>
          <a:prstGeom prst="rect">
            <a:avLst/>
          </a:prstGeom>
          <a:solidFill>
            <a:srgbClr val="C6D024"/>
          </a:solidFill>
          <a:ln w="12700">
            <a:noFill/>
          </a:ln>
        </p:spPr>
        <p:txBody>
          <a:bodyPr lIns="108000" tIns="108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40" name="Espace réservé du texte 4"/>
          <p:cNvSpPr>
            <a:spLocks noGrp="1"/>
          </p:cNvSpPr>
          <p:nvPr>
            <p:ph type="body" sz="quarter" idx="76" hasCustomPrompt="1"/>
          </p:nvPr>
        </p:nvSpPr>
        <p:spPr>
          <a:xfrm>
            <a:off x="6806780" y="1397692"/>
            <a:ext cx="639555" cy="6546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36000" rIns="0" bIns="0" anchor="ctr" anchorCtr="0">
            <a:norm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Clr>
                <a:srgbClr val="FFC301"/>
              </a:buClr>
              <a:buSzPct val="140000"/>
              <a:buFontTx/>
              <a:buNone/>
              <a:defRPr sz="2000" b="1" i="0" spc="0" baseline="0">
                <a:solidFill>
                  <a:schemeClr val="accent5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41" name="Espace réservé du texte 4"/>
          <p:cNvSpPr>
            <a:spLocks noGrp="1"/>
          </p:cNvSpPr>
          <p:nvPr>
            <p:ph type="body" sz="quarter" idx="77" hasCustomPrompt="1"/>
          </p:nvPr>
        </p:nvSpPr>
        <p:spPr>
          <a:xfrm>
            <a:off x="7446335" y="2197790"/>
            <a:ext cx="2408113" cy="654667"/>
          </a:xfrm>
          <a:prstGeom prst="rect">
            <a:avLst/>
          </a:prstGeom>
          <a:solidFill>
            <a:srgbClr val="00B7EB"/>
          </a:solidFill>
          <a:ln w="12700">
            <a:noFill/>
          </a:ln>
        </p:spPr>
        <p:txBody>
          <a:bodyPr lIns="108000" tIns="108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45" name="Espace réservé du texte 4"/>
          <p:cNvSpPr>
            <a:spLocks noGrp="1"/>
          </p:cNvSpPr>
          <p:nvPr>
            <p:ph type="body" sz="quarter" idx="78" hasCustomPrompt="1"/>
          </p:nvPr>
        </p:nvSpPr>
        <p:spPr>
          <a:xfrm>
            <a:off x="6806780" y="2197790"/>
            <a:ext cx="639555" cy="6546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36000" rIns="0" bIns="0" anchor="ctr" anchorCtr="0">
            <a:norm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Clr>
                <a:srgbClr val="FFC301"/>
              </a:buClr>
              <a:buSzPct val="140000"/>
              <a:buFontTx/>
              <a:buNone/>
              <a:defRPr sz="2000" b="1" i="0" spc="0" baseline="0">
                <a:solidFill>
                  <a:schemeClr val="accent5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49" name="Espace réservé du texte 4"/>
          <p:cNvSpPr>
            <a:spLocks noGrp="1"/>
          </p:cNvSpPr>
          <p:nvPr>
            <p:ph type="body" sz="quarter" idx="79" hasCustomPrompt="1"/>
          </p:nvPr>
        </p:nvSpPr>
        <p:spPr>
          <a:xfrm>
            <a:off x="7446335" y="2993745"/>
            <a:ext cx="2408113" cy="654667"/>
          </a:xfrm>
          <a:prstGeom prst="rect">
            <a:avLst/>
          </a:prstGeom>
          <a:solidFill>
            <a:srgbClr val="E62773"/>
          </a:solidFill>
          <a:ln w="12700">
            <a:noFill/>
          </a:ln>
        </p:spPr>
        <p:txBody>
          <a:bodyPr lIns="108000" tIns="108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50" name="Espace réservé du texte 4"/>
          <p:cNvSpPr>
            <a:spLocks noGrp="1"/>
          </p:cNvSpPr>
          <p:nvPr>
            <p:ph type="body" sz="quarter" idx="80" hasCustomPrompt="1"/>
          </p:nvPr>
        </p:nvSpPr>
        <p:spPr>
          <a:xfrm>
            <a:off x="6806780" y="2993745"/>
            <a:ext cx="639555" cy="6546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36000" rIns="0" bIns="0" anchor="ctr" anchorCtr="0">
            <a:norm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Clr>
                <a:srgbClr val="FFC301"/>
              </a:buClr>
              <a:buSzPct val="140000"/>
              <a:buFontTx/>
              <a:buNone/>
              <a:defRPr sz="2000" b="1" i="0" spc="0" baseline="0">
                <a:solidFill>
                  <a:schemeClr val="accent5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51" name="Espace réservé du texte 4"/>
          <p:cNvSpPr>
            <a:spLocks noGrp="1"/>
          </p:cNvSpPr>
          <p:nvPr>
            <p:ph type="body" sz="quarter" idx="81" hasCustomPrompt="1"/>
          </p:nvPr>
        </p:nvSpPr>
        <p:spPr>
          <a:xfrm>
            <a:off x="7446335" y="3793843"/>
            <a:ext cx="2408113" cy="654667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lIns="108000" tIns="108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52" name="Espace réservé du texte 4"/>
          <p:cNvSpPr>
            <a:spLocks noGrp="1"/>
          </p:cNvSpPr>
          <p:nvPr>
            <p:ph type="body" sz="quarter" idx="82" hasCustomPrompt="1"/>
          </p:nvPr>
        </p:nvSpPr>
        <p:spPr>
          <a:xfrm>
            <a:off x="6806780" y="3793843"/>
            <a:ext cx="639555" cy="65466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36000" rIns="0" bIns="0" anchor="ctr" anchorCtr="0">
            <a:norm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Clr>
                <a:srgbClr val="FFC301"/>
              </a:buClr>
              <a:buSzPct val="140000"/>
              <a:buFontTx/>
              <a:buNone/>
              <a:defRPr sz="2000" b="1" i="0" spc="0" baseline="0">
                <a:solidFill>
                  <a:schemeClr val="accent5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54" name="Espace réservé du texte 4"/>
          <p:cNvSpPr>
            <a:spLocks noGrp="1"/>
          </p:cNvSpPr>
          <p:nvPr>
            <p:ph type="body" sz="quarter" idx="83" hasCustomPrompt="1"/>
          </p:nvPr>
        </p:nvSpPr>
        <p:spPr>
          <a:xfrm>
            <a:off x="2251113" y="4624856"/>
            <a:ext cx="3047669" cy="404381"/>
          </a:xfrm>
          <a:prstGeom prst="rect">
            <a:avLst/>
          </a:prstGeom>
          <a:noFill/>
          <a:ln w="12700">
            <a:noFill/>
          </a:ln>
        </p:spPr>
        <p:txBody>
          <a:bodyPr lIns="36000" tIns="108000" rIns="36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tx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56" name="Espace réservé du texte 4"/>
          <p:cNvSpPr>
            <a:spLocks noGrp="1"/>
          </p:cNvSpPr>
          <p:nvPr>
            <p:ph type="body" sz="quarter" idx="84" hasCustomPrompt="1"/>
          </p:nvPr>
        </p:nvSpPr>
        <p:spPr>
          <a:xfrm>
            <a:off x="2251113" y="5000222"/>
            <a:ext cx="3047669" cy="237382"/>
          </a:xfrm>
          <a:prstGeom prst="rect">
            <a:avLst/>
          </a:prstGeom>
          <a:noFill/>
          <a:ln w="12700">
            <a:noFill/>
          </a:ln>
        </p:spPr>
        <p:txBody>
          <a:bodyPr lIns="36000" tIns="108000" rIns="36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400" b="1" i="1" spc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57" name="Espace réservé du texte 4"/>
          <p:cNvSpPr>
            <a:spLocks noGrp="1"/>
          </p:cNvSpPr>
          <p:nvPr>
            <p:ph type="body" sz="quarter" idx="85" hasCustomPrompt="1"/>
          </p:nvPr>
        </p:nvSpPr>
        <p:spPr>
          <a:xfrm>
            <a:off x="6806784" y="4624856"/>
            <a:ext cx="3047669" cy="404381"/>
          </a:xfrm>
          <a:prstGeom prst="rect">
            <a:avLst/>
          </a:prstGeom>
          <a:noFill/>
          <a:ln w="12700">
            <a:noFill/>
          </a:ln>
        </p:spPr>
        <p:txBody>
          <a:bodyPr lIns="36000" tIns="108000" rIns="36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tx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58" name="Espace réservé du texte 4"/>
          <p:cNvSpPr>
            <a:spLocks noGrp="1"/>
          </p:cNvSpPr>
          <p:nvPr>
            <p:ph type="body" sz="quarter" idx="86" hasCustomPrompt="1"/>
          </p:nvPr>
        </p:nvSpPr>
        <p:spPr>
          <a:xfrm>
            <a:off x="6806784" y="5000222"/>
            <a:ext cx="3047669" cy="237382"/>
          </a:xfrm>
          <a:prstGeom prst="rect">
            <a:avLst/>
          </a:prstGeom>
          <a:noFill/>
          <a:ln w="12700">
            <a:noFill/>
          </a:ln>
        </p:spPr>
        <p:txBody>
          <a:bodyPr lIns="36000" tIns="108000" rIns="36000" bIns="108000" anchor="ctr" anchorCtr="0">
            <a:normAutofit/>
          </a:bodyPr>
          <a:lstStyle>
            <a:lvl1pPr marL="68400" indent="0" algn="ctr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400" b="1" i="1" spc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</a:t>
            </a:r>
          </a:p>
        </p:txBody>
      </p:sp>
    </p:spTree>
    <p:extLst>
      <p:ext uri="{BB962C8B-B14F-4D97-AF65-F5344CB8AC3E}">
        <p14:creationId xmlns:p14="http://schemas.microsoft.com/office/powerpoint/2010/main" val="1765859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4" name="Espace réservé du texte 7"/>
          <p:cNvSpPr>
            <a:spLocks noGrp="1"/>
          </p:cNvSpPr>
          <p:nvPr>
            <p:ph type="body" sz="quarter" idx="49" hasCustomPrompt="1"/>
          </p:nvPr>
        </p:nvSpPr>
        <p:spPr>
          <a:xfrm>
            <a:off x="2502030" y="4888092"/>
            <a:ext cx="1823964" cy="32030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  <a:alpha val="88000"/>
              </a:schemeClr>
            </a:solidFill>
          </a:ln>
        </p:spPr>
        <p:txBody>
          <a:bodyPr lIns="144000" tIns="108000" rIns="14400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83A2"/>
              </a:buClr>
              <a:buSzPct val="300000"/>
              <a:buFont typeface="Wingdings" charset="2"/>
              <a:buChar char="§"/>
              <a:defRPr sz="1100" baseline="0">
                <a:solidFill>
                  <a:schemeClr val="accent5"/>
                </a:solidFill>
              </a:defRPr>
            </a:lvl1pPr>
            <a:lvl2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 Modifier texte</a:t>
            </a:r>
          </a:p>
        </p:txBody>
      </p:sp>
      <p:sp>
        <p:nvSpPr>
          <p:cNvPr id="66" name="Espace réservé du texte 8"/>
          <p:cNvSpPr>
            <a:spLocks noGrp="1"/>
          </p:cNvSpPr>
          <p:nvPr>
            <p:ph type="body" sz="quarter" idx="51" hasCustomPrompt="1"/>
          </p:nvPr>
        </p:nvSpPr>
        <p:spPr>
          <a:xfrm>
            <a:off x="563270" y="4888092"/>
            <a:ext cx="1922431" cy="327339"/>
          </a:xfrm>
          <a:prstGeom prst="rect">
            <a:avLst/>
          </a:prstGeom>
          <a:noFill/>
          <a:ln w="12700">
            <a:noFill/>
          </a:ln>
        </p:spPr>
        <p:txBody>
          <a:bodyPr tIns="0" bIns="36000" anchor="t" anchorCtr="0">
            <a:normAutofit/>
          </a:bodyPr>
          <a:lstStyle>
            <a:lvl1pPr marL="0" marR="0" indent="0" algn="ctr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 b="1" i="0">
                <a:solidFill>
                  <a:schemeClr val="accent5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marL="0" marR="0" lvl="0" indent="0" algn="ctr" defTabSz="561412" rtl="0" eaLnBrk="1" fontAlgn="base" latinLnBrk="0" hangingPunct="1">
              <a:lnSpc>
                <a:spcPts val="16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MODIFIER LE TEXTE</a:t>
            </a:r>
          </a:p>
        </p:txBody>
      </p:sp>
      <p:sp>
        <p:nvSpPr>
          <p:cNvPr id="7" name="Espace réservé du tableau 6"/>
          <p:cNvSpPr>
            <a:spLocks noGrp="1"/>
          </p:cNvSpPr>
          <p:nvPr>
            <p:ph type="tbl" sz="quarter" idx="52"/>
          </p:nvPr>
        </p:nvSpPr>
        <p:spPr>
          <a:xfrm>
            <a:off x="563270" y="1271938"/>
            <a:ext cx="11005275" cy="35636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/>
            </a:lvl1pPr>
          </a:lstStyle>
          <a:p>
            <a:endParaRPr lang="fr-FR"/>
          </a:p>
        </p:txBody>
      </p:sp>
      <p:sp>
        <p:nvSpPr>
          <p:cNvPr id="78" name="Espace réservé du texte 7"/>
          <p:cNvSpPr>
            <a:spLocks noGrp="1"/>
          </p:cNvSpPr>
          <p:nvPr>
            <p:ph type="body" sz="quarter" idx="53" hasCustomPrompt="1"/>
          </p:nvPr>
        </p:nvSpPr>
        <p:spPr>
          <a:xfrm>
            <a:off x="4377771" y="4888092"/>
            <a:ext cx="1823964" cy="32030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  <a:alpha val="88000"/>
              </a:schemeClr>
            </a:solidFill>
          </a:ln>
        </p:spPr>
        <p:txBody>
          <a:bodyPr lIns="144000" tIns="108000" rIns="14400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83A2"/>
              </a:buClr>
              <a:buSzPct val="300000"/>
              <a:buFont typeface="Wingdings" charset="2"/>
              <a:buChar char="§"/>
              <a:defRPr sz="1100" baseline="0">
                <a:solidFill>
                  <a:schemeClr val="accent5"/>
                </a:solidFill>
              </a:defRPr>
            </a:lvl1pPr>
            <a:lvl2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  Modifier texte</a:t>
            </a:r>
          </a:p>
        </p:txBody>
      </p:sp>
      <p:sp>
        <p:nvSpPr>
          <p:cNvPr id="80" name="Espace réservé du texte 7"/>
          <p:cNvSpPr>
            <a:spLocks noGrp="1"/>
          </p:cNvSpPr>
          <p:nvPr>
            <p:ph type="body" sz="quarter" idx="55" hasCustomPrompt="1"/>
          </p:nvPr>
        </p:nvSpPr>
        <p:spPr>
          <a:xfrm>
            <a:off x="6253512" y="4888092"/>
            <a:ext cx="1823964" cy="32030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  <a:alpha val="88000"/>
              </a:schemeClr>
            </a:solidFill>
          </a:ln>
        </p:spPr>
        <p:txBody>
          <a:bodyPr lIns="144000" tIns="108000" rIns="14400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83A2"/>
              </a:buClr>
              <a:buSzPct val="300000"/>
              <a:buFont typeface="Wingdings" charset="2"/>
              <a:buChar char="§"/>
              <a:defRPr sz="1100" baseline="0">
                <a:solidFill>
                  <a:schemeClr val="accent5"/>
                </a:solidFill>
              </a:defRPr>
            </a:lvl1pPr>
            <a:lvl2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  Modifier texte</a:t>
            </a:r>
          </a:p>
        </p:txBody>
      </p:sp>
      <p:sp>
        <p:nvSpPr>
          <p:cNvPr id="82" name="Espace réservé du texte 7"/>
          <p:cNvSpPr>
            <a:spLocks noGrp="1"/>
          </p:cNvSpPr>
          <p:nvPr>
            <p:ph type="body" sz="quarter" idx="57" hasCustomPrompt="1"/>
          </p:nvPr>
        </p:nvSpPr>
        <p:spPr>
          <a:xfrm>
            <a:off x="8129253" y="4878677"/>
            <a:ext cx="1823964" cy="32030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  <a:alpha val="88000"/>
              </a:schemeClr>
            </a:solidFill>
          </a:ln>
        </p:spPr>
        <p:txBody>
          <a:bodyPr lIns="144000" tIns="108000" rIns="14400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83A2"/>
              </a:buClr>
              <a:buSzPct val="300000"/>
              <a:buFont typeface="Wingdings" charset="2"/>
              <a:buChar char="§"/>
              <a:defRPr sz="1100" baseline="0">
                <a:solidFill>
                  <a:schemeClr val="accent5"/>
                </a:solidFill>
              </a:defRPr>
            </a:lvl1pPr>
            <a:lvl2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  Modifier texte</a:t>
            </a:r>
          </a:p>
        </p:txBody>
      </p:sp>
      <p:sp>
        <p:nvSpPr>
          <p:cNvPr id="83" name="Espace réservé du texte 7"/>
          <p:cNvSpPr>
            <a:spLocks noGrp="1"/>
          </p:cNvSpPr>
          <p:nvPr>
            <p:ph type="body" sz="quarter" idx="58" hasCustomPrompt="1"/>
          </p:nvPr>
        </p:nvSpPr>
        <p:spPr>
          <a:xfrm>
            <a:off x="10004994" y="4878677"/>
            <a:ext cx="1823964" cy="320301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75000"/>
                <a:alpha val="88000"/>
              </a:schemeClr>
            </a:solidFill>
          </a:ln>
        </p:spPr>
        <p:txBody>
          <a:bodyPr lIns="144000" tIns="108000" rIns="144000">
            <a:norm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83A2"/>
              </a:buClr>
              <a:buSzPct val="300000"/>
              <a:buFont typeface="Wingdings" charset="2"/>
              <a:buChar char="§"/>
              <a:tabLst/>
              <a:defRPr sz="1100" baseline="0">
                <a:solidFill>
                  <a:schemeClr val="accent5"/>
                </a:solidFill>
              </a:defRPr>
            </a:lvl1pPr>
            <a:lvl2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 Modifier texte</a:t>
            </a:r>
          </a:p>
        </p:txBody>
      </p:sp>
      <p:sp>
        <p:nvSpPr>
          <p:cNvPr id="52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24F78364-119B-104B-B0CC-C605C04C3D4B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5">
            <a:extLst>
              <a:ext uri="{FF2B5EF4-FFF2-40B4-BE49-F238E27FC236}">
                <a16:creationId xmlns:a16="http://schemas.microsoft.com/office/drawing/2014/main" id="{652977CD-9F8D-564B-ADAE-59C71936AC34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Espace réservé du tableau 6"/>
          <p:cNvSpPr>
            <a:spLocks noGrp="1"/>
          </p:cNvSpPr>
          <p:nvPr>
            <p:ph type="tbl" sz="quarter" idx="52"/>
          </p:nvPr>
        </p:nvSpPr>
        <p:spPr>
          <a:xfrm>
            <a:off x="616370" y="1265675"/>
            <a:ext cx="10960279" cy="3815991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/>
            </a:lvl1pPr>
          </a:lstStyle>
          <a:p>
            <a:endParaRPr lang="fr-FR"/>
          </a:p>
        </p:txBody>
      </p:sp>
      <p:sp>
        <p:nvSpPr>
          <p:cNvPr id="45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4D659F0F-EE5A-474A-8680-D43B7B945B30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13" name="Espace réservé du texte 5">
            <a:extLst>
              <a:ext uri="{FF2B5EF4-FFF2-40B4-BE49-F238E27FC236}">
                <a16:creationId xmlns:a16="http://schemas.microsoft.com/office/drawing/2014/main" id="{95769CD5-BFE4-8240-86F4-F08CE629FF8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499682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6" name="Forme libre 45"/>
          <p:cNvSpPr>
            <a:spLocks noChangeArrowheads="1"/>
          </p:cNvSpPr>
          <p:nvPr userDrawn="1"/>
        </p:nvSpPr>
        <p:spPr bwMode="auto">
          <a:xfrm>
            <a:off x="9695181" y="1491092"/>
            <a:ext cx="2009931" cy="3776616"/>
          </a:xfrm>
          <a:custGeom>
            <a:avLst/>
            <a:gdLst>
              <a:gd name="connsiteX0" fmla="*/ 558838 w 1236302"/>
              <a:gd name="connsiteY0" fmla="*/ 889790 h 2322984"/>
              <a:gd name="connsiteX1" fmla="*/ 624643 w 1236302"/>
              <a:gd name="connsiteY1" fmla="*/ 1186773 h 2322984"/>
              <a:gd name="connsiteX2" fmla="*/ 689797 w 1236302"/>
              <a:gd name="connsiteY2" fmla="*/ 889790 h 2322984"/>
              <a:gd name="connsiteX3" fmla="*/ 892099 w 1236302"/>
              <a:gd name="connsiteY3" fmla="*/ 949317 h 2322984"/>
              <a:gd name="connsiteX4" fmla="*/ 892099 w 1236302"/>
              <a:gd name="connsiteY4" fmla="*/ 1543282 h 2322984"/>
              <a:gd name="connsiteX5" fmla="*/ 832484 w 1236302"/>
              <a:gd name="connsiteY5" fmla="*/ 1543282 h 2322984"/>
              <a:gd name="connsiteX6" fmla="*/ 762444 w 1236302"/>
              <a:gd name="connsiteY6" fmla="*/ 2322984 h 2322984"/>
              <a:gd name="connsiteX7" fmla="*/ 486517 w 1236302"/>
              <a:gd name="connsiteY7" fmla="*/ 2322984 h 2322984"/>
              <a:gd name="connsiteX8" fmla="*/ 416477 w 1236302"/>
              <a:gd name="connsiteY8" fmla="*/ 1543282 h 2322984"/>
              <a:gd name="connsiteX9" fmla="*/ 357187 w 1236302"/>
              <a:gd name="connsiteY9" fmla="*/ 1543282 h 2322984"/>
              <a:gd name="connsiteX10" fmla="*/ 357187 w 1236302"/>
              <a:gd name="connsiteY10" fmla="*/ 949317 h 2322984"/>
              <a:gd name="connsiteX11" fmla="*/ 621937 w 1236302"/>
              <a:gd name="connsiteY11" fmla="*/ 480845 h 2322984"/>
              <a:gd name="connsiteX12" fmla="*/ 696358 w 1236302"/>
              <a:gd name="connsiteY12" fmla="*/ 500691 h 2322984"/>
              <a:gd name="connsiteX13" fmla="*/ 750630 w 1236302"/>
              <a:gd name="connsiteY13" fmla="*/ 555023 h 2322984"/>
              <a:gd name="connsiteX14" fmla="*/ 770454 w 1236302"/>
              <a:gd name="connsiteY14" fmla="*/ 629200 h 2322984"/>
              <a:gd name="connsiteX15" fmla="*/ 750630 w 1236302"/>
              <a:gd name="connsiteY15" fmla="*/ 703377 h 2322984"/>
              <a:gd name="connsiteX16" fmla="*/ 696358 w 1236302"/>
              <a:gd name="connsiteY16" fmla="*/ 757709 h 2322984"/>
              <a:gd name="connsiteX17" fmla="*/ 621937 w 1236302"/>
              <a:gd name="connsiteY17" fmla="*/ 777555 h 2322984"/>
              <a:gd name="connsiteX18" fmla="*/ 547841 w 1236302"/>
              <a:gd name="connsiteY18" fmla="*/ 757709 h 2322984"/>
              <a:gd name="connsiteX19" fmla="*/ 493568 w 1236302"/>
              <a:gd name="connsiteY19" fmla="*/ 703377 h 2322984"/>
              <a:gd name="connsiteX20" fmla="*/ 473744 w 1236302"/>
              <a:gd name="connsiteY20" fmla="*/ 629200 h 2322984"/>
              <a:gd name="connsiteX21" fmla="*/ 493568 w 1236302"/>
              <a:gd name="connsiteY21" fmla="*/ 555023 h 2322984"/>
              <a:gd name="connsiteX22" fmla="*/ 547841 w 1236302"/>
              <a:gd name="connsiteY22" fmla="*/ 500691 h 2322984"/>
              <a:gd name="connsiteX23" fmla="*/ 621937 w 1236302"/>
              <a:gd name="connsiteY23" fmla="*/ 480845 h 2322984"/>
              <a:gd name="connsiteX24" fmla="*/ 616924 w 1236302"/>
              <a:gd name="connsiteY24" fmla="*/ 247650 h 2322984"/>
              <a:gd name="connsiteX25" fmla="*/ 987065 w 1236302"/>
              <a:gd name="connsiteY25" fmla="*/ 619871 h 2322984"/>
              <a:gd name="connsiteX26" fmla="*/ 925135 w 1236302"/>
              <a:gd name="connsiteY26" fmla="*/ 825260 h 2322984"/>
              <a:gd name="connsiteX27" fmla="*/ 873646 w 1236302"/>
              <a:gd name="connsiteY27" fmla="*/ 853365 h 2322984"/>
              <a:gd name="connsiteX28" fmla="*/ 840161 w 1236302"/>
              <a:gd name="connsiteY28" fmla="*/ 843276 h 2322984"/>
              <a:gd name="connsiteX29" fmla="*/ 822158 w 1236302"/>
              <a:gd name="connsiteY29" fmla="*/ 757878 h 2322984"/>
              <a:gd name="connsiteX30" fmla="*/ 863925 w 1236302"/>
              <a:gd name="connsiteY30" fmla="*/ 619151 h 2322984"/>
              <a:gd name="connsiteX31" fmla="*/ 617644 w 1236302"/>
              <a:gd name="connsiteY31" fmla="*/ 371243 h 2322984"/>
              <a:gd name="connsiteX32" fmla="*/ 369922 w 1236302"/>
              <a:gd name="connsiteY32" fmla="*/ 619151 h 2322984"/>
              <a:gd name="connsiteX33" fmla="*/ 411689 w 1236302"/>
              <a:gd name="connsiteY33" fmla="*/ 757878 h 2322984"/>
              <a:gd name="connsiteX34" fmla="*/ 393326 w 1236302"/>
              <a:gd name="connsiteY34" fmla="*/ 843276 h 2322984"/>
              <a:gd name="connsiteX35" fmla="*/ 308352 w 1236302"/>
              <a:gd name="connsiteY35" fmla="*/ 825260 h 2322984"/>
              <a:gd name="connsiteX36" fmla="*/ 246062 w 1236302"/>
              <a:gd name="connsiteY36" fmla="*/ 619151 h 2322984"/>
              <a:gd name="connsiteX37" fmla="*/ 616924 w 1236302"/>
              <a:gd name="connsiteY37" fmla="*/ 247650 h 2322984"/>
              <a:gd name="connsiteX38" fmla="*/ 617251 w 1236302"/>
              <a:gd name="connsiteY38" fmla="*/ 0 h 2322984"/>
              <a:gd name="connsiteX39" fmla="*/ 1236302 w 1236302"/>
              <a:gd name="connsiteY39" fmla="*/ 618909 h 2322984"/>
              <a:gd name="connsiteX40" fmla="*/ 1131927 w 1236302"/>
              <a:gd name="connsiteY40" fmla="*/ 962026 h 2322984"/>
              <a:gd name="connsiteX41" fmla="*/ 1080460 w 1236302"/>
              <a:gd name="connsiteY41" fmla="*/ 989029 h 2322984"/>
              <a:gd name="connsiteX42" fmla="*/ 1046268 w 1236302"/>
              <a:gd name="connsiteY42" fmla="*/ 978588 h 2322984"/>
              <a:gd name="connsiteX43" fmla="*/ 1028992 w 1236302"/>
              <a:gd name="connsiteY43" fmla="*/ 892899 h 2322984"/>
              <a:gd name="connsiteX44" fmla="*/ 1112132 w 1236302"/>
              <a:gd name="connsiteY44" fmla="*/ 618188 h 2322984"/>
              <a:gd name="connsiteX45" fmla="*/ 617971 w 1236302"/>
              <a:gd name="connsiteY45" fmla="*/ 123493 h 2322984"/>
              <a:gd name="connsiteX46" fmla="*/ 124170 w 1236302"/>
              <a:gd name="connsiteY46" fmla="*/ 618188 h 2322984"/>
              <a:gd name="connsiteX47" fmla="*/ 207310 w 1236302"/>
              <a:gd name="connsiteY47" fmla="*/ 892899 h 2322984"/>
              <a:gd name="connsiteX48" fmla="*/ 190034 w 1236302"/>
              <a:gd name="connsiteY48" fmla="*/ 978588 h 2322984"/>
              <a:gd name="connsiteX49" fmla="*/ 104375 w 1236302"/>
              <a:gd name="connsiteY49" fmla="*/ 960946 h 2322984"/>
              <a:gd name="connsiteX50" fmla="*/ 0 w 1236302"/>
              <a:gd name="connsiteY50" fmla="*/ 618188 h 2322984"/>
              <a:gd name="connsiteX51" fmla="*/ 617251 w 1236302"/>
              <a:gd name="connsiteY51" fmla="*/ 0 h 2322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36302" h="2322984">
                <a:moveTo>
                  <a:pt x="558838" y="889790"/>
                </a:moveTo>
                <a:lnTo>
                  <a:pt x="624643" y="1186773"/>
                </a:lnTo>
                <a:lnTo>
                  <a:pt x="689797" y="889790"/>
                </a:lnTo>
                <a:lnTo>
                  <a:pt x="892099" y="949317"/>
                </a:lnTo>
                <a:lnTo>
                  <a:pt x="892099" y="1543282"/>
                </a:lnTo>
                <a:lnTo>
                  <a:pt x="832484" y="1543282"/>
                </a:lnTo>
                <a:lnTo>
                  <a:pt x="762444" y="2322984"/>
                </a:lnTo>
                <a:lnTo>
                  <a:pt x="486517" y="2322984"/>
                </a:lnTo>
                <a:lnTo>
                  <a:pt x="416477" y="1543282"/>
                </a:lnTo>
                <a:lnTo>
                  <a:pt x="357187" y="1543282"/>
                </a:lnTo>
                <a:lnTo>
                  <a:pt x="357187" y="949317"/>
                </a:lnTo>
                <a:close/>
                <a:moveTo>
                  <a:pt x="621937" y="480845"/>
                </a:moveTo>
                <a:cubicBezTo>
                  <a:pt x="649235" y="480845"/>
                  <a:pt x="672959" y="487027"/>
                  <a:pt x="696358" y="500691"/>
                </a:cubicBezTo>
                <a:cubicBezTo>
                  <a:pt x="720082" y="514355"/>
                  <a:pt x="736981" y="531273"/>
                  <a:pt x="750630" y="555023"/>
                </a:cubicBezTo>
                <a:cubicBezTo>
                  <a:pt x="764280" y="578772"/>
                  <a:pt x="770454" y="601872"/>
                  <a:pt x="770454" y="629200"/>
                </a:cubicBezTo>
                <a:cubicBezTo>
                  <a:pt x="770454" y="656529"/>
                  <a:pt x="764280" y="679628"/>
                  <a:pt x="750630" y="703377"/>
                </a:cubicBezTo>
                <a:cubicBezTo>
                  <a:pt x="736981" y="726802"/>
                  <a:pt x="720082" y="744045"/>
                  <a:pt x="696358" y="757709"/>
                </a:cubicBezTo>
                <a:cubicBezTo>
                  <a:pt x="672959" y="771373"/>
                  <a:pt x="649235" y="777555"/>
                  <a:pt x="621937" y="777555"/>
                </a:cubicBezTo>
                <a:cubicBezTo>
                  <a:pt x="594638" y="777555"/>
                  <a:pt x="571564" y="771373"/>
                  <a:pt x="547841" y="757709"/>
                </a:cubicBezTo>
                <a:cubicBezTo>
                  <a:pt x="524117" y="744045"/>
                  <a:pt x="507218" y="726802"/>
                  <a:pt x="493568" y="703377"/>
                </a:cubicBezTo>
                <a:cubicBezTo>
                  <a:pt x="479919" y="679628"/>
                  <a:pt x="473744" y="656529"/>
                  <a:pt x="473744" y="629200"/>
                </a:cubicBezTo>
                <a:cubicBezTo>
                  <a:pt x="473744" y="601872"/>
                  <a:pt x="479919" y="578772"/>
                  <a:pt x="493568" y="555023"/>
                </a:cubicBezTo>
                <a:cubicBezTo>
                  <a:pt x="507218" y="531273"/>
                  <a:pt x="524117" y="514355"/>
                  <a:pt x="547841" y="500691"/>
                </a:cubicBezTo>
                <a:cubicBezTo>
                  <a:pt x="571564" y="487027"/>
                  <a:pt x="594638" y="480845"/>
                  <a:pt x="621937" y="480845"/>
                </a:cubicBezTo>
                <a:close/>
                <a:moveTo>
                  <a:pt x="616924" y="247650"/>
                </a:moveTo>
                <a:cubicBezTo>
                  <a:pt x="821438" y="247650"/>
                  <a:pt x="987065" y="414483"/>
                  <a:pt x="987065" y="619871"/>
                </a:cubicBezTo>
                <a:cubicBezTo>
                  <a:pt x="987065" y="691937"/>
                  <a:pt x="965822" y="762922"/>
                  <a:pt x="925135" y="825260"/>
                </a:cubicBezTo>
                <a:cubicBezTo>
                  <a:pt x="913613" y="843276"/>
                  <a:pt x="894170" y="853365"/>
                  <a:pt x="873646" y="853365"/>
                </a:cubicBezTo>
                <a:cubicBezTo>
                  <a:pt x="862124" y="853365"/>
                  <a:pt x="850963" y="850122"/>
                  <a:pt x="840161" y="843276"/>
                </a:cubicBezTo>
                <a:cubicBezTo>
                  <a:pt x="811356" y="824539"/>
                  <a:pt x="803795" y="786704"/>
                  <a:pt x="822158" y="757878"/>
                </a:cubicBezTo>
                <a:cubicBezTo>
                  <a:pt x="849522" y="715359"/>
                  <a:pt x="863925" y="667435"/>
                  <a:pt x="863925" y="619151"/>
                </a:cubicBezTo>
                <a:cubicBezTo>
                  <a:pt x="863925" y="482586"/>
                  <a:pt x="754827" y="371243"/>
                  <a:pt x="617644" y="371243"/>
                </a:cubicBezTo>
                <a:cubicBezTo>
                  <a:pt x="480461" y="371243"/>
                  <a:pt x="369922" y="482586"/>
                  <a:pt x="369922" y="619151"/>
                </a:cubicBezTo>
                <a:cubicBezTo>
                  <a:pt x="369922" y="667435"/>
                  <a:pt x="384325" y="715359"/>
                  <a:pt x="411689" y="757878"/>
                </a:cubicBezTo>
                <a:cubicBezTo>
                  <a:pt x="429692" y="786704"/>
                  <a:pt x="422131" y="825260"/>
                  <a:pt x="393326" y="843276"/>
                </a:cubicBezTo>
                <a:cubicBezTo>
                  <a:pt x="364521" y="861653"/>
                  <a:pt x="326355" y="854086"/>
                  <a:pt x="308352" y="825260"/>
                </a:cubicBezTo>
                <a:cubicBezTo>
                  <a:pt x="267305" y="762202"/>
                  <a:pt x="246062" y="691217"/>
                  <a:pt x="246062" y="619151"/>
                </a:cubicBezTo>
                <a:cubicBezTo>
                  <a:pt x="246062" y="414483"/>
                  <a:pt x="412409" y="247650"/>
                  <a:pt x="616924" y="247650"/>
                </a:cubicBezTo>
                <a:close/>
                <a:moveTo>
                  <a:pt x="617251" y="0"/>
                </a:moveTo>
                <a:cubicBezTo>
                  <a:pt x="957729" y="0"/>
                  <a:pt x="1234862" y="277951"/>
                  <a:pt x="1236302" y="618909"/>
                </a:cubicBezTo>
                <a:cubicBezTo>
                  <a:pt x="1236302" y="740602"/>
                  <a:pt x="1199951" y="859775"/>
                  <a:pt x="1131927" y="962026"/>
                </a:cubicBezTo>
                <a:cubicBezTo>
                  <a:pt x="1119690" y="979308"/>
                  <a:pt x="1100255" y="989029"/>
                  <a:pt x="1080460" y="989029"/>
                </a:cubicBezTo>
                <a:cubicBezTo>
                  <a:pt x="1069303" y="989029"/>
                  <a:pt x="1057065" y="985429"/>
                  <a:pt x="1046268" y="978588"/>
                </a:cubicBezTo>
                <a:cubicBezTo>
                  <a:pt x="1017835" y="959506"/>
                  <a:pt x="1009917" y="920982"/>
                  <a:pt x="1028992" y="892899"/>
                </a:cubicBezTo>
                <a:cubicBezTo>
                  <a:pt x="1083699" y="811170"/>
                  <a:pt x="1112132" y="715759"/>
                  <a:pt x="1112132" y="618188"/>
                </a:cubicBezTo>
                <a:cubicBezTo>
                  <a:pt x="1112132" y="345638"/>
                  <a:pt x="890426" y="123493"/>
                  <a:pt x="617971" y="123493"/>
                </a:cubicBezTo>
                <a:cubicBezTo>
                  <a:pt x="345876" y="123493"/>
                  <a:pt x="124170" y="345638"/>
                  <a:pt x="124170" y="618188"/>
                </a:cubicBezTo>
                <a:cubicBezTo>
                  <a:pt x="124170" y="715759"/>
                  <a:pt x="152603" y="811170"/>
                  <a:pt x="207310" y="892899"/>
                </a:cubicBezTo>
                <a:cubicBezTo>
                  <a:pt x="226025" y="920982"/>
                  <a:pt x="217747" y="959506"/>
                  <a:pt x="190034" y="978588"/>
                </a:cubicBezTo>
                <a:cubicBezTo>
                  <a:pt x="161961" y="996590"/>
                  <a:pt x="123090" y="989029"/>
                  <a:pt x="104375" y="960946"/>
                </a:cubicBezTo>
                <a:cubicBezTo>
                  <a:pt x="36351" y="858695"/>
                  <a:pt x="0" y="739882"/>
                  <a:pt x="0" y="618188"/>
                </a:cubicBezTo>
                <a:cubicBezTo>
                  <a:pt x="0" y="277230"/>
                  <a:pt x="276773" y="0"/>
                  <a:pt x="617251" y="0"/>
                </a:cubicBezTo>
                <a:close/>
              </a:path>
            </a:pathLst>
          </a:custGeom>
          <a:solidFill>
            <a:srgbClr val="D7DDDE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61" hasCustomPrompt="1"/>
          </p:nvPr>
        </p:nvSpPr>
        <p:spPr>
          <a:xfrm>
            <a:off x="0" y="1584611"/>
            <a:ext cx="8406580" cy="338931"/>
          </a:xfrm>
          <a:prstGeom prst="rect">
            <a:avLst/>
          </a:prstGeom>
        </p:spPr>
        <p:txBody>
          <a:bodyPr lIns="1152000">
            <a:normAutofit/>
          </a:bodyPr>
          <a:lstStyle>
            <a:lvl1pPr marL="0" indent="0">
              <a:buFontTx/>
              <a:buNone/>
              <a:defRPr sz="1400" b="1" spc="50" baseline="0">
                <a:solidFill>
                  <a:schemeClr val="accent3"/>
                </a:solidFill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2" name="Espace réservé du texte 4"/>
          <p:cNvSpPr>
            <a:spLocks noGrp="1"/>
          </p:cNvSpPr>
          <p:nvPr>
            <p:ph type="body" sz="quarter" idx="62" hasCustomPrompt="1"/>
          </p:nvPr>
        </p:nvSpPr>
        <p:spPr>
          <a:xfrm>
            <a:off x="-1" y="2047687"/>
            <a:ext cx="10279117" cy="3229890"/>
          </a:xfrm>
          <a:prstGeom prst="rect">
            <a:avLst/>
          </a:prstGeom>
        </p:spPr>
        <p:txBody>
          <a:bodyPr lIns="1152000">
            <a:normAutofit/>
          </a:bodyPr>
          <a:lstStyle>
            <a:lvl1pPr marL="285750" indent="-285750">
              <a:spcBef>
                <a:spcPts val="800"/>
              </a:spcBef>
              <a:buClr>
                <a:schemeClr val="accent1"/>
              </a:buClr>
              <a:buSzPct val="140000"/>
              <a:buFont typeface="Arial" charset="0"/>
              <a:buChar char="•"/>
              <a:defRPr sz="1400" b="1" spc="50" baseline="0">
                <a:solidFill>
                  <a:schemeClr val="accent1"/>
                </a:solidFill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 </a:t>
            </a:r>
          </a:p>
        </p:txBody>
      </p:sp>
      <p:sp>
        <p:nvSpPr>
          <p:cNvPr id="22" name="Espace réservé du texte 5">
            <a:extLst>
              <a:ext uri="{FF2B5EF4-FFF2-40B4-BE49-F238E27FC236}">
                <a16:creationId xmlns:a16="http://schemas.microsoft.com/office/drawing/2014/main" id="{F75B3B20-EAD9-DE4F-9D8C-D36BE1019FEC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ts val="12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5">
            <a:extLst>
              <a:ext uri="{FF2B5EF4-FFF2-40B4-BE49-F238E27FC236}">
                <a16:creationId xmlns:a16="http://schemas.microsoft.com/office/drawing/2014/main" id="{D4FEABEA-4D9F-4449-A22E-EDF07FF7153C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ts val="12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43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-Photo&amp;Triangles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4" name="Picture 4" descr="Business meeting Premium Photo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0" y="0"/>
            <a:ext cx="12188283" cy="652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63" name="Grouper 79"/>
          <p:cNvGrpSpPr/>
          <p:nvPr userDrawn="1"/>
        </p:nvGrpSpPr>
        <p:grpSpPr>
          <a:xfrm>
            <a:off x="198011" y="0"/>
            <a:ext cx="12008939" cy="6859379"/>
            <a:chOff x="213726" y="1"/>
            <a:chExt cx="12008939" cy="6859379"/>
          </a:xfrm>
        </p:grpSpPr>
        <p:grpSp>
          <p:nvGrpSpPr>
            <p:cNvPr id="64" name="Grouper 49"/>
            <p:cNvGrpSpPr/>
            <p:nvPr userDrawn="1"/>
          </p:nvGrpSpPr>
          <p:grpSpPr>
            <a:xfrm>
              <a:off x="213726" y="1380"/>
              <a:ext cx="11997459" cy="6858000"/>
              <a:chOff x="929639" y="0"/>
              <a:chExt cx="11997459" cy="6858000"/>
            </a:xfrm>
          </p:grpSpPr>
          <p:pic>
            <p:nvPicPr>
              <p:cNvPr id="66" name="Image 65"/>
              <p:cNvPicPr>
                <a:picLocks noChangeAspect="1"/>
              </p:cNvPicPr>
              <p:nvPr userDrawn="1"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29639" y="0"/>
                <a:ext cx="11997459" cy="6858000"/>
              </a:xfrm>
              <a:prstGeom prst="rect">
                <a:avLst/>
              </a:prstGeom>
            </p:spPr>
          </p:pic>
          <p:sp>
            <p:nvSpPr>
              <p:cNvPr id="67" name="Rectangle 66"/>
              <p:cNvSpPr/>
              <p:nvPr userDrawn="1"/>
            </p:nvSpPr>
            <p:spPr>
              <a:xfrm>
                <a:off x="3083859" y="0"/>
                <a:ext cx="9843239" cy="6858000"/>
              </a:xfrm>
              <a:prstGeom prst="rect">
                <a:avLst/>
              </a:prstGeom>
              <a:gradFill flip="none" rotWithShape="1">
                <a:gsLst>
                  <a:gs pos="60000">
                    <a:schemeClr val="bg1"/>
                  </a:gs>
                  <a:gs pos="35000">
                    <a:schemeClr val="bg1">
                      <a:alpha val="0"/>
                    </a:schemeClr>
                  </a:gs>
                </a:gsLst>
                <a:lin ang="21000000" scaled="0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fr-FR" sz="140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65" name="Forme libre 64"/>
            <p:cNvSpPr/>
            <p:nvPr userDrawn="1"/>
          </p:nvSpPr>
          <p:spPr>
            <a:xfrm flipV="1">
              <a:off x="5620952" y="1"/>
              <a:ext cx="6601713" cy="3925715"/>
            </a:xfrm>
            <a:custGeom>
              <a:avLst/>
              <a:gdLst>
                <a:gd name="connsiteX0" fmla="*/ 2125585 w 6601713"/>
                <a:gd name="connsiteY0" fmla="*/ 3925715 h 3925715"/>
                <a:gd name="connsiteX1" fmla="*/ 6601713 w 6601713"/>
                <a:gd name="connsiteY1" fmla="*/ 3925715 h 3925715"/>
                <a:gd name="connsiteX2" fmla="*/ 6601713 w 6601713"/>
                <a:gd name="connsiteY2" fmla="*/ 2699676 h 3925715"/>
                <a:gd name="connsiteX3" fmla="*/ 6601713 w 6601713"/>
                <a:gd name="connsiteY3" fmla="*/ 1596854 h 3925715"/>
                <a:gd name="connsiteX4" fmla="*/ 6601713 w 6601713"/>
                <a:gd name="connsiteY4" fmla="*/ 6706 h 3925715"/>
                <a:gd name="connsiteX5" fmla="*/ 2452112 w 6601713"/>
                <a:gd name="connsiteY5" fmla="*/ 0 h 3925715"/>
                <a:gd name="connsiteX6" fmla="*/ 1137394 w 6601713"/>
                <a:gd name="connsiteY6" fmla="*/ 779811 h 3925715"/>
                <a:gd name="connsiteX7" fmla="*/ 1132120 w 6601713"/>
                <a:gd name="connsiteY7" fmla="*/ 795388 h 3925715"/>
                <a:gd name="connsiteX8" fmla="*/ 1116245 w 6601713"/>
                <a:gd name="connsiteY8" fmla="*/ 843014 h 3925715"/>
                <a:gd name="connsiteX9" fmla="*/ 1068154 w 6601713"/>
                <a:gd name="connsiteY9" fmla="*/ 867060 h 3925715"/>
                <a:gd name="connsiteX10" fmla="*/ 1018869 w 6601713"/>
                <a:gd name="connsiteY10" fmla="*/ 851942 h 3925715"/>
                <a:gd name="connsiteX11" fmla="*/ 945719 w 6601713"/>
                <a:gd name="connsiteY11" fmla="*/ 892212 h 3925715"/>
                <a:gd name="connsiteX12" fmla="*/ 55811 w 6601713"/>
                <a:gd name="connsiteY12" fmla="*/ 1410216 h 3925715"/>
                <a:gd name="connsiteX13" fmla="*/ 43096 w 6601713"/>
                <a:gd name="connsiteY13" fmla="*/ 1417558 h 3925715"/>
                <a:gd name="connsiteX14" fmla="*/ 43096 w 6601713"/>
                <a:gd name="connsiteY14" fmla="*/ 1477378 h 3925715"/>
                <a:gd name="connsiteX15" fmla="*/ 3381 w 6601713"/>
                <a:gd name="connsiteY15" fmla="*/ 1501998 h 3925715"/>
                <a:gd name="connsiteX16" fmla="*/ 3093 w 6601713"/>
                <a:gd name="connsiteY16" fmla="*/ 1596854 h 3925715"/>
                <a:gd name="connsiteX17" fmla="*/ 280 w 6601713"/>
                <a:gd name="connsiteY17" fmla="*/ 1596854 h 3925715"/>
                <a:gd name="connsiteX18" fmla="*/ 1687 w 6601713"/>
                <a:gd name="connsiteY18" fmla="*/ 2059615 h 3925715"/>
                <a:gd name="connsiteX19" fmla="*/ 0 w 6601713"/>
                <a:gd name="connsiteY19" fmla="*/ 2614443 h 3925715"/>
                <a:gd name="connsiteX20" fmla="*/ 3381 w 6601713"/>
                <a:gd name="connsiteY20" fmla="*/ 2617254 h 3925715"/>
                <a:gd name="connsiteX21" fmla="*/ 3381 w 6601713"/>
                <a:gd name="connsiteY21" fmla="*/ 2617393 h 3925715"/>
                <a:gd name="connsiteX22" fmla="*/ 4036 w 6601713"/>
                <a:gd name="connsiteY22" fmla="*/ 2617799 h 3925715"/>
                <a:gd name="connsiteX23" fmla="*/ 43096 w 6601713"/>
                <a:gd name="connsiteY23" fmla="*/ 2650279 h 3925715"/>
                <a:gd name="connsiteX24" fmla="*/ 43096 w 6601713"/>
                <a:gd name="connsiteY24" fmla="*/ 2699676 h 3925715"/>
                <a:gd name="connsiteX25" fmla="*/ 54013 w 6601713"/>
                <a:gd name="connsiteY25" fmla="*/ 2699676 h 3925715"/>
                <a:gd name="connsiteX26" fmla="*/ 55811 w 6601713"/>
                <a:gd name="connsiteY26" fmla="*/ 2709175 h 3925715"/>
                <a:gd name="connsiteX27" fmla="*/ 1005369 w 6601713"/>
                <a:gd name="connsiteY27" fmla="*/ 3260298 h 3925715"/>
                <a:gd name="connsiteX28" fmla="*/ 1056227 w 6601713"/>
                <a:gd name="connsiteY28" fmla="*/ 3240404 h 3925715"/>
                <a:gd name="connsiteX29" fmla="*/ 1113070 w 6601713"/>
                <a:gd name="connsiteY29" fmla="*/ 3270027 h 3925715"/>
                <a:gd name="connsiteX30" fmla="*/ 1125770 w 6601713"/>
                <a:gd name="connsiteY30" fmla="*/ 3324003 h 3925715"/>
                <a:gd name="connsiteX31" fmla="*/ 1137394 w 6601713"/>
                <a:gd name="connsiteY31" fmla="*/ 3339580 h 392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601713" h="3925715">
                  <a:moveTo>
                    <a:pt x="2125585" y="3925715"/>
                  </a:moveTo>
                  <a:lnTo>
                    <a:pt x="6601713" y="3925715"/>
                  </a:lnTo>
                  <a:lnTo>
                    <a:pt x="6601713" y="2699676"/>
                  </a:lnTo>
                  <a:lnTo>
                    <a:pt x="6601713" y="1596854"/>
                  </a:lnTo>
                  <a:lnTo>
                    <a:pt x="6601713" y="6706"/>
                  </a:lnTo>
                  <a:lnTo>
                    <a:pt x="2452112" y="0"/>
                  </a:lnTo>
                  <a:lnTo>
                    <a:pt x="1137394" y="779811"/>
                  </a:lnTo>
                  <a:lnTo>
                    <a:pt x="1132120" y="795388"/>
                  </a:lnTo>
                  <a:lnTo>
                    <a:pt x="1116245" y="843014"/>
                  </a:lnTo>
                  <a:lnTo>
                    <a:pt x="1068154" y="867060"/>
                  </a:lnTo>
                  <a:lnTo>
                    <a:pt x="1018869" y="851942"/>
                  </a:lnTo>
                  <a:lnTo>
                    <a:pt x="945719" y="892212"/>
                  </a:lnTo>
                  <a:lnTo>
                    <a:pt x="55811" y="1410216"/>
                  </a:lnTo>
                  <a:lnTo>
                    <a:pt x="43096" y="1417558"/>
                  </a:lnTo>
                  <a:lnTo>
                    <a:pt x="43096" y="1477378"/>
                  </a:lnTo>
                  <a:lnTo>
                    <a:pt x="3381" y="1501998"/>
                  </a:lnTo>
                  <a:lnTo>
                    <a:pt x="3093" y="1596854"/>
                  </a:lnTo>
                  <a:lnTo>
                    <a:pt x="280" y="1596854"/>
                  </a:lnTo>
                  <a:lnTo>
                    <a:pt x="1687" y="2059615"/>
                  </a:lnTo>
                  <a:lnTo>
                    <a:pt x="0" y="2614443"/>
                  </a:lnTo>
                  <a:lnTo>
                    <a:pt x="3381" y="2617254"/>
                  </a:lnTo>
                  <a:lnTo>
                    <a:pt x="3381" y="2617393"/>
                  </a:lnTo>
                  <a:lnTo>
                    <a:pt x="4036" y="2617799"/>
                  </a:lnTo>
                  <a:lnTo>
                    <a:pt x="43096" y="2650279"/>
                  </a:lnTo>
                  <a:lnTo>
                    <a:pt x="43096" y="2699676"/>
                  </a:lnTo>
                  <a:lnTo>
                    <a:pt x="54013" y="2699676"/>
                  </a:lnTo>
                  <a:lnTo>
                    <a:pt x="55811" y="2709175"/>
                  </a:lnTo>
                  <a:lnTo>
                    <a:pt x="1005369" y="3260298"/>
                  </a:lnTo>
                  <a:lnTo>
                    <a:pt x="1056227" y="3240404"/>
                  </a:lnTo>
                  <a:lnTo>
                    <a:pt x="1113070" y="3270027"/>
                  </a:lnTo>
                  <a:lnTo>
                    <a:pt x="1125770" y="3324003"/>
                  </a:lnTo>
                  <a:lnTo>
                    <a:pt x="1137394" y="33395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Grouper 8"/>
          <p:cNvGrpSpPr>
            <a:grpSpLocks noChangeAspect="1"/>
          </p:cNvGrpSpPr>
          <p:nvPr userDrawn="1"/>
        </p:nvGrpSpPr>
        <p:grpSpPr>
          <a:xfrm>
            <a:off x="7344048" y="1749890"/>
            <a:ext cx="3779520" cy="384264"/>
            <a:chOff x="1122363" y="720725"/>
            <a:chExt cx="4278312" cy="434975"/>
          </a:xfrm>
        </p:grpSpPr>
        <p:sp>
          <p:nvSpPr>
            <p:cNvPr id="10" name="Freeform 1"/>
            <p:cNvSpPr>
              <a:spLocks noChangeArrowheads="1"/>
            </p:cNvSpPr>
            <p:nvPr/>
          </p:nvSpPr>
          <p:spPr bwMode="auto">
            <a:xfrm>
              <a:off x="1557338" y="966788"/>
              <a:ext cx="119062" cy="104775"/>
            </a:xfrm>
            <a:custGeom>
              <a:avLst/>
              <a:gdLst>
                <a:gd name="T0" fmla="*/ 0 w 330"/>
                <a:gd name="T1" fmla="*/ 100 h 293"/>
                <a:gd name="T2" fmla="*/ 189 w 330"/>
                <a:gd name="T3" fmla="*/ 0 h 293"/>
                <a:gd name="T4" fmla="*/ 329 w 330"/>
                <a:gd name="T5" fmla="*/ 292 h 293"/>
                <a:gd name="T6" fmla="*/ 119 w 330"/>
                <a:gd name="T7" fmla="*/ 292 h 293"/>
                <a:gd name="T8" fmla="*/ 62 w 330"/>
                <a:gd name="T9" fmla="*/ 257 h 293"/>
                <a:gd name="T10" fmla="*/ 0 w 330"/>
                <a:gd name="T11" fmla="*/ 1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0" h="293">
                  <a:moveTo>
                    <a:pt x="0" y="100"/>
                  </a:moveTo>
                  <a:lnTo>
                    <a:pt x="189" y="0"/>
                  </a:lnTo>
                  <a:lnTo>
                    <a:pt x="329" y="292"/>
                  </a:lnTo>
                  <a:lnTo>
                    <a:pt x="119" y="292"/>
                  </a:lnTo>
                  <a:cubicBezTo>
                    <a:pt x="119" y="292"/>
                    <a:pt x="79" y="292"/>
                    <a:pt x="62" y="257"/>
                  </a:cubicBezTo>
                  <a:cubicBezTo>
                    <a:pt x="47" y="214"/>
                    <a:pt x="0" y="100"/>
                    <a:pt x="0" y="10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" name="Freeform 2"/>
            <p:cNvSpPr>
              <a:spLocks noChangeArrowheads="1"/>
            </p:cNvSpPr>
            <p:nvPr/>
          </p:nvSpPr>
          <p:spPr bwMode="auto">
            <a:xfrm>
              <a:off x="1146175" y="1104900"/>
              <a:ext cx="546100" cy="49213"/>
            </a:xfrm>
            <a:custGeom>
              <a:avLst/>
              <a:gdLst>
                <a:gd name="T0" fmla="*/ 757 w 1515"/>
                <a:gd name="T1" fmla="*/ 134 h 135"/>
                <a:gd name="T2" fmla="*/ 0 w 1515"/>
                <a:gd name="T3" fmla="*/ 134 h 135"/>
                <a:gd name="T4" fmla="*/ 0 w 1515"/>
                <a:gd name="T5" fmla="*/ 0 h 135"/>
                <a:gd name="T6" fmla="*/ 1514 w 1515"/>
                <a:gd name="T7" fmla="*/ 0 h 135"/>
                <a:gd name="T8" fmla="*/ 1514 w 1515"/>
                <a:gd name="T9" fmla="*/ 134 h 135"/>
                <a:gd name="T10" fmla="*/ 757 w 1515"/>
                <a:gd name="T11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5" h="135">
                  <a:moveTo>
                    <a:pt x="757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514" y="0"/>
                  </a:lnTo>
                  <a:lnTo>
                    <a:pt x="1514" y="134"/>
                  </a:lnTo>
                  <a:lnTo>
                    <a:pt x="757" y="134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" name="Freeform 3"/>
            <p:cNvSpPr>
              <a:spLocks noChangeArrowheads="1"/>
            </p:cNvSpPr>
            <p:nvPr/>
          </p:nvSpPr>
          <p:spPr bwMode="auto">
            <a:xfrm>
              <a:off x="1584325" y="739775"/>
              <a:ext cx="147638" cy="120650"/>
            </a:xfrm>
            <a:custGeom>
              <a:avLst/>
              <a:gdLst>
                <a:gd name="T0" fmla="*/ 411 w 412"/>
                <a:gd name="T1" fmla="*/ 155 h 333"/>
                <a:gd name="T2" fmla="*/ 117 w 412"/>
                <a:gd name="T3" fmla="*/ 312 h 333"/>
                <a:gd name="T4" fmla="*/ 40 w 412"/>
                <a:gd name="T5" fmla="*/ 297 h 333"/>
                <a:gd name="T6" fmla="*/ 0 w 412"/>
                <a:gd name="T7" fmla="*/ 197 h 333"/>
                <a:gd name="T8" fmla="*/ 45 w 412"/>
                <a:gd name="T9" fmla="*/ 192 h 333"/>
                <a:gd name="T10" fmla="*/ 411 w 412"/>
                <a:gd name="T11" fmla="*/ 0 h 333"/>
                <a:gd name="T12" fmla="*/ 411 w 412"/>
                <a:gd name="T13" fmla="*/ 155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333">
                  <a:moveTo>
                    <a:pt x="411" y="155"/>
                  </a:moveTo>
                  <a:cubicBezTo>
                    <a:pt x="411" y="155"/>
                    <a:pt x="172" y="292"/>
                    <a:pt x="117" y="312"/>
                  </a:cubicBezTo>
                  <a:cubicBezTo>
                    <a:pt x="65" y="332"/>
                    <a:pt x="47" y="304"/>
                    <a:pt x="40" y="297"/>
                  </a:cubicBezTo>
                  <a:cubicBezTo>
                    <a:pt x="25" y="277"/>
                    <a:pt x="2" y="207"/>
                    <a:pt x="0" y="197"/>
                  </a:cubicBezTo>
                  <a:cubicBezTo>
                    <a:pt x="2" y="197"/>
                    <a:pt x="15" y="200"/>
                    <a:pt x="45" y="192"/>
                  </a:cubicBezTo>
                  <a:cubicBezTo>
                    <a:pt x="82" y="182"/>
                    <a:pt x="409" y="0"/>
                    <a:pt x="411" y="0"/>
                  </a:cubicBezTo>
                  <a:lnTo>
                    <a:pt x="411" y="15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" name="Freeform 4"/>
            <p:cNvSpPr>
              <a:spLocks noChangeArrowheads="1"/>
            </p:cNvSpPr>
            <p:nvPr/>
          </p:nvSpPr>
          <p:spPr bwMode="auto">
            <a:xfrm>
              <a:off x="1122363" y="765175"/>
              <a:ext cx="609600" cy="347663"/>
            </a:xfrm>
            <a:custGeom>
              <a:avLst/>
              <a:gdLst>
                <a:gd name="T0" fmla="*/ 1313 w 1695"/>
                <a:gd name="T1" fmla="*/ 366 h 964"/>
                <a:gd name="T2" fmla="*/ 1156 w 1695"/>
                <a:gd name="T3" fmla="*/ 20 h 964"/>
                <a:gd name="T4" fmla="*/ 929 w 1695"/>
                <a:gd name="T5" fmla="*/ 20 h 964"/>
                <a:gd name="T6" fmla="*/ 610 w 1695"/>
                <a:gd name="T7" fmla="*/ 614 h 964"/>
                <a:gd name="T8" fmla="*/ 867 w 1695"/>
                <a:gd name="T9" fmla="*/ 535 h 964"/>
                <a:gd name="T10" fmla="*/ 1029 w 1695"/>
                <a:gd name="T11" fmla="*/ 207 h 964"/>
                <a:gd name="T12" fmla="*/ 1131 w 1695"/>
                <a:gd name="T13" fmla="*/ 463 h 964"/>
                <a:gd name="T14" fmla="*/ 750 w 1695"/>
                <a:gd name="T15" fmla="*/ 634 h 964"/>
                <a:gd name="T16" fmla="*/ 197 w 1695"/>
                <a:gd name="T17" fmla="*/ 649 h 964"/>
                <a:gd name="T18" fmla="*/ 683 w 1695"/>
                <a:gd name="T19" fmla="*/ 184 h 964"/>
                <a:gd name="T20" fmla="*/ 780 w 1695"/>
                <a:gd name="T21" fmla="*/ 174 h 964"/>
                <a:gd name="T22" fmla="*/ 735 w 1695"/>
                <a:gd name="T23" fmla="*/ 42 h 964"/>
                <a:gd name="T24" fmla="*/ 638 w 1695"/>
                <a:gd name="T25" fmla="*/ 7 h 964"/>
                <a:gd name="T26" fmla="*/ 75 w 1695"/>
                <a:gd name="T27" fmla="*/ 391 h 964"/>
                <a:gd name="T28" fmla="*/ 165 w 1695"/>
                <a:gd name="T29" fmla="*/ 766 h 964"/>
                <a:gd name="T30" fmla="*/ 845 w 1695"/>
                <a:gd name="T31" fmla="*/ 786 h 964"/>
                <a:gd name="T32" fmla="*/ 1692 w 1695"/>
                <a:gd name="T33" fmla="*/ 341 h 964"/>
                <a:gd name="T34" fmla="*/ 1692 w 1695"/>
                <a:gd name="T35" fmla="*/ 159 h 964"/>
                <a:gd name="T36" fmla="*/ 1313 w 1695"/>
                <a:gd name="T37" fmla="*/ 366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95" h="964">
                  <a:moveTo>
                    <a:pt x="1313" y="366"/>
                  </a:moveTo>
                  <a:lnTo>
                    <a:pt x="1156" y="20"/>
                  </a:lnTo>
                  <a:lnTo>
                    <a:pt x="929" y="20"/>
                  </a:lnTo>
                  <a:lnTo>
                    <a:pt x="610" y="614"/>
                  </a:lnTo>
                  <a:cubicBezTo>
                    <a:pt x="610" y="614"/>
                    <a:pt x="767" y="609"/>
                    <a:pt x="867" y="535"/>
                  </a:cubicBezTo>
                  <a:cubicBezTo>
                    <a:pt x="892" y="520"/>
                    <a:pt x="964" y="331"/>
                    <a:pt x="1029" y="207"/>
                  </a:cubicBezTo>
                  <a:lnTo>
                    <a:pt x="1131" y="463"/>
                  </a:lnTo>
                  <a:cubicBezTo>
                    <a:pt x="977" y="542"/>
                    <a:pt x="830" y="612"/>
                    <a:pt x="750" y="634"/>
                  </a:cubicBezTo>
                  <a:cubicBezTo>
                    <a:pt x="541" y="694"/>
                    <a:pt x="287" y="731"/>
                    <a:pt x="197" y="649"/>
                  </a:cubicBezTo>
                  <a:cubicBezTo>
                    <a:pt x="112" y="572"/>
                    <a:pt x="309" y="254"/>
                    <a:pt x="683" y="184"/>
                  </a:cubicBezTo>
                  <a:cubicBezTo>
                    <a:pt x="742" y="172"/>
                    <a:pt x="780" y="174"/>
                    <a:pt x="780" y="174"/>
                  </a:cubicBezTo>
                  <a:cubicBezTo>
                    <a:pt x="780" y="174"/>
                    <a:pt x="755" y="65"/>
                    <a:pt x="735" y="42"/>
                  </a:cubicBezTo>
                  <a:cubicBezTo>
                    <a:pt x="708" y="7"/>
                    <a:pt x="680" y="0"/>
                    <a:pt x="638" y="7"/>
                  </a:cubicBezTo>
                  <a:cubicBezTo>
                    <a:pt x="556" y="12"/>
                    <a:pt x="212" y="105"/>
                    <a:pt x="75" y="391"/>
                  </a:cubicBezTo>
                  <a:cubicBezTo>
                    <a:pt x="0" y="555"/>
                    <a:pt x="100" y="719"/>
                    <a:pt x="165" y="766"/>
                  </a:cubicBezTo>
                  <a:cubicBezTo>
                    <a:pt x="194" y="789"/>
                    <a:pt x="391" y="963"/>
                    <a:pt x="845" y="786"/>
                  </a:cubicBezTo>
                  <a:cubicBezTo>
                    <a:pt x="1290" y="612"/>
                    <a:pt x="1692" y="341"/>
                    <a:pt x="1692" y="341"/>
                  </a:cubicBezTo>
                  <a:lnTo>
                    <a:pt x="1692" y="159"/>
                  </a:lnTo>
                  <a:cubicBezTo>
                    <a:pt x="1694" y="154"/>
                    <a:pt x="1520" y="257"/>
                    <a:pt x="1313" y="36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" name="Freeform 5"/>
            <p:cNvSpPr>
              <a:spLocks noChangeArrowheads="1"/>
            </p:cNvSpPr>
            <p:nvPr/>
          </p:nvSpPr>
          <p:spPr bwMode="auto">
            <a:xfrm>
              <a:off x="1884363" y="1014413"/>
              <a:ext cx="136525" cy="139700"/>
            </a:xfrm>
            <a:custGeom>
              <a:avLst/>
              <a:gdLst>
                <a:gd name="T0" fmla="*/ 0 w 380"/>
                <a:gd name="T1" fmla="*/ 62 h 387"/>
                <a:gd name="T2" fmla="*/ 0 w 380"/>
                <a:gd name="T3" fmla="*/ 0 h 387"/>
                <a:gd name="T4" fmla="*/ 379 w 380"/>
                <a:gd name="T5" fmla="*/ 0 h 387"/>
                <a:gd name="T6" fmla="*/ 379 w 380"/>
                <a:gd name="T7" fmla="*/ 62 h 387"/>
                <a:gd name="T8" fmla="*/ 229 w 380"/>
                <a:gd name="T9" fmla="*/ 62 h 387"/>
                <a:gd name="T10" fmla="*/ 229 w 380"/>
                <a:gd name="T11" fmla="*/ 386 h 387"/>
                <a:gd name="T12" fmla="*/ 147 w 380"/>
                <a:gd name="T13" fmla="*/ 386 h 387"/>
                <a:gd name="T14" fmla="*/ 147 w 380"/>
                <a:gd name="T15" fmla="*/ 62 h 387"/>
                <a:gd name="T16" fmla="*/ 0 w 380"/>
                <a:gd name="T17" fmla="*/ 6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0" h="387">
                  <a:moveTo>
                    <a:pt x="0" y="62"/>
                  </a:moveTo>
                  <a:lnTo>
                    <a:pt x="0" y="0"/>
                  </a:lnTo>
                  <a:lnTo>
                    <a:pt x="379" y="0"/>
                  </a:lnTo>
                  <a:lnTo>
                    <a:pt x="379" y="62"/>
                  </a:lnTo>
                  <a:lnTo>
                    <a:pt x="229" y="62"/>
                  </a:lnTo>
                  <a:lnTo>
                    <a:pt x="229" y="386"/>
                  </a:lnTo>
                  <a:lnTo>
                    <a:pt x="147" y="386"/>
                  </a:lnTo>
                  <a:lnTo>
                    <a:pt x="147" y="62"/>
                  </a:lnTo>
                  <a:lnTo>
                    <a:pt x="0" y="6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" name="Freeform 6"/>
            <p:cNvSpPr>
              <a:spLocks noChangeArrowheads="1"/>
            </p:cNvSpPr>
            <p:nvPr/>
          </p:nvSpPr>
          <p:spPr bwMode="auto">
            <a:xfrm>
              <a:off x="2051050" y="1014413"/>
              <a:ext cx="128588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7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" name="Freeform 7"/>
            <p:cNvSpPr>
              <a:spLocks noChangeArrowheads="1"/>
            </p:cNvSpPr>
            <p:nvPr/>
          </p:nvSpPr>
          <p:spPr bwMode="auto">
            <a:xfrm>
              <a:off x="2208213" y="1011238"/>
              <a:ext cx="152400" cy="144462"/>
            </a:xfrm>
            <a:custGeom>
              <a:avLst/>
              <a:gdLst>
                <a:gd name="T0" fmla="*/ 247 w 425"/>
                <a:gd name="T1" fmla="*/ 0 h 400"/>
                <a:gd name="T2" fmla="*/ 419 w 425"/>
                <a:gd name="T3" fmla="*/ 55 h 400"/>
                <a:gd name="T4" fmla="*/ 381 w 425"/>
                <a:gd name="T5" fmla="*/ 105 h 400"/>
                <a:gd name="T6" fmla="*/ 252 w 425"/>
                <a:gd name="T7" fmla="*/ 60 h 400"/>
                <a:gd name="T8" fmla="*/ 90 w 425"/>
                <a:gd name="T9" fmla="*/ 199 h 400"/>
                <a:gd name="T10" fmla="*/ 252 w 425"/>
                <a:gd name="T11" fmla="*/ 339 h 400"/>
                <a:gd name="T12" fmla="*/ 386 w 425"/>
                <a:gd name="T13" fmla="*/ 292 h 400"/>
                <a:gd name="T14" fmla="*/ 424 w 425"/>
                <a:gd name="T15" fmla="*/ 341 h 400"/>
                <a:gd name="T16" fmla="*/ 244 w 425"/>
                <a:gd name="T17" fmla="*/ 399 h 400"/>
                <a:gd name="T18" fmla="*/ 0 w 425"/>
                <a:gd name="T19" fmla="*/ 199 h 400"/>
                <a:gd name="T20" fmla="*/ 247 w 425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5" h="400">
                  <a:moveTo>
                    <a:pt x="247" y="0"/>
                  </a:moveTo>
                  <a:cubicBezTo>
                    <a:pt x="307" y="0"/>
                    <a:pt x="369" y="18"/>
                    <a:pt x="419" y="55"/>
                  </a:cubicBezTo>
                  <a:lnTo>
                    <a:pt x="381" y="105"/>
                  </a:lnTo>
                  <a:cubicBezTo>
                    <a:pt x="339" y="75"/>
                    <a:pt x="304" y="60"/>
                    <a:pt x="252" y="60"/>
                  </a:cubicBezTo>
                  <a:cubicBezTo>
                    <a:pt x="160" y="60"/>
                    <a:pt x="90" y="117"/>
                    <a:pt x="90" y="199"/>
                  </a:cubicBezTo>
                  <a:cubicBezTo>
                    <a:pt x="90" y="282"/>
                    <a:pt x="162" y="339"/>
                    <a:pt x="252" y="339"/>
                  </a:cubicBezTo>
                  <a:cubicBezTo>
                    <a:pt x="307" y="339"/>
                    <a:pt x="344" y="321"/>
                    <a:pt x="386" y="292"/>
                  </a:cubicBezTo>
                  <a:lnTo>
                    <a:pt x="424" y="341"/>
                  </a:lnTo>
                  <a:cubicBezTo>
                    <a:pt x="371" y="379"/>
                    <a:pt x="307" y="399"/>
                    <a:pt x="244" y="399"/>
                  </a:cubicBezTo>
                  <a:cubicBezTo>
                    <a:pt x="120" y="399"/>
                    <a:pt x="0" y="324"/>
                    <a:pt x="0" y="199"/>
                  </a:cubicBezTo>
                  <a:cubicBezTo>
                    <a:pt x="5" y="72"/>
                    <a:pt x="122" y="0"/>
                    <a:pt x="247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" name="Freeform 8"/>
            <p:cNvSpPr>
              <a:spLocks noChangeArrowheads="1"/>
            </p:cNvSpPr>
            <p:nvPr/>
          </p:nvSpPr>
          <p:spPr bwMode="auto">
            <a:xfrm>
              <a:off x="2395538" y="1014413"/>
              <a:ext cx="146050" cy="139700"/>
            </a:xfrm>
            <a:custGeom>
              <a:avLst/>
              <a:gdLst>
                <a:gd name="T0" fmla="*/ 0 w 405"/>
                <a:gd name="T1" fmla="*/ 0 h 387"/>
                <a:gd name="T2" fmla="*/ 83 w 405"/>
                <a:gd name="T3" fmla="*/ 0 h 387"/>
                <a:gd name="T4" fmla="*/ 83 w 405"/>
                <a:gd name="T5" fmla="*/ 150 h 387"/>
                <a:gd name="T6" fmla="*/ 322 w 405"/>
                <a:gd name="T7" fmla="*/ 150 h 387"/>
                <a:gd name="T8" fmla="*/ 322 w 405"/>
                <a:gd name="T9" fmla="*/ 0 h 387"/>
                <a:gd name="T10" fmla="*/ 404 w 405"/>
                <a:gd name="T11" fmla="*/ 0 h 387"/>
                <a:gd name="T12" fmla="*/ 404 w 405"/>
                <a:gd name="T13" fmla="*/ 386 h 387"/>
                <a:gd name="T14" fmla="*/ 322 w 405"/>
                <a:gd name="T15" fmla="*/ 386 h 387"/>
                <a:gd name="T16" fmla="*/ 322 w 405"/>
                <a:gd name="T17" fmla="*/ 212 h 387"/>
                <a:gd name="T18" fmla="*/ 83 w 405"/>
                <a:gd name="T19" fmla="*/ 212 h 387"/>
                <a:gd name="T20" fmla="*/ 83 w 405"/>
                <a:gd name="T21" fmla="*/ 386 h 387"/>
                <a:gd name="T22" fmla="*/ 0 w 405"/>
                <a:gd name="T23" fmla="*/ 386 h 387"/>
                <a:gd name="T24" fmla="*/ 0 w 405"/>
                <a:gd name="T2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5" h="387">
                  <a:moveTo>
                    <a:pt x="0" y="0"/>
                  </a:moveTo>
                  <a:lnTo>
                    <a:pt x="83" y="0"/>
                  </a:lnTo>
                  <a:lnTo>
                    <a:pt x="83" y="150"/>
                  </a:lnTo>
                  <a:lnTo>
                    <a:pt x="322" y="150"/>
                  </a:lnTo>
                  <a:lnTo>
                    <a:pt x="322" y="0"/>
                  </a:lnTo>
                  <a:lnTo>
                    <a:pt x="404" y="0"/>
                  </a:lnTo>
                  <a:lnTo>
                    <a:pt x="404" y="386"/>
                  </a:lnTo>
                  <a:lnTo>
                    <a:pt x="322" y="386"/>
                  </a:lnTo>
                  <a:lnTo>
                    <a:pt x="322" y="212"/>
                  </a:lnTo>
                  <a:lnTo>
                    <a:pt x="83" y="212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" name="Freeform 9"/>
            <p:cNvSpPr>
              <a:spLocks noChangeArrowheads="1"/>
            </p:cNvSpPr>
            <p:nvPr/>
          </p:nvSpPr>
          <p:spPr bwMode="auto">
            <a:xfrm>
              <a:off x="2584450" y="1014413"/>
              <a:ext cx="144463" cy="139700"/>
            </a:xfrm>
            <a:custGeom>
              <a:avLst/>
              <a:gdLst>
                <a:gd name="T0" fmla="*/ 82 w 402"/>
                <a:gd name="T1" fmla="*/ 112 h 387"/>
                <a:gd name="T2" fmla="*/ 82 w 402"/>
                <a:gd name="T3" fmla="*/ 386 h 387"/>
                <a:gd name="T4" fmla="*/ 0 w 402"/>
                <a:gd name="T5" fmla="*/ 386 h 387"/>
                <a:gd name="T6" fmla="*/ 0 w 402"/>
                <a:gd name="T7" fmla="*/ 0 h 387"/>
                <a:gd name="T8" fmla="*/ 82 w 402"/>
                <a:gd name="T9" fmla="*/ 0 h 387"/>
                <a:gd name="T10" fmla="*/ 319 w 402"/>
                <a:gd name="T11" fmla="*/ 274 h 387"/>
                <a:gd name="T12" fmla="*/ 319 w 402"/>
                <a:gd name="T13" fmla="*/ 0 h 387"/>
                <a:gd name="T14" fmla="*/ 401 w 402"/>
                <a:gd name="T15" fmla="*/ 0 h 387"/>
                <a:gd name="T16" fmla="*/ 401 w 402"/>
                <a:gd name="T17" fmla="*/ 386 h 387"/>
                <a:gd name="T18" fmla="*/ 319 w 402"/>
                <a:gd name="T19" fmla="*/ 386 h 387"/>
                <a:gd name="T20" fmla="*/ 82 w 402"/>
                <a:gd name="T21" fmla="*/ 11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2" h="387">
                  <a:moveTo>
                    <a:pt x="82" y="112"/>
                  </a:move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82" y="0"/>
                  </a:lnTo>
                  <a:lnTo>
                    <a:pt x="319" y="274"/>
                  </a:lnTo>
                  <a:lnTo>
                    <a:pt x="319" y="0"/>
                  </a:lnTo>
                  <a:lnTo>
                    <a:pt x="401" y="0"/>
                  </a:lnTo>
                  <a:lnTo>
                    <a:pt x="401" y="386"/>
                  </a:lnTo>
                  <a:lnTo>
                    <a:pt x="319" y="386"/>
                  </a:lnTo>
                  <a:lnTo>
                    <a:pt x="82" y="11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" name="Freeform 10"/>
            <p:cNvSpPr>
              <a:spLocks noChangeArrowheads="1"/>
            </p:cNvSpPr>
            <p:nvPr/>
          </p:nvSpPr>
          <p:spPr bwMode="auto">
            <a:xfrm>
              <a:off x="2763838" y="1011238"/>
              <a:ext cx="176212" cy="144462"/>
            </a:xfrm>
            <a:custGeom>
              <a:avLst/>
              <a:gdLst>
                <a:gd name="T0" fmla="*/ 0 w 489"/>
                <a:gd name="T1" fmla="*/ 199 h 400"/>
                <a:gd name="T2" fmla="*/ 244 w 489"/>
                <a:gd name="T3" fmla="*/ 0 h 400"/>
                <a:gd name="T4" fmla="*/ 488 w 489"/>
                <a:gd name="T5" fmla="*/ 199 h 400"/>
                <a:gd name="T6" fmla="*/ 244 w 489"/>
                <a:gd name="T7" fmla="*/ 399 h 400"/>
                <a:gd name="T8" fmla="*/ 0 w 489"/>
                <a:gd name="T9" fmla="*/ 199 h 400"/>
                <a:gd name="T10" fmla="*/ 85 w 489"/>
                <a:gd name="T11" fmla="*/ 199 h 400"/>
                <a:gd name="T12" fmla="*/ 244 w 489"/>
                <a:gd name="T13" fmla="*/ 339 h 400"/>
                <a:gd name="T14" fmla="*/ 404 w 489"/>
                <a:gd name="T15" fmla="*/ 199 h 400"/>
                <a:gd name="T16" fmla="*/ 244 w 489"/>
                <a:gd name="T17" fmla="*/ 60 h 400"/>
                <a:gd name="T18" fmla="*/ 85 w 489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8" y="90"/>
                    <a:pt x="488" y="199"/>
                  </a:cubicBezTo>
                  <a:cubicBezTo>
                    <a:pt x="488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5" y="199"/>
                  </a:moveTo>
                  <a:cubicBezTo>
                    <a:pt x="85" y="277"/>
                    <a:pt x="150" y="339"/>
                    <a:pt x="244" y="339"/>
                  </a:cubicBezTo>
                  <a:cubicBezTo>
                    <a:pt x="339" y="339"/>
                    <a:pt x="404" y="277"/>
                    <a:pt x="404" y="199"/>
                  </a:cubicBezTo>
                  <a:cubicBezTo>
                    <a:pt x="404" y="122"/>
                    <a:pt x="338" y="60"/>
                    <a:pt x="244" y="60"/>
                  </a:cubicBezTo>
                  <a:cubicBezTo>
                    <a:pt x="149" y="60"/>
                    <a:pt x="85" y="122"/>
                    <a:pt x="85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" name="Freeform 11"/>
            <p:cNvSpPr>
              <a:spLocks noChangeArrowheads="1"/>
            </p:cNvSpPr>
            <p:nvPr/>
          </p:nvSpPr>
          <p:spPr bwMode="auto">
            <a:xfrm>
              <a:off x="2974975" y="1014413"/>
              <a:ext cx="117475" cy="139700"/>
            </a:xfrm>
            <a:custGeom>
              <a:avLst/>
              <a:gdLst>
                <a:gd name="T0" fmla="*/ 0 w 328"/>
                <a:gd name="T1" fmla="*/ 0 h 387"/>
                <a:gd name="T2" fmla="*/ 82 w 328"/>
                <a:gd name="T3" fmla="*/ 0 h 387"/>
                <a:gd name="T4" fmla="*/ 82 w 328"/>
                <a:gd name="T5" fmla="*/ 324 h 387"/>
                <a:gd name="T6" fmla="*/ 327 w 328"/>
                <a:gd name="T7" fmla="*/ 324 h 387"/>
                <a:gd name="T8" fmla="*/ 327 w 328"/>
                <a:gd name="T9" fmla="*/ 386 h 387"/>
                <a:gd name="T10" fmla="*/ 0 w 328"/>
                <a:gd name="T11" fmla="*/ 386 h 387"/>
                <a:gd name="T12" fmla="*/ 0 w 32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387">
                  <a:moveTo>
                    <a:pt x="0" y="0"/>
                  </a:moveTo>
                  <a:lnTo>
                    <a:pt x="82" y="0"/>
                  </a:lnTo>
                  <a:lnTo>
                    <a:pt x="82" y="324"/>
                  </a:lnTo>
                  <a:lnTo>
                    <a:pt x="327" y="324"/>
                  </a:lnTo>
                  <a:lnTo>
                    <a:pt x="327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" name="Freeform 12"/>
            <p:cNvSpPr>
              <a:spLocks noChangeArrowheads="1"/>
            </p:cNvSpPr>
            <p:nvPr/>
          </p:nvSpPr>
          <p:spPr bwMode="auto">
            <a:xfrm>
              <a:off x="3105150" y="1011238"/>
              <a:ext cx="176213" cy="144462"/>
            </a:xfrm>
            <a:custGeom>
              <a:avLst/>
              <a:gdLst>
                <a:gd name="T0" fmla="*/ 0 w 490"/>
                <a:gd name="T1" fmla="*/ 199 h 400"/>
                <a:gd name="T2" fmla="*/ 244 w 490"/>
                <a:gd name="T3" fmla="*/ 0 h 400"/>
                <a:gd name="T4" fmla="*/ 489 w 490"/>
                <a:gd name="T5" fmla="*/ 199 h 400"/>
                <a:gd name="T6" fmla="*/ 244 w 490"/>
                <a:gd name="T7" fmla="*/ 399 h 400"/>
                <a:gd name="T8" fmla="*/ 0 w 490"/>
                <a:gd name="T9" fmla="*/ 199 h 400"/>
                <a:gd name="T10" fmla="*/ 87 w 490"/>
                <a:gd name="T11" fmla="*/ 199 h 400"/>
                <a:gd name="T12" fmla="*/ 247 w 490"/>
                <a:gd name="T13" fmla="*/ 339 h 400"/>
                <a:gd name="T14" fmla="*/ 406 w 490"/>
                <a:gd name="T15" fmla="*/ 199 h 400"/>
                <a:gd name="T16" fmla="*/ 247 w 490"/>
                <a:gd name="T17" fmla="*/ 60 h 400"/>
                <a:gd name="T18" fmla="*/ 87 w 490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0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9" y="90"/>
                    <a:pt x="489" y="199"/>
                  </a:cubicBezTo>
                  <a:cubicBezTo>
                    <a:pt x="489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7" y="199"/>
                  </a:moveTo>
                  <a:cubicBezTo>
                    <a:pt x="87" y="277"/>
                    <a:pt x="152" y="339"/>
                    <a:pt x="247" y="339"/>
                  </a:cubicBezTo>
                  <a:cubicBezTo>
                    <a:pt x="342" y="339"/>
                    <a:pt x="406" y="277"/>
                    <a:pt x="406" y="199"/>
                  </a:cubicBezTo>
                  <a:cubicBezTo>
                    <a:pt x="406" y="122"/>
                    <a:pt x="342" y="60"/>
                    <a:pt x="247" y="60"/>
                  </a:cubicBezTo>
                  <a:cubicBezTo>
                    <a:pt x="152" y="60"/>
                    <a:pt x="87" y="122"/>
                    <a:pt x="87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" name="Freeform 13"/>
            <p:cNvSpPr>
              <a:spLocks noChangeArrowheads="1"/>
            </p:cNvSpPr>
            <p:nvPr/>
          </p:nvSpPr>
          <p:spPr bwMode="auto">
            <a:xfrm>
              <a:off x="3306763" y="1011238"/>
              <a:ext cx="158750" cy="142875"/>
            </a:xfrm>
            <a:custGeom>
              <a:avLst/>
              <a:gdLst>
                <a:gd name="T0" fmla="*/ 244 w 439"/>
                <a:gd name="T1" fmla="*/ 0 h 397"/>
                <a:gd name="T2" fmla="*/ 416 w 439"/>
                <a:gd name="T3" fmla="*/ 55 h 397"/>
                <a:gd name="T4" fmla="*/ 378 w 439"/>
                <a:gd name="T5" fmla="*/ 105 h 397"/>
                <a:gd name="T6" fmla="*/ 249 w 439"/>
                <a:gd name="T7" fmla="*/ 60 h 397"/>
                <a:gd name="T8" fmla="*/ 87 w 439"/>
                <a:gd name="T9" fmla="*/ 199 h 397"/>
                <a:gd name="T10" fmla="*/ 246 w 439"/>
                <a:gd name="T11" fmla="*/ 339 h 397"/>
                <a:gd name="T12" fmla="*/ 356 w 439"/>
                <a:gd name="T13" fmla="*/ 309 h 397"/>
                <a:gd name="T14" fmla="*/ 356 w 439"/>
                <a:gd name="T15" fmla="*/ 234 h 397"/>
                <a:gd name="T16" fmla="*/ 239 w 439"/>
                <a:gd name="T17" fmla="*/ 234 h 397"/>
                <a:gd name="T18" fmla="*/ 239 w 439"/>
                <a:gd name="T19" fmla="*/ 174 h 397"/>
                <a:gd name="T20" fmla="*/ 438 w 439"/>
                <a:gd name="T21" fmla="*/ 174 h 397"/>
                <a:gd name="T22" fmla="*/ 438 w 439"/>
                <a:gd name="T23" fmla="*/ 336 h 397"/>
                <a:gd name="T24" fmla="*/ 244 w 439"/>
                <a:gd name="T25" fmla="*/ 396 h 397"/>
                <a:gd name="T26" fmla="*/ 2 w 439"/>
                <a:gd name="T27" fmla="*/ 197 h 397"/>
                <a:gd name="T28" fmla="*/ 244 w 439"/>
                <a:gd name="T2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9" h="397">
                  <a:moveTo>
                    <a:pt x="244" y="0"/>
                  </a:moveTo>
                  <a:cubicBezTo>
                    <a:pt x="304" y="0"/>
                    <a:pt x="366" y="18"/>
                    <a:pt x="416" y="55"/>
                  </a:cubicBezTo>
                  <a:lnTo>
                    <a:pt x="378" y="105"/>
                  </a:lnTo>
                  <a:cubicBezTo>
                    <a:pt x="336" y="75"/>
                    <a:pt x="301" y="60"/>
                    <a:pt x="249" y="60"/>
                  </a:cubicBezTo>
                  <a:cubicBezTo>
                    <a:pt x="157" y="60"/>
                    <a:pt x="87" y="115"/>
                    <a:pt x="87" y="199"/>
                  </a:cubicBezTo>
                  <a:cubicBezTo>
                    <a:pt x="87" y="282"/>
                    <a:pt x="149" y="339"/>
                    <a:pt x="246" y="339"/>
                  </a:cubicBezTo>
                  <a:cubicBezTo>
                    <a:pt x="289" y="339"/>
                    <a:pt x="329" y="326"/>
                    <a:pt x="356" y="309"/>
                  </a:cubicBezTo>
                  <a:lnTo>
                    <a:pt x="356" y="234"/>
                  </a:lnTo>
                  <a:lnTo>
                    <a:pt x="239" y="234"/>
                  </a:lnTo>
                  <a:lnTo>
                    <a:pt x="239" y="174"/>
                  </a:lnTo>
                  <a:lnTo>
                    <a:pt x="438" y="174"/>
                  </a:lnTo>
                  <a:lnTo>
                    <a:pt x="438" y="336"/>
                  </a:lnTo>
                  <a:cubicBezTo>
                    <a:pt x="391" y="369"/>
                    <a:pt x="326" y="396"/>
                    <a:pt x="244" y="396"/>
                  </a:cubicBezTo>
                  <a:cubicBezTo>
                    <a:pt x="99" y="396"/>
                    <a:pt x="2" y="309"/>
                    <a:pt x="2" y="197"/>
                  </a:cubicBezTo>
                  <a:cubicBezTo>
                    <a:pt x="0" y="72"/>
                    <a:pt x="117" y="0"/>
                    <a:pt x="244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" name="Freeform 14"/>
            <p:cNvSpPr>
              <a:spLocks noChangeArrowheads="1"/>
            </p:cNvSpPr>
            <p:nvPr/>
          </p:nvSpPr>
          <p:spPr bwMode="auto">
            <a:xfrm>
              <a:off x="3505200" y="1014413"/>
              <a:ext cx="30163" cy="139700"/>
            </a:xfrm>
            <a:custGeom>
              <a:avLst/>
              <a:gdLst>
                <a:gd name="T0" fmla="*/ 0 w 83"/>
                <a:gd name="T1" fmla="*/ 0 h 387"/>
                <a:gd name="T2" fmla="*/ 82 w 83"/>
                <a:gd name="T3" fmla="*/ 0 h 387"/>
                <a:gd name="T4" fmla="*/ 82 w 83"/>
                <a:gd name="T5" fmla="*/ 386 h 387"/>
                <a:gd name="T6" fmla="*/ 0 w 83"/>
                <a:gd name="T7" fmla="*/ 386 h 387"/>
                <a:gd name="T8" fmla="*/ 0 w 83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387">
                  <a:moveTo>
                    <a:pt x="0" y="0"/>
                  </a:moveTo>
                  <a:lnTo>
                    <a:pt x="82" y="0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" name="Freeform 15"/>
            <p:cNvSpPr>
              <a:spLocks noChangeArrowheads="1"/>
            </p:cNvSpPr>
            <p:nvPr/>
          </p:nvSpPr>
          <p:spPr bwMode="auto">
            <a:xfrm>
              <a:off x="3576638" y="1014413"/>
              <a:ext cx="128587" cy="139700"/>
            </a:xfrm>
            <a:custGeom>
              <a:avLst/>
              <a:gdLst>
                <a:gd name="T0" fmla="*/ 0 w 357"/>
                <a:gd name="T1" fmla="*/ 274 h 387"/>
                <a:gd name="T2" fmla="*/ 0 w 357"/>
                <a:gd name="T3" fmla="*/ 0 h 387"/>
                <a:gd name="T4" fmla="*/ 349 w 357"/>
                <a:gd name="T5" fmla="*/ 0 h 387"/>
                <a:gd name="T6" fmla="*/ 349 w 357"/>
                <a:gd name="T7" fmla="*/ 62 h 387"/>
                <a:gd name="T8" fmla="*/ 82 w 357"/>
                <a:gd name="T9" fmla="*/ 62 h 387"/>
                <a:gd name="T10" fmla="*/ 82 w 357"/>
                <a:gd name="T11" fmla="*/ 154 h 387"/>
                <a:gd name="T12" fmla="*/ 326 w 357"/>
                <a:gd name="T13" fmla="*/ 154 h 387"/>
                <a:gd name="T14" fmla="*/ 326 w 357"/>
                <a:gd name="T15" fmla="*/ 214 h 387"/>
                <a:gd name="T16" fmla="*/ 82 w 357"/>
                <a:gd name="T17" fmla="*/ 214 h 387"/>
                <a:gd name="T18" fmla="*/ 82 w 357"/>
                <a:gd name="T19" fmla="*/ 274 h 387"/>
                <a:gd name="T20" fmla="*/ 130 w 357"/>
                <a:gd name="T21" fmla="*/ 323 h 387"/>
                <a:gd name="T22" fmla="*/ 356 w 357"/>
                <a:gd name="T23" fmla="*/ 323 h 387"/>
                <a:gd name="T24" fmla="*/ 356 w 357"/>
                <a:gd name="T25" fmla="*/ 386 h 387"/>
                <a:gd name="T26" fmla="*/ 110 w 357"/>
                <a:gd name="T27" fmla="*/ 386 h 387"/>
                <a:gd name="T28" fmla="*/ 0 w 357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7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2" y="62"/>
                  </a:lnTo>
                  <a:lnTo>
                    <a:pt x="82" y="154"/>
                  </a:lnTo>
                  <a:lnTo>
                    <a:pt x="326" y="154"/>
                  </a:lnTo>
                  <a:lnTo>
                    <a:pt x="326" y="214"/>
                  </a:lnTo>
                  <a:lnTo>
                    <a:pt x="82" y="214"/>
                  </a:lnTo>
                  <a:lnTo>
                    <a:pt x="82" y="274"/>
                  </a:lnTo>
                  <a:cubicBezTo>
                    <a:pt x="82" y="308"/>
                    <a:pt x="97" y="323"/>
                    <a:pt x="130" y="323"/>
                  </a:cubicBezTo>
                  <a:lnTo>
                    <a:pt x="356" y="323"/>
                  </a:lnTo>
                  <a:lnTo>
                    <a:pt x="356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" name="Freeform 16"/>
            <p:cNvSpPr>
              <a:spLocks noChangeArrowheads="1"/>
            </p:cNvSpPr>
            <p:nvPr/>
          </p:nvSpPr>
          <p:spPr bwMode="auto">
            <a:xfrm>
              <a:off x="373221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5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7 w 417"/>
                <a:gd name="T17" fmla="*/ 110 h 400"/>
                <a:gd name="T18" fmla="*/ 210 w 417"/>
                <a:gd name="T19" fmla="*/ 60 h 400"/>
                <a:gd name="T20" fmla="*/ 103 w 417"/>
                <a:gd name="T21" fmla="*/ 105 h 400"/>
                <a:gd name="T22" fmla="*/ 215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8" y="319"/>
                    <a:pt x="157" y="336"/>
                    <a:pt x="215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2" y="20"/>
                    <a:pt x="404" y="55"/>
                  </a:cubicBezTo>
                  <a:lnTo>
                    <a:pt x="367" y="110"/>
                  </a:lnTo>
                  <a:cubicBezTo>
                    <a:pt x="324" y="77"/>
                    <a:pt x="265" y="60"/>
                    <a:pt x="210" y="60"/>
                  </a:cubicBezTo>
                  <a:cubicBezTo>
                    <a:pt x="155" y="60"/>
                    <a:pt x="103" y="77"/>
                    <a:pt x="103" y="105"/>
                  </a:cubicBezTo>
                  <a:cubicBezTo>
                    <a:pt x="103" y="130"/>
                    <a:pt x="152" y="142"/>
                    <a:pt x="215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8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" name="Freeform 17"/>
            <p:cNvSpPr>
              <a:spLocks noChangeArrowheads="1"/>
            </p:cNvSpPr>
            <p:nvPr/>
          </p:nvSpPr>
          <p:spPr bwMode="auto">
            <a:xfrm>
              <a:off x="4159250" y="1011238"/>
              <a:ext cx="150813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4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1" y="20"/>
                    <a:pt x="404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5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5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" name="Freeform 18"/>
            <p:cNvSpPr>
              <a:spLocks noChangeArrowheads="1"/>
            </p:cNvSpPr>
            <p:nvPr/>
          </p:nvSpPr>
          <p:spPr bwMode="auto">
            <a:xfrm>
              <a:off x="433863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" name="Freeform 19"/>
            <p:cNvSpPr>
              <a:spLocks noChangeArrowheads="1"/>
            </p:cNvSpPr>
            <p:nvPr/>
          </p:nvSpPr>
          <p:spPr bwMode="auto">
            <a:xfrm>
              <a:off x="4505325" y="1014413"/>
              <a:ext cx="142875" cy="139700"/>
            </a:xfrm>
            <a:custGeom>
              <a:avLst/>
              <a:gdLst>
                <a:gd name="T0" fmla="*/ 207 w 397"/>
                <a:gd name="T1" fmla="*/ 0 h 387"/>
                <a:gd name="T2" fmla="*/ 384 w 397"/>
                <a:gd name="T3" fmla="*/ 125 h 387"/>
                <a:gd name="T4" fmla="*/ 269 w 397"/>
                <a:gd name="T5" fmla="*/ 239 h 387"/>
                <a:gd name="T6" fmla="*/ 396 w 397"/>
                <a:gd name="T7" fmla="*/ 386 h 387"/>
                <a:gd name="T8" fmla="*/ 299 w 397"/>
                <a:gd name="T9" fmla="*/ 386 h 387"/>
                <a:gd name="T10" fmla="*/ 185 w 397"/>
                <a:gd name="T11" fmla="*/ 252 h 387"/>
                <a:gd name="T12" fmla="*/ 82 w 397"/>
                <a:gd name="T13" fmla="*/ 252 h 387"/>
                <a:gd name="T14" fmla="*/ 82 w 397"/>
                <a:gd name="T15" fmla="*/ 386 h 387"/>
                <a:gd name="T16" fmla="*/ 0 w 397"/>
                <a:gd name="T17" fmla="*/ 386 h 387"/>
                <a:gd name="T18" fmla="*/ 0 w 397"/>
                <a:gd name="T19" fmla="*/ 0 h 387"/>
                <a:gd name="T20" fmla="*/ 207 w 397"/>
                <a:gd name="T21" fmla="*/ 0 h 387"/>
                <a:gd name="T22" fmla="*/ 202 w 397"/>
                <a:gd name="T23" fmla="*/ 192 h 387"/>
                <a:gd name="T24" fmla="*/ 299 w 397"/>
                <a:gd name="T25" fmla="*/ 125 h 387"/>
                <a:gd name="T26" fmla="*/ 202 w 397"/>
                <a:gd name="T27" fmla="*/ 62 h 387"/>
                <a:gd name="T28" fmla="*/ 82 w 397"/>
                <a:gd name="T29" fmla="*/ 62 h 387"/>
                <a:gd name="T30" fmla="*/ 82 w 397"/>
                <a:gd name="T31" fmla="*/ 192 h 387"/>
                <a:gd name="T32" fmla="*/ 202 w 397"/>
                <a:gd name="T33" fmla="*/ 19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7" h="387">
                  <a:moveTo>
                    <a:pt x="207" y="0"/>
                  </a:moveTo>
                  <a:cubicBezTo>
                    <a:pt x="304" y="0"/>
                    <a:pt x="384" y="40"/>
                    <a:pt x="384" y="125"/>
                  </a:cubicBezTo>
                  <a:cubicBezTo>
                    <a:pt x="384" y="192"/>
                    <a:pt x="337" y="227"/>
                    <a:pt x="269" y="239"/>
                  </a:cubicBezTo>
                  <a:lnTo>
                    <a:pt x="396" y="386"/>
                  </a:lnTo>
                  <a:lnTo>
                    <a:pt x="299" y="386"/>
                  </a:lnTo>
                  <a:lnTo>
                    <a:pt x="185" y="252"/>
                  </a:lnTo>
                  <a:lnTo>
                    <a:pt x="82" y="252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207" y="0"/>
                  </a:lnTo>
                  <a:close/>
                  <a:moveTo>
                    <a:pt x="202" y="192"/>
                  </a:moveTo>
                  <a:cubicBezTo>
                    <a:pt x="259" y="192"/>
                    <a:pt x="299" y="167"/>
                    <a:pt x="299" y="125"/>
                  </a:cubicBezTo>
                  <a:cubicBezTo>
                    <a:pt x="299" y="85"/>
                    <a:pt x="264" y="62"/>
                    <a:pt x="202" y="62"/>
                  </a:cubicBezTo>
                  <a:lnTo>
                    <a:pt x="82" y="62"/>
                  </a:lnTo>
                  <a:lnTo>
                    <a:pt x="82" y="192"/>
                  </a:lnTo>
                  <a:lnTo>
                    <a:pt x="202" y="192"/>
                  </a:ln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" name="Freeform 20"/>
            <p:cNvSpPr>
              <a:spLocks noChangeArrowheads="1"/>
            </p:cNvSpPr>
            <p:nvPr/>
          </p:nvSpPr>
          <p:spPr bwMode="auto">
            <a:xfrm>
              <a:off x="4657725" y="1014413"/>
              <a:ext cx="169863" cy="139700"/>
            </a:xfrm>
            <a:custGeom>
              <a:avLst/>
              <a:gdLst>
                <a:gd name="T0" fmla="*/ 469 w 470"/>
                <a:gd name="T1" fmla="*/ 0 h 387"/>
                <a:gd name="T2" fmla="*/ 277 w 470"/>
                <a:gd name="T3" fmla="*/ 386 h 387"/>
                <a:gd name="T4" fmla="*/ 192 w 470"/>
                <a:gd name="T5" fmla="*/ 386 h 387"/>
                <a:gd name="T6" fmla="*/ 0 w 470"/>
                <a:gd name="T7" fmla="*/ 0 h 387"/>
                <a:gd name="T8" fmla="*/ 95 w 470"/>
                <a:gd name="T9" fmla="*/ 0 h 387"/>
                <a:gd name="T10" fmla="*/ 239 w 470"/>
                <a:gd name="T11" fmla="*/ 304 h 387"/>
                <a:gd name="T12" fmla="*/ 384 w 470"/>
                <a:gd name="T13" fmla="*/ 0 h 387"/>
                <a:gd name="T14" fmla="*/ 469 w 470"/>
                <a:gd name="T1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0" h="387">
                  <a:moveTo>
                    <a:pt x="469" y="0"/>
                  </a:moveTo>
                  <a:lnTo>
                    <a:pt x="277" y="386"/>
                  </a:lnTo>
                  <a:lnTo>
                    <a:pt x="192" y="386"/>
                  </a:lnTo>
                  <a:lnTo>
                    <a:pt x="0" y="0"/>
                  </a:lnTo>
                  <a:lnTo>
                    <a:pt x="95" y="0"/>
                  </a:lnTo>
                  <a:lnTo>
                    <a:pt x="239" y="304"/>
                  </a:lnTo>
                  <a:lnTo>
                    <a:pt x="384" y="0"/>
                  </a:lnTo>
                  <a:lnTo>
                    <a:pt x="469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" name="Freeform 21"/>
            <p:cNvSpPr>
              <a:spLocks noChangeArrowheads="1"/>
            </p:cNvSpPr>
            <p:nvPr/>
          </p:nvSpPr>
          <p:spPr bwMode="auto">
            <a:xfrm>
              <a:off x="4846638" y="1014413"/>
              <a:ext cx="30162" cy="139700"/>
            </a:xfrm>
            <a:custGeom>
              <a:avLst/>
              <a:gdLst>
                <a:gd name="T0" fmla="*/ 0 w 84"/>
                <a:gd name="T1" fmla="*/ 0 h 387"/>
                <a:gd name="T2" fmla="*/ 83 w 84"/>
                <a:gd name="T3" fmla="*/ 0 h 387"/>
                <a:gd name="T4" fmla="*/ 83 w 84"/>
                <a:gd name="T5" fmla="*/ 386 h 387"/>
                <a:gd name="T6" fmla="*/ 0 w 84"/>
                <a:gd name="T7" fmla="*/ 386 h 387"/>
                <a:gd name="T8" fmla="*/ 0 w 84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87">
                  <a:moveTo>
                    <a:pt x="0" y="0"/>
                  </a:moveTo>
                  <a:lnTo>
                    <a:pt x="83" y="0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" name="Freeform 22"/>
            <p:cNvSpPr>
              <a:spLocks noChangeArrowheads="1"/>
            </p:cNvSpPr>
            <p:nvPr/>
          </p:nvSpPr>
          <p:spPr bwMode="auto">
            <a:xfrm>
              <a:off x="4910138" y="1011238"/>
              <a:ext cx="152400" cy="144462"/>
            </a:xfrm>
            <a:custGeom>
              <a:avLst/>
              <a:gdLst>
                <a:gd name="T0" fmla="*/ 246 w 424"/>
                <a:gd name="T1" fmla="*/ 0 h 400"/>
                <a:gd name="T2" fmla="*/ 418 w 424"/>
                <a:gd name="T3" fmla="*/ 55 h 400"/>
                <a:gd name="T4" fmla="*/ 381 w 424"/>
                <a:gd name="T5" fmla="*/ 105 h 400"/>
                <a:gd name="T6" fmla="*/ 251 w 424"/>
                <a:gd name="T7" fmla="*/ 60 h 400"/>
                <a:gd name="T8" fmla="*/ 89 w 424"/>
                <a:gd name="T9" fmla="*/ 199 h 400"/>
                <a:gd name="T10" fmla="*/ 251 w 424"/>
                <a:gd name="T11" fmla="*/ 339 h 400"/>
                <a:gd name="T12" fmla="*/ 386 w 424"/>
                <a:gd name="T13" fmla="*/ 292 h 400"/>
                <a:gd name="T14" fmla="*/ 423 w 424"/>
                <a:gd name="T15" fmla="*/ 341 h 400"/>
                <a:gd name="T16" fmla="*/ 244 w 424"/>
                <a:gd name="T17" fmla="*/ 399 h 400"/>
                <a:gd name="T18" fmla="*/ 0 w 424"/>
                <a:gd name="T19" fmla="*/ 199 h 400"/>
                <a:gd name="T20" fmla="*/ 246 w 424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4" h="400">
                  <a:moveTo>
                    <a:pt x="246" y="0"/>
                  </a:moveTo>
                  <a:cubicBezTo>
                    <a:pt x="306" y="0"/>
                    <a:pt x="368" y="18"/>
                    <a:pt x="418" y="55"/>
                  </a:cubicBezTo>
                  <a:lnTo>
                    <a:pt x="381" y="105"/>
                  </a:lnTo>
                  <a:cubicBezTo>
                    <a:pt x="338" y="75"/>
                    <a:pt x="304" y="60"/>
                    <a:pt x="251" y="60"/>
                  </a:cubicBezTo>
                  <a:cubicBezTo>
                    <a:pt x="159" y="60"/>
                    <a:pt x="89" y="117"/>
                    <a:pt x="89" y="199"/>
                  </a:cubicBezTo>
                  <a:cubicBezTo>
                    <a:pt x="89" y="282"/>
                    <a:pt x="162" y="339"/>
                    <a:pt x="251" y="339"/>
                  </a:cubicBezTo>
                  <a:cubicBezTo>
                    <a:pt x="306" y="339"/>
                    <a:pt x="343" y="321"/>
                    <a:pt x="386" y="292"/>
                  </a:cubicBezTo>
                  <a:lnTo>
                    <a:pt x="423" y="341"/>
                  </a:lnTo>
                  <a:cubicBezTo>
                    <a:pt x="371" y="379"/>
                    <a:pt x="306" y="399"/>
                    <a:pt x="244" y="399"/>
                  </a:cubicBezTo>
                  <a:cubicBezTo>
                    <a:pt x="119" y="399"/>
                    <a:pt x="0" y="324"/>
                    <a:pt x="0" y="199"/>
                  </a:cubicBezTo>
                  <a:cubicBezTo>
                    <a:pt x="5" y="72"/>
                    <a:pt x="122" y="0"/>
                    <a:pt x="246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" name="Freeform 23"/>
            <p:cNvSpPr>
              <a:spLocks noChangeArrowheads="1"/>
            </p:cNvSpPr>
            <p:nvPr/>
          </p:nvSpPr>
          <p:spPr bwMode="auto">
            <a:xfrm>
              <a:off x="509428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" name="Freeform 24"/>
            <p:cNvSpPr>
              <a:spLocks noChangeArrowheads="1"/>
            </p:cNvSpPr>
            <p:nvPr/>
          </p:nvSpPr>
          <p:spPr bwMode="auto">
            <a:xfrm>
              <a:off x="524986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7 w 417"/>
                <a:gd name="T3" fmla="*/ 282 h 400"/>
                <a:gd name="T4" fmla="*/ 214 w 417"/>
                <a:gd name="T5" fmla="*/ 336 h 400"/>
                <a:gd name="T6" fmla="*/ 326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3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1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7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6" y="336"/>
                    <a:pt x="326" y="319"/>
                    <a:pt x="326" y="289"/>
                  </a:cubicBezTo>
                  <a:cubicBezTo>
                    <a:pt x="326" y="259"/>
                    <a:pt x="271" y="247"/>
                    <a:pt x="207" y="234"/>
                  </a:cubicBezTo>
                  <a:cubicBezTo>
                    <a:pt x="119" y="214"/>
                    <a:pt x="15" y="194"/>
                    <a:pt x="15" y="117"/>
                  </a:cubicBezTo>
                  <a:cubicBezTo>
                    <a:pt x="15" y="45"/>
                    <a:pt x="104" y="0"/>
                    <a:pt x="207" y="0"/>
                  </a:cubicBezTo>
                  <a:cubicBezTo>
                    <a:pt x="276" y="0"/>
                    <a:pt x="351" y="20"/>
                    <a:pt x="403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4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1" y="396"/>
                  </a:cubicBezTo>
                  <a:cubicBezTo>
                    <a:pt x="137" y="399"/>
                    <a:pt x="57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" name="Freeform 25"/>
            <p:cNvSpPr>
              <a:spLocks noChangeArrowheads="1"/>
            </p:cNvSpPr>
            <p:nvPr/>
          </p:nvSpPr>
          <p:spPr bwMode="auto">
            <a:xfrm>
              <a:off x="1874838" y="769938"/>
              <a:ext cx="203200" cy="192087"/>
            </a:xfrm>
            <a:custGeom>
              <a:avLst/>
              <a:gdLst>
                <a:gd name="T0" fmla="*/ 326 w 564"/>
                <a:gd name="T1" fmla="*/ 0 h 533"/>
                <a:gd name="T2" fmla="*/ 555 w 564"/>
                <a:gd name="T3" fmla="*/ 72 h 533"/>
                <a:gd name="T4" fmla="*/ 503 w 564"/>
                <a:gd name="T5" fmla="*/ 139 h 533"/>
                <a:gd name="T6" fmla="*/ 331 w 564"/>
                <a:gd name="T7" fmla="*/ 80 h 533"/>
                <a:gd name="T8" fmla="*/ 114 w 564"/>
                <a:gd name="T9" fmla="*/ 267 h 533"/>
                <a:gd name="T10" fmla="*/ 331 w 564"/>
                <a:gd name="T11" fmla="*/ 453 h 533"/>
                <a:gd name="T12" fmla="*/ 510 w 564"/>
                <a:gd name="T13" fmla="*/ 391 h 533"/>
                <a:gd name="T14" fmla="*/ 563 w 564"/>
                <a:gd name="T15" fmla="*/ 458 h 533"/>
                <a:gd name="T16" fmla="*/ 323 w 564"/>
                <a:gd name="T17" fmla="*/ 532 h 533"/>
                <a:gd name="T18" fmla="*/ 0 w 564"/>
                <a:gd name="T19" fmla="*/ 267 h 533"/>
                <a:gd name="T20" fmla="*/ 326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7"/>
                  </a:cubicBezTo>
                  <a:cubicBezTo>
                    <a:pt x="114" y="376"/>
                    <a:pt x="209" y="453"/>
                    <a:pt x="331" y="453"/>
                  </a:cubicBezTo>
                  <a:cubicBezTo>
                    <a:pt x="403" y="453"/>
                    <a:pt x="453" y="431"/>
                    <a:pt x="510" y="391"/>
                  </a:cubicBezTo>
                  <a:lnTo>
                    <a:pt x="563" y="458"/>
                  </a:lnTo>
                  <a:cubicBezTo>
                    <a:pt x="493" y="507"/>
                    <a:pt x="408" y="532"/>
                    <a:pt x="323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" name="Freeform 26"/>
            <p:cNvSpPr>
              <a:spLocks noChangeArrowheads="1"/>
            </p:cNvSpPr>
            <p:nvPr/>
          </p:nvSpPr>
          <p:spPr bwMode="auto">
            <a:xfrm>
              <a:off x="2117725" y="773113"/>
              <a:ext cx="188913" cy="184150"/>
            </a:xfrm>
            <a:custGeom>
              <a:avLst/>
              <a:gdLst>
                <a:gd name="T0" fmla="*/ 276 w 526"/>
                <a:gd name="T1" fmla="*/ 0 h 513"/>
                <a:gd name="T2" fmla="*/ 510 w 526"/>
                <a:gd name="T3" fmla="*/ 164 h 513"/>
                <a:gd name="T4" fmla="*/ 358 w 526"/>
                <a:gd name="T5" fmla="*/ 319 h 513"/>
                <a:gd name="T6" fmla="*/ 525 w 526"/>
                <a:gd name="T7" fmla="*/ 512 h 513"/>
                <a:gd name="T8" fmla="*/ 396 w 526"/>
                <a:gd name="T9" fmla="*/ 512 h 513"/>
                <a:gd name="T10" fmla="*/ 244 w 526"/>
                <a:gd name="T11" fmla="*/ 334 h 513"/>
                <a:gd name="T12" fmla="*/ 109 w 526"/>
                <a:gd name="T13" fmla="*/ 334 h 513"/>
                <a:gd name="T14" fmla="*/ 109 w 526"/>
                <a:gd name="T15" fmla="*/ 512 h 513"/>
                <a:gd name="T16" fmla="*/ 0 w 526"/>
                <a:gd name="T17" fmla="*/ 512 h 513"/>
                <a:gd name="T18" fmla="*/ 0 w 526"/>
                <a:gd name="T19" fmla="*/ 0 h 513"/>
                <a:gd name="T20" fmla="*/ 276 w 526"/>
                <a:gd name="T21" fmla="*/ 0 h 513"/>
                <a:gd name="T22" fmla="*/ 269 w 526"/>
                <a:gd name="T23" fmla="*/ 254 h 513"/>
                <a:gd name="T24" fmla="*/ 396 w 526"/>
                <a:gd name="T25" fmla="*/ 167 h 513"/>
                <a:gd name="T26" fmla="*/ 266 w 526"/>
                <a:gd name="T27" fmla="*/ 82 h 513"/>
                <a:gd name="T28" fmla="*/ 109 w 526"/>
                <a:gd name="T29" fmla="*/ 82 h 513"/>
                <a:gd name="T30" fmla="*/ 109 w 526"/>
                <a:gd name="T31" fmla="*/ 254 h 513"/>
                <a:gd name="T32" fmla="*/ 269 w 526"/>
                <a:gd name="T33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6" h="513">
                  <a:moveTo>
                    <a:pt x="276" y="0"/>
                  </a:moveTo>
                  <a:cubicBezTo>
                    <a:pt x="406" y="0"/>
                    <a:pt x="510" y="52"/>
                    <a:pt x="510" y="164"/>
                  </a:cubicBezTo>
                  <a:cubicBezTo>
                    <a:pt x="510" y="252"/>
                    <a:pt x="446" y="299"/>
                    <a:pt x="358" y="319"/>
                  </a:cubicBezTo>
                  <a:lnTo>
                    <a:pt x="525" y="512"/>
                  </a:lnTo>
                  <a:lnTo>
                    <a:pt x="396" y="512"/>
                  </a:lnTo>
                  <a:lnTo>
                    <a:pt x="244" y="334"/>
                  </a:lnTo>
                  <a:lnTo>
                    <a:pt x="109" y="334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276" y="0"/>
                  </a:lnTo>
                  <a:close/>
                  <a:moveTo>
                    <a:pt x="269" y="254"/>
                  </a:moveTo>
                  <a:cubicBezTo>
                    <a:pt x="346" y="254"/>
                    <a:pt x="396" y="222"/>
                    <a:pt x="396" y="167"/>
                  </a:cubicBezTo>
                  <a:cubicBezTo>
                    <a:pt x="396" y="112"/>
                    <a:pt x="348" y="82"/>
                    <a:pt x="266" y="82"/>
                  </a:cubicBezTo>
                  <a:lnTo>
                    <a:pt x="109" y="82"/>
                  </a:lnTo>
                  <a:lnTo>
                    <a:pt x="109" y="254"/>
                  </a:lnTo>
                  <a:lnTo>
                    <a:pt x="269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" name="Freeform 27"/>
            <p:cNvSpPr>
              <a:spLocks noChangeArrowheads="1"/>
            </p:cNvSpPr>
            <p:nvPr/>
          </p:nvSpPr>
          <p:spPr bwMode="auto">
            <a:xfrm>
              <a:off x="2346325" y="720725"/>
              <a:ext cx="171450" cy="238125"/>
            </a:xfrm>
            <a:custGeom>
              <a:avLst/>
              <a:gdLst>
                <a:gd name="T0" fmla="*/ 0 w 477"/>
                <a:gd name="T1" fmla="*/ 511 h 660"/>
                <a:gd name="T2" fmla="*/ 0 w 477"/>
                <a:gd name="T3" fmla="*/ 144 h 660"/>
                <a:gd name="T4" fmla="*/ 466 w 477"/>
                <a:gd name="T5" fmla="*/ 144 h 660"/>
                <a:gd name="T6" fmla="*/ 466 w 477"/>
                <a:gd name="T7" fmla="*/ 227 h 660"/>
                <a:gd name="T8" fmla="*/ 110 w 477"/>
                <a:gd name="T9" fmla="*/ 227 h 660"/>
                <a:gd name="T10" fmla="*/ 110 w 477"/>
                <a:gd name="T11" fmla="*/ 351 h 660"/>
                <a:gd name="T12" fmla="*/ 436 w 477"/>
                <a:gd name="T13" fmla="*/ 351 h 660"/>
                <a:gd name="T14" fmla="*/ 436 w 477"/>
                <a:gd name="T15" fmla="*/ 431 h 660"/>
                <a:gd name="T16" fmla="*/ 110 w 477"/>
                <a:gd name="T17" fmla="*/ 431 h 660"/>
                <a:gd name="T18" fmla="*/ 110 w 477"/>
                <a:gd name="T19" fmla="*/ 511 h 660"/>
                <a:gd name="T20" fmla="*/ 175 w 477"/>
                <a:gd name="T21" fmla="*/ 578 h 660"/>
                <a:gd name="T22" fmla="*/ 476 w 477"/>
                <a:gd name="T23" fmla="*/ 578 h 660"/>
                <a:gd name="T24" fmla="*/ 476 w 477"/>
                <a:gd name="T25" fmla="*/ 659 h 660"/>
                <a:gd name="T26" fmla="*/ 150 w 477"/>
                <a:gd name="T27" fmla="*/ 659 h 660"/>
                <a:gd name="T28" fmla="*/ 0 w 477"/>
                <a:gd name="T29" fmla="*/ 511 h 660"/>
                <a:gd name="T30" fmla="*/ 354 w 477"/>
                <a:gd name="T31" fmla="*/ 0 h 660"/>
                <a:gd name="T32" fmla="*/ 269 w 477"/>
                <a:gd name="T33" fmla="*/ 90 h 660"/>
                <a:gd name="T34" fmla="*/ 175 w 477"/>
                <a:gd name="T35" fmla="*/ 90 h 660"/>
                <a:gd name="T36" fmla="*/ 239 w 477"/>
                <a:gd name="T37" fmla="*/ 0 h 660"/>
                <a:gd name="T38" fmla="*/ 354 w 477"/>
                <a:gd name="T39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7" h="660">
                  <a:moveTo>
                    <a:pt x="0" y="511"/>
                  </a:moveTo>
                  <a:lnTo>
                    <a:pt x="0" y="144"/>
                  </a:lnTo>
                  <a:lnTo>
                    <a:pt x="466" y="144"/>
                  </a:lnTo>
                  <a:lnTo>
                    <a:pt x="466" y="227"/>
                  </a:lnTo>
                  <a:lnTo>
                    <a:pt x="110" y="227"/>
                  </a:lnTo>
                  <a:lnTo>
                    <a:pt x="110" y="351"/>
                  </a:lnTo>
                  <a:lnTo>
                    <a:pt x="436" y="351"/>
                  </a:lnTo>
                  <a:lnTo>
                    <a:pt x="436" y="431"/>
                  </a:lnTo>
                  <a:lnTo>
                    <a:pt x="110" y="431"/>
                  </a:lnTo>
                  <a:lnTo>
                    <a:pt x="110" y="511"/>
                  </a:lnTo>
                  <a:cubicBezTo>
                    <a:pt x="110" y="555"/>
                    <a:pt x="132" y="578"/>
                    <a:pt x="175" y="578"/>
                  </a:cubicBezTo>
                  <a:lnTo>
                    <a:pt x="476" y="578"/>
                  </a:lnTo>
                  <a:lnTo>
                    <a:pt x="476" y="659"/>
                  </a:lnTo>
                  <a:lnTo>
                    <a:pt x="150" y="659"/>
                  </a:lnTo>
                  <a:cubicBezTo>
                    <a:pt x="55" y="659"/>
                    <a:pt x="0" y="605"/>
                    <a:pt x="0" y="511"/>
                  </a:cubicBezTo>
                  <a:close/>
                  <a:moveTo>
                    <a:pt x="354" y="0"/>
                  </a:moveTo>
                  <a:lnTo>
                    <a:pt x="269" y="90"/>
                  </a:lnTo>
                  <a:lnTo>
                    <a:pt x="175" y="90"/>
                  </a:lnTo>
                  <a:lnTo>
                    <a:pt x="239" y="0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" name="Freeform 28"/>
            <p:cNvSpPr>
              <a:spLocks noChangeArrowheads="1"/>
            </p:cNvSpPr>
            <p:nvPr/>
          </p:nvSpPr>
          <p:spPr bwMode="auto">
            <a:xfrm>
              <a:off x="2563813" y="773113"/>
              <a:ext cx="203200" cy="184150"/>
            </a:xfrm>
            <a:custGeom>
              <a:avLst/>
              <a:gdLst>
                <a:gd name="T0" fmla="*/ 0 w 564"/>
                <a:gd name="T1" fmla="*/ 0 h 513"/>
                <a:gd name="T2" fmla="*/ 231 w 564"/>
                <a:gd name="T3" fmla="*/ 0 h 513"/>
                <a:gd name="T4" fmla="*/ 563 w 564"/>
                <a:gd name="T5" fmla="*/ 257 h 513"/>
                <a:gd name="T6" fmla="*/ 231 w 564"/>
                <a:gd name="T7" fmla="*/ 512 h 513"/>
                <a:gd name="T8" fmla="*/ 0 w 564"/>
                <a:gd name="T9" fmla="*/ 512 h 513"/>
                <a:gd name="T10" fmla="*/ 0 w 564"/>
                <a:gd name="T11" fmla="*/ 0 h 513"/>
                <a:gd name="T12" fmla="*/ 239 w 564"/>
                <a:gd name="T13" fmla="*/ 431 h 513"/>
                <a:gd name="T14" fmla="*/ 448 w 564"/>
                <a:gd name="T15" fmla="*/ 257 h 513"/>
                <a:gd name="T16" fmla="*/ 239 w 564"/>
                <a:gd name="T17" fmla="*/ 82 h 513"/>
                <a:gd name="T18" fmla="*/ 109 w 564"/>
                <a:gd name="T19" fmla="*/ 82 h 513"/>
                <a:gd name="T20" fmla="*/ 109 w 564"/>
                <a:gd name="T21" fmla="*/ 431 h 513"/>
                <a:gd name="T22" fmla="*/ 239 w 564"/>
                <a:gd name="T23" fmla="*/ 431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4" h="513">
                  <a:moveTo>
                    <a:pt x="0" y="0"/>
                  </a:moveTo>
                  <a:lnTo>
                    <a:pt x="231" y="0"/>
                  </a:lnTo>
                  <a:cubicBezTo>
                    <a:pt x="431" y="0"/>
                    <a:pt x="563" y="102"/>
                    <a:pt x="563" y="257"/>
                  </a:cubicBezTo>
                  <a:cubicBezTo>
                    <a:pt x="563" y="411"/>
                    <a:pt x="431" y="512"/>
                    <a:pt x="231" y="512"/>
                  </a:cubicBezTo>
                  <a:lnTo>
                    <a:pt x="0" y="512"/>
                  </a:lnTo>
                  <a:lnTo>
                    <a:pt x="0" y="0"/>
                  </a:lnTo>
                  <a:close/>
                  <a:moveTo>
                    <a:pt x="239" y="431"/>
                  </a:moveTo>
                  <a:cubicBezTo>
                    <a:pt x="363" y="431"/>
                    <a:pt x="448" y="361"/>
                    <a:pt x="448" y="257"/>
                  </a:cubicBezTo>
                  <a:cubicBezTo>
                    <a:pt x="448" y="152"/>
                    <a:pt x="363" y="82"/>
                    <a:pt x="239" y="82"/>
                  </a:cubicBezTo>
                  <a:lnTo>
                    <a:pt x="109" y="82"/>
                  </a:lnTo>
                  <a:lnTo>
                    <a:pt x="109" y="431"/>
                  </a:lnTo>
                  <a:lnTo>
                    <a:pt x="239" y="4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" name="Freeform 29"/>
            <p:cNvSpPr>
              <a:spLocks noChangeArrowheads="1"/>
            </p:cNvSpPr>
            <p:nvPr/>
          </p:nvSpPr>
          <p:spPr bwMode="auto">
            <a:xfrm>
              <a:off x="2808288" y="773113"/>
              <a:ext cx="39687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" name="Freeform 30"/>
            <p:cNvSpPr>
              <a:spLocks noChangeArrowheads="1"/>
            </p:cNvSpPr>
            <p:nvPr/>
          </p:nvSpPr>
          <p:spPr bwMode="auto">
            <a:xfrm>
              <a:off x="2887663" y="773113"/>
              <a:ext cx="182562" cy="184150"/>
            </a:xfrm>
            <a:custGeom>
              <a:avLst/>
              <a:gdLst>
                <a:gd name="T0" fmla="*/ 0 w 506"/>
                <a:gd name="T1" fmla="*/ 82 h 513"/>
                <a:gd name="T2" fmla="*/ 0 w 506"/>
                <a:gd name="T3" fmla="*/ 0 h 513"/>
                <a:gd name="T4" fmla="*/ 505 w 506"/>
                <a:gd name="T5" fmla="*/ 0 h 513"/>
                <a:gd name="T6" fmla="*/ 505 w 506"/>
                <a:gd name="T7" fmla="*/ 82 h 513"/>
                <a:gd name="T8" fmla="*/ 309 w 506"/>
                <a:gd name="T9" fmla="*/ 82 h 513"/>
                <a:gd name="T10" fmla="*/ 309 w 506"/>
                <a:gd name="T11" fmla="*/ 512 h 513"/>
                <a:gd name="T12" fmla="*/ 199 w 506"/>
                <a:gd name="T13" fmla="*/ 512 h 513"/>
                <a:gd name="T14" fmla="*/ 199 w 506"/>
                <a:gd name="T15" fmla="*/ 82 h 513"/>
                <a:gd name="T16" fmla="*/ 0 w 506"/>
                <a:gd name="T17" fmla="*/ 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6" h="513">
                  <a:moveTo>
                    <a:pt x="0" y="82"/>
                  </a:moveTo>
                  <a:lnTo>
                    <a:pt x="0" y="0"/>
                  </a:lnTo>
                  <a:lnTo>
                    <a:pt x="505" y="0"/>
                  </a:lnTo>
                  <a:lnTo>
                    <a:pt x="505" y="82"/>
                  </a:lnTo>
                  <a:lnTo>
                    <a:pt x="309" y="82"/>
                  </a:lnTo>
                  <a:lnTo>
                    <a:pt x="309" y="512"/>
                  </a:lnTo>
                  <a:lnTo>
                    <a:pt x="199" y="512"/>
                  </a:lnTo>
                  <a:lnTo>
                    <a:pt x="199" y="82"/>
                  </a:lnTo>
                  <a:lnTo>
                    <a:pt x="0" y="82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" name="Freeform 31"/>
            <p:cNvSpPr>
              <a:spLocks noChangeArrowheads="1"/>
            </p:cNvSpPr>
            <p:nvPr/>
          </p:nvSpPr>
          <p:spPr bwMode="auto">
            <a:xfrm>
              <a:off x="3168650" y="773113"/>
              <a:ext cx="231775" cy="184150"/>
            </a:xfrm>
            <a:custGeom>
              <a:avLst/>
              <a:gdLst>
                <a:gd name="T0" fmla="*/ 458 w 646"/>
                <a:gd name="T1" fmla="*/ 389 h 513"/>
                <a:gd name="T2" fmla="*/ 174 w 646"/>
                <a:gd name="T3" fmla="*/ 389 h 513"/>
                <a:gd name="T4" fmla="*/ 112 w 646"/>
                <a:gd name="T5" fmla="*/ 512 h 513"/>
                <a:gd name="T6" fmla="*/ 0 w 646"/>
                <a:gd name="T7" fmla="*/ 512 h 513"/>
                <a:gd name="T8" fmla="*/ 266 w 646"/>
                <a:gd name="T9" fmla="*/ 0 h 513"/>
                <a:gd name="T10" fmla="*/ 378 w 646"/>
                <a:gd name="T11" fmla="*/ 0 h 513"/>
                <a:gd name="T12" fmla="*/ 645 w 646"/>
                <a:gd name="T13" fmla="*/ 512 h 513"/>
                <a:gd name="T14" fmla="*/ 518 w 646"/>
                <a:gd name="T15" fmla="*/ 512 h 513"/>
                <a:gd name="T16" fmla="*/ 458 w 646"/>
                <a:gd name="T17" fmla="*/ 389 h 513"/>
                <a:gd name="T18" fmla="*/ 418 w 646"/>
                <a:gd name="T19" fmla="*/ 309 h 513"/>
                <a:gd name="T20" fmla="*/ 316 w 646"/>
                <a:gd name="T21" fmla="*/ 105 h 513"/>
                <a:gd name="T22" fmla="*/ 214 w 646"/>
                <a:gd name="T23" fmla="*/ 309 h 513"/>
                <a:gd name="T24" fmla="*/ 418 w 646"/>
                <a:gd name="T25" fmla="*/ 309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6" h="513">
                  <a:moveTo>
                    <a:pt x="458" y="389"/>
                  </a:moveTo>
                  <a:lnTo>
                    <a:pt x="174" y="389"/>
                  </a:lnTo>
                  <a:lnTo>
                    <a:pt x="112" y="512"/>
                  </a:lnTo>
                  <a:lnTo>
                    <a:pt x="0" y="512"/>
                  </a:lnTo>
                  <a:lnTo>
                    <a:pt x="266" y="0"/>
                  </a:lnTo>
                  <a:lnTo>
                    <a:pt x="378" y="0"/>
                  </a:lnTo>
                  <a:lnTo>
                    <a:pt x="645" y="512"/>
                  </a:lnTo>
                  <a:lnTo>
                    <a:pt x="518" y="512"/>
                  </a:lnTo>
                  <a:lnTo>
                    <a:pt x="458" y="389"/>
                  </a:lnTo>
                  <a:close/>
                  <a:moveTo>
                    <a:pt x="418" y="309"/>
                  </a:moveTo>
                  <a:lnTo>
                    <a:pt x="316" y="105"/>
                  </a:lnTo>
                  <a:lnTo>
                    <a:pt x="214" y="309"/>
                  </a:lnTo>
                  <a:lnTo>
                    <a:pt x="418" y="3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" name="Freeform 32"/>
            <p:cNvSpPr>
              <a:spLocks noChangeArrowheads="1"/>
            </p:cNvSpPr>
            <p:nvPr/>
          </p:nvSpPr>
          <p:spPr bwMode="auto">
            <a:xfrm>
              <a:off x="3411538" y="769938"/>
              <a:ext cx="209550" cy="190500"/>
            </a:xfrm>
            <a:custGeom>
              <a:avLst/>
              <a:gdLst>
                <a:gd name="T0" fmla="*/ 326 w 581"/>
                <a:gd name="T1" fmla="*/ 0 h 531"/>
                <a:gd name="T2" fmla="*/ 555 w 581"/>
                <a:gd name="T3" fmla="*/ 72 h 531"/>
                <a:gd name="T4" fmla="*/ 503 w 581"/>
                <a:gd name="T5" fmla="*/ 139 h 531"/>
                <a:gd name="T6" fmla="*/ 331 w 581"/>
                <a:gd name="T7" fmla="*/ 80 h 531"/>
                <a:gd name="T8" fmla="*/ 114 w 581"/>
                <a:gd name="T9" fmla="*/ 264 h 531"/>
                <a:gd name="T10" fmla="*/ 326 w 581"/>
                <a:gd name="T11" fmla="*/ 451 h 531"/>
                <a:gd name="T12" fmla="*/ 471 w 581"/>
                <a:gd name="T13" fmla="*/ 411 h 531"/>
                <a:gd name="T14" fmla="*/ 471 w 581"/>
                <a:gd name="T15" fmla="*/ 314 h 531"/>
                <a:gd name="T16" fmla="*/ 316 w 581"/>
                <a:gd name="T17" fmla="*/ 314 h 531"/>
                <a:gd name="T18" fmla="*/ 316 w 581"/>
                <a:gd name="T19" fmla="*/ 234 h 531"/>
                <a:gd name="T20" fmla="*/ 580 w 581"/>
                <a:gd name="T21" fmla="*/ 234 h 531"/>
                <a:gd name="T22" fmla="*/ 580 w 581"/>
                <a:gd name="T23" fmla="*/ 451 h 531"/>
                <a:gd name="T24" fmla="*/ 321 w 581"/>
                <a:gd name="T25" fmla="*/ 530 h 531"/>
                <a:gd name="T26" fmla="*/ 0 w 581"/>
                <a:gd name="T27" fmla="*/ 264 h 531"/>
                <a:gd name="T28" fmla="*/ 326 w 581"/>
                <a:gd name="T2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1" h="531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4"/>
                  </a:cubicBezTo>
                  <a:cubicBezTo>
                    <a:pt x="114" y="374"/>
                    <a:pt x="199" y="451"/>
                    <a:pt x="326" y="451"/>
                  </a:cubicBezTo>
                  <a:cubicBezTo>
                    <a:pt x="383" y="451"/>
                    <a:pt x="436" y="436"/>
                    <a:pt x="471" y="411"/>
                  </a:cubicBezTo>
                  <a:lnTo>
                    <a:pt x="471" y="314"/>
                  </a:lnTo>
                  <a:lnTo>
                    <a:pt x="316" y="314"/>
                  </a:lnTo>
                  <a:lnTo>
                    <a:pt x="316" y="234"/>
                  </a:lnTo>
                  <a:lnTo>
                    <a:pt x="580" y="234"/>
                  </a:lnTo>
                  <a:lnTo>
                    <a:pt x="580" y="451"/>
                  </a:lnTo>
                  <a:cubicBezTo>
                    <a:pt x="518" y="495"/>
                    <a:pt x="431" y="530"/>
                    <a:pt x="321" y="530"/>
                  </a:cubicBezTo>
                  <a:cubicBezTo>
                    <a:pt x="127" y="530"/>
                    <a:pt x="0" y="416"/>
                    <a:pt x="0" y="264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" name="Freeform 33"/>
            <p:cNvSpPr>
              <a:spLocks noChangeArrowheads="1"/>
            </p:cNvSpPr>
            <p:nvPr/>
          </p:nvSpPr>
          <p:spPr bwMode="auto">
            <a:xfrm>
              <a:off x="3670300" y="773113"/>
              <a:ext cx="190500" cy="184150"/>
            </a:xfrm>
            <a:custGeom>
              <a:avLst/>
              <a:gdLst>
                <a:gd name="T0" fmla="*/ 3 w 529"/>
                <a:gd name="T1" fmla="*/ 0 h 513"/>
                <a:gd name="T2" fmla="*/ 279 w 529"/>
                <a:gd name="T3" fmla="*/ 0 h 513"/>
                <a:gd name="T4" fmla="*/ 513 w 529"/>
                <a:gd name="T5" fmla="*/ 164 h 513"/>
                <a:gd name="T6" fmla="*/ 361 w 529"/>
                <a:gd name="T7" fmla="*/ 319 h 513"/>
                <a:gd name="T8" fmla="*/ 528 w 529"/>
                <a:gd name="T9" fmla="*/ 512 h 513"/>
                <a:gd name="T10" fmla="*/ 399 w 529"/>
                <a:gd name="T11" fmla="*/ 512 h 513"/>
                <a:gd name="T12" fmla="*/ 247 w 529"/>
                <a:gd name="T13" fmla="*/ 334 h 513"/>
                <a:gd name="T14" fmla="*/ 110 w 529"/>
                <a:gd name="T15" fmla="*/ 334 h 513"/>
                <a:gd name="T16" fmla="*/ 110 w 529"/>
                <a:gd name="T17" fmla="*/ 512 h 513"/>
                <a:gd name="T18" fmla="*/ 0 w 529"/>
                <a:gd name="T19" fmla="*/ 512 h 513"/>
                <a:gd name="T20" fmla="*/ 0 w 529"/>
                <a:gd name="T21" fmla="*/ 0 h 513"/>
                <a:gd name="T22" fmla="*/ 3 w 529"/>
                <a:gd name="T23" fmla="*/ 0 h 513"/>
                <a:gd name="T24" fmla="*/ 272 w 529"/>
                <a:gd name="T25" fmla="*/ 254 h 513"/>
                <a:gd name="T26" fmla="*/ 399 w 529"/>
                <a:gd name="T27" fmla="*/ 167 h 513"/>
                <a:gd name="T28" fmla="*/ 269 w 529"/>
                <a:gd name="T29" fmla="*/ 82 h 513"/>
                <a:gd name="T30" fmla="*/ 110 w 529"/>
                <a:gd name="T31" fmla="*/ 82 h 513"/>
                <a:gd name="T32" fmla="*/ 110 w 529"/>
                <a:gd name="T33" fmla="*/ 254 h 513"/>
                <a:gd name="T34" fmla="*/ 272 w 529"/>
                <a:gd name="T35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9" h="513">
                  <a:moveTo>
                    <a:pt x="3" y="0"/>
                  </a:moveTo>
                  <a:lnTo>
                    <a:pt x="279" y="0"/>
                  </a:lnTo>
                  <a:cubicBezTo>
                    <a:pt x="409" y="0"/>
                    <a:pt x="513" y="52"/>
                    <a:pt x="513" y="164"/>
                  </a:cubicBezTo>
                  <a:cubicBezTo>
                    <a:pt x="513" y="252"/>
                    <a:pt x="448" y="299"/>
                    <a:pt x="361" y="319"/>
                  </a:cubicBezTo>
                  <a:lnTo>
                    <a:pt x="528" y="512"/>
                  </a:lnTo>
                  <a:lnTo>
                    <a:pt x="399" y="512"/>
                  </a:lnTo>
                  <a:lnTo>
                    <a:pt x="247" y="334"/>
                  </a:lnTo>
                  <a:lnTo>
                    <a:pt x="110" y="334"/>
                  </a:lnTo>
                  <a:lnTo>
                    <a:pt x="110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3" y="0"/>
                  </a:lnTo>
                  <a:close/>
                  <a:moveTo>
                    <a:pt x="272" y="254"/>
                  </a:moveTo>
                  <a:cubicBezTo>
                    <a:pt x="349" y="254"/>
                    <a:pt x="399" y="222"/>
                    <a:pt x="399" y="167"/>
                  </a:cubicBezTo>
                  <a:cubicBezTo>
                    <a:pt x="399" y="112"/>
                    <a:pt x="351" y="82"/>
                    <a:pt x="269" y="82"/>
                  </a:cubicBezTo>
                  <a:lnTo>
                    <a:pt x="110" y="82"/>
                  </a:lnTo>
                  <a:lnTo>
                    <a:pt x="110" y="254"/>
                  </a:lnTo>
                  <a:lnTo>
                    <a:pt x="272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" name="Freeform 34"/>
            <p:cNvSpPr>
              <a:spLocks noChangeArrowheads="1"/>
            </p:cNvSpPr>
            <p:nvPr/>
          </p:nvSpPr>
          <p:spPr bwMode="auto">
            <a:xfrm>
              <a:off x="3905250" y="773113"/>
              <a:ext cx="39688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" name="Freeform 35"/>
            <p:cNvSpPr>
              <a:spLocks noChangeArrowheads="1"/>
            </p:cNvSpPr>
            <p:nvPr/>
          </p:nvSpPr>
          <p:spPr bwMode="auto">
            <a:xfrm>
              <a:off x="3989388" y="769938"/>
              <a:ext cx="203200" cy="192087"/>
            </a:xfrm>
            <a:custGeom>
              <a:avLst/>
              <a:gdLst>
                <a:gd name="T0" fmla="*/ 327 w 564"/>
                <a:gd name="T1" fmla="*/ 0 h 533"/>
                <a:gd name="T2" fmla="*/ 556 w 564"/>
                <a:gd name="T3" fmla="*/ 72 h 533"/>
                <a:gd name="T4" fmla="*/ 504 w 564"/>
                <a:gd name="T5" fmla="*/ 139 h 533"/>
                <a:gd name="T6" fmla="*/ 332 w 564"/>
                <a:gd name="T7" fmla="*/ 80 h 533"/>
                <a:gd name="T8" fmla="*/ 115 w 564"/>
                <a:gd name="T9" fmla="*/ 267 h 533"/>
                <a:gd name="T10" fmla="*/ 332 w 564"/>
                <a:gd name="T11" fmla="*/ 453 h 533"/>
                <a:gd name="T12" fmla="*/ 511 w 564"/>
                <a:gd name="T13" fmla="*/ 391 h 533"/>
                <a:gd name="T14" fmla="*/ 563 w 564"/>
                <a:gd name="T15" fmla="*/ 458 h 533"/>
                <a:gd name="T16" fmla="*/ 324 w 564"/>
                <a:gd name="T17" fmla="*/ 532 h 533"/>
                <a:gd name="T18" fmla="*/ 0 w 564"/>
                <a:gd name="T19" fmla="*/ 267 h 533"/>
                <a:gd name="T20" fmla="*/ 327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7" y="0"/>
                  </a:moveTo>
                  <a:cubicBezTo>
                    <a:pt x="406" y="0"/>
                    <a:pt x="489" y="25"/>
                    <a:pt x="556" y="72"/>
                  </a:cubicBezTo>
                  <a:lnTo>
                    <a:pt x="504" y="139"/>
                  </a:lnTo>
                  <a:cubicBezTo>
                    <a:pt x="449" y="102"/>
                    <a:pt x="401" y="80"/>
                    <a:pt x="332" y="80"/>
                  </a:cubicBezTo>
                  <a:cubicBezTo>
                    <a:pt x="210" y="80"/>
                    <a:pt x="115" y="154"/>
                    <a:pt x="115" y="267"/>
                  </a:cubicBezTo>
                  <a:cubicBezTo>
                    <a:pt x="115" y="376"/>
                    <a:pt x="210" y="453"/>
                    <a:pt x="332" y="453"/>
                  </a:cubicBezTo>
                  <a:cubicBezTo>
                    <a:pt x="404" y="453"/>
                    <a:pt x="454" y="431"/>
                    <a:pt x="511" y="391"/>
                  </a:cubicBezTo>
                  <a:lnTo>
                    <a:pt x="563" y="458"/>
                  </a:lnTo>
                  <a:cubicBezTo>
                    <a:pt x="494" y="507"/>
                    <a:pt x="409" y="532"/>
                    <a:pt x="324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3" y="97"/>
                    <a:pt x="160" y="0"/>
                    <a:pt x="32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5" name="Freeform 36"/>
            <p:cNvSpPr>
              <a:spLocks noChangeArrowheads="1"/>
            </p:cNvSpPr>
            <p:nvPr/>
          </p:nvSpPr>
          <p:spPr bwMode="auto">
            <a:xfrm>
              <a:off x="4213225" y="769938"/>
              <a:ext cx="233363" cy="192087"/>
            </a:xfrm>
            <a:custGeom>
              <a:avLst/>
              <a:gdLst>
                <a:gd name="T0" fmla="*/ 0 w 648"/>
                <a:gd name="T1" fmla="*/ 267 h 533"/>
                <a:gd name="T2" fmla="*/ 324 w 648"/>
                <a:gd name="T3" fmla="*/ 0 h 533"/>
                <a:gd name="T4" fmla="*/ 647 w 648"/>
                <a:gd name="T5" fmla="*/ 267 h 533"/>
                <a:gd name="T6" fmla="*/ 324 w 648"/>
                <a:gd name="T7" fmla="*/ 532 h 533"/>
                <a:gd name="T8" fmla="*/ 0 w 648"/>
                <a:gd name="T9" fmla="*/ 267 h 533"/>
                <a:gd name="T10" fmla="*/ 114 w 648"/>
                <a:gd name="T11" fmla="*/ 267 h 533"/>
                <a:gd name="T12" fmla="*/ 326 w 648"/>
                <a:gd name="T13" fmla="*/ 453 h 533"/>
                <a:gd name="T14" fmla="*/ 538 w 648"/>
                <a:gd name="T15" fmla="*/ 267 h 533"/>
                <a:gd name="T16" fmla="*/ 326 w 648"/>
                <a:gd name="T17" fmla="*/ 80 h 533"/>
                <a:gd name="T18" fmla="*/ 114 w 648"/>
                <a:gd name="T19" fmla="*/ 267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8" h="533">
                  <a:moveTo>
                    <a:pt x="0" y="267"/>
                  </a:moveTo>
                  <a:cubicBezTo>
                    <a:pt x="0" y="122"/>
                    <a:pt x="135" y="0"/>
                    <a:pt x="324" y="0"/>
                  </a:cubicBezTo>
                  <a:cubicBezTo>
                    <a:pt x="514" y="0"/>
                    <a:pt x="647" y="120"/>
                    <a:pt x="647" y="267"/>
                  </a:cubicBezTo>
                  <a:cubicBezTo>
                    <a:pt x="647" y="411"/>
                    <a:pt x="513" y="532"/>
                    <a:pt x="324" y="532"/>
                  </a:cubicBezTo>
                  <a:cubicBezTo>
                    <a:pt x="134" y="530"/>
                    <a:pt x="0" y="411"/>
                    <a:pt x="0" y="267"/>
                  </a:cubicBezTo>
                  <a:close/>
                  <a:moveTo>
                    <a:pt x="114" y="267"/>
                  </a:moveTo>
                  <a:cubicBezTo>
                    <a:pt x="114" y="371"/>
                    <a:pt x="199" y="453"/>
                    <a:pt x="326" y="453"/>
                  </a:cubicBezTo>
                  <a:cubicBezTo>
                    <a:pt x="451" y="453"/>
                    <a:pt x="538" y="371"/>
                    <a:pt x="538" y="267"/>
                  </a:cubicBezTo>
                  <a:cubicBezTo>
                    <a:pt x="538" y="162"/>
                    <a:pt x="453" y="80"/>
                    <a:pt x="326" y="80"/>
                  </a:cubicBezTo>
                  <a:cubicBezTo>
                    <a:pt x="199" y="80"/>
                    <a:pt x="114" y="162"/>
                    <a:pt x="114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" name="Freeform 37"/>
            <p:cNvSpPr>
              <a:spLocks noChangeArrowheads="1"/>
            </p:cNvSpPr>
            <p:nvPr/>
          </p:nvSpPr>
          <p:spPr bwMode="auto">
            <a:xfrm>
              <a:off x="4487863" y="773113"/>
              <a:ext cx="157162" cy="184150"/>
            </a:xfrm>
            <a:custGeom>
              <a:avLst/>
              <a:gdLst>
                <a:gd name="T0" fmla="*/ 0 w 437"/>
                <a:gd name="T1" fmla="*/ 0 h 513"/>
                <a:gd name="T2" fmla="*/ 110 w 437"/>
                <a:gd name="T3" fmla="*/ 0 h 513"/>
                <a:gd name="T4" fmla="*/ 110 w 437"/>
                <a:gd name="T5" fmla="*/ 431 h 513"/>
                <a:gd name="T6" fmla="*/ 436 w 437"/>
                <a:gd name="T7" fmla="*/ 431 h 513"/>
                <a:gd name="T8" fmla="*/ 436 w 437"/>
                <a:gd name="T9" fmla="*/ 512 h 513"/>
                <a:gd name="T10" fmla="*/ 0 w 437"/>
                <a:gd name="T11" fmla="*/ 512 h 513"/>
                <a:gd name="T12" fmla="*/ 0 w 437"/>
                <a:gd name="T13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" h="513">
                  <a:moveTo>
                    <a:pt x="0" y="0"/>
                  </a:moveTo>
                  <a:lnTo>
                    <a:pt x="110" y="0"/>
                  </a:lnTo>
                  <a:lnTo>
                    <a:pt x="110" y="431"/>
                  </a:lnTo>
                  <a:lnTo>
                    <a:pt x="436" y="431"/>
                  </a:lnTo>
                  <a:lnTo>
                    <a:pt x="436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" name="Freeform 38"/>
            <p:cNvSpPr>
              <a:spLocks noChangeArrowheads="1"/>
            </p:cNvSpPr>
            <p:nvPr/>
          </p:nvSpPr>
          <p:spPr bwMode="auto">
            <a:xfrm>
              <a:off x="4675188" y="771525"/>
              <a:ext cx="171450" cy="185738"/>
            </a:xfrm>
            <a:custGeom>
              <a:avLst/>
              <a:gdLst>
                <a:gd name="T0" fmla="*/ 0 w 477"/>
                <a:gd name="T1" fmla="*/ 367 h 516"/>
                <a:gd name="T2" fmla="*/ 0 w 477"/>
                <a:gd name="T3" fmla="*/ 0 h 516"/>
                <a:gd name="T4" fmla="*/ 466 w 477"/>
                <a:gd name="T5" fmla="*/ 0 h 516"/>
                <a:gd name="T6" fmla="*/ 466 w 477"/>
                <a:gd name="T7" fmla="*/ 83 h 516"/>
                <a:gd name="T8" fmla="*/ 110 w 477"/>
                <a:gd name="T9" fmla="*/ 83 h 516"/>
                <a:gd name="T10" fmla="*/ 110 w 477"/>
                <a:gd name="T11" fmla="*/ 207 h 516"/>
                <a:gd name="T12" fmla="*/ 436 w 477"/>
                <a:gd name="T13" fmla="*/ 207 h 516"/>
                <a:gd name="T14" fmla="*/ 436 w 477"/>
                <a:gd name="T15" fmla="*/ 287 h 516"/>
                <a:gd name="T16" fmla="*/ 110 w 477"/>
                <a:gd name="T17" fmla="*/ 287 h 516"/>
                <a:gd name="T18" fmla="*/ 110 w 477"/>
                <a:gd name="T19" fmla="*/ 367 h 516"/>
                <a:gd name="T20" fmla="*/ 174 w 477"/>
                <a:gd name="T21" fmla="*/ 434 h 516"/>
                <a:gd name="T22" fmla="*/ 476 w 477"/>
                <a:gd name="T23" fmla="*/ 434 h 516"/>
                <a:gd name="T24" fmla="*/ 476 w 477"/>
                <a:gd name="T25" fmla="*/ 515 h 516"/>
                <a:gd name="T26" fmla="*/ 150 w 477"/>
                <a:gd name="T27" fmla="*/ 515 h 516"/>
                <a:gd name="T28" fmla="*/ 0 w 477"/>
                <a:gd name="T29" fmla="*/ 367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16">
                  <a:moveTo>
                    <a:pt x="0" y="367"/>
                  </a:moveTo>
                  <a:lnTo>
                    <a:pt x="0" y="0"/>
                  </a:lnTo>
                  <a:lnTo>
                    <a:pt x="466" y="0"/>
                  </a:lnTo>
                  <a:lnTo>
                    <a:pt x="466" y="83"/>
                  </a:lnTo>
                  <a:lnTo>
                    <a:pt x="110" y="83"/>
                  </a:lnTo>
                  <a:lnTo>
                    <a:pt x="110" y="207"/>
                  </a:lnTo>
                  <a:lnTo>
                    <a:pt x="436" y="207"/>
                  </a:lnTo>
                  <a:lnTo>
                    <a:pt x="436" y="287"/>
                  </a:lnTo>
                  <a:lnTo>
                    <a:pt x="110" y="287"/>
                  </a:lnTo>
                  <a:lnTo>
                    <a:pt x="110" y="367"/>
                  </a:lnTo>
                  <a:cubicBezTo>
                    <a:pt x="110" y="411"/>
                    <a:pt x="132" y="434"/>
                    <a:pt x="174" y="434"/>
                  </a:cubicBezTo>
                  <a:lnTo>
                    <a:pt x="476" y="434"/>
                  </a:lnTo>
                  <a:lnTo>
                    <a:pt x="476" y="515"/>
                  </a:lnTo>
                  <a:lnTo>
                    <a:pt x="150" y="515"/>
                  </a:lnTo>
                  <a:cubicBezTo>
                    <a:pt x="55" y="515"/>
                    <a:pt x="0" y="461"/>
                    <a:pt x="0" y="36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" name="Freeform 39"/>
            <p:cNvSpPr>
              <a:spLocks noChangeArrowheads="1"/>
            </p:cNvSpPr>
            <p:nvPr/>
          </p:nvSpPr>
          <p:spPr bwMode="auto">
            <a:xfrm>
              <a:off x="3967163" y="1012825"/>
              <a:ext cx="127000" cy="142875"/>
            </a:xfrm>
            <a:custGeom>
              <a:avLst/>
              <a:gdLst>
                <a:gd name="T0" fmla="*/ 246 w 354"/>
                <a:gd name="T1" fmla="*/ 343 h 397"/>
                <a:gd name="T2" fmla="*/ 127 w 354"/>
                <a:gd name="T3" fmla="*/ 393 h 397"/>
                <a:gd name="T4" fmla="*/ 0 w 354"/>
                <a:gd name="T5" fmla="*/ 284 h 397"/>
                <a:gd name="T6" fmla="*/ 0 w 354"/>
                <a:gd name="T7" fmla="*/ 284 h 397"/>
                <a:gd name="T8" fmla="*/ 82 w 354"/>
                <a:gd name="T9" fmla="*/ 176 h 397"/>
                <a:gd name="T10" fmla="*/ 49 w 354"/>
                <a:gd name="T11" fmla="*/ 97 h 397"/>
                <a:gd name="T12" fmla="*/ 49 w 354"/>
                <a:gd name="T13" fmla="*/ 97 h 397"/>
                <a:gd name="T14" fmla="*/ 162 w 354"/>
                <a:gd name="T15" fmla="*/ 0 h 397"/>
                <a:gd name="T16" fmla="*/ 266 w 354"/>
                <a:gd name="T17" fmla="*/ 92 h 397"/>
                <a:gd name="T18" fmla="*/ 266 w 354"/>
                <a:gd name="T19" fmla="*/ 92 h 397"/>
                <a:gd name="T20" fmla="*/ 181 w 354"/>
                <a:gd name="T21" fmla="*/ 191 h 397"/>
                <a:gd name="T22" fmla="*/ 249 w 354"/>
                <a:gd name="T23" fmla="*/ 259 h 397"/>
                <a:gd name="T24" fmla="*/ 291 w 354"/>
                <a:gd name="T25" fmla="*/ 184 h 397"/>
                <a:gd name="T26" fmla="*/ 343 w 354"/>
                <a:gd name="T27" fmla="*/ 211 h 397"/>
                <a:gd name="T28" fmla="*/ 291 w 354"/>
                <a:gd name="T29" fmla="*/ 299 h 397"/>
                <a:gd name="T30" fmla="*/ 353 w 354"/>
                <a:gd name="T31" fmla="*/ 361 h 397"/>
                <a:gd name="T32" fmla="*/ 304 w 354"/>
                <a:gd name="T33" fmla="*/ 396 h 397"/>
                <a:gd name="T34" fmla="*/ 246 w 354"/>
                <a:gd name="T35" fmla="*/ 343 h 397"/>
                <a:gd name="T36" fmla="*/ 209 w 354"/>
                <a:gd name="T37" fmla="*/ 304 h 397"/>
                <a:gd name="T38" fmla="*/ 122 w 354"/>
                <a:gd name="T39" fmla="*/ 216 h 397"/>
                <a:gd name="T40" fmla="*/ 69 w 354"/>
                <a:gd name="T41" fmla="*/ 281 h 397"/>
                <a:gd name="T42" fmla="*/ 69 w 354"/>
                <a:gd name="T43" fmla="*/ 281 h 397"/>
                <a:gd name="T44" fmla="*/ 134 w 354"/>
                <a:gd name="T45" fmla="*/ 338 h 397"/>
                <a:gd name="T46" fmla="*/ 209 w 354"/>
                <a:gd name="T47" fmla="*/ 304 h 397"/>
                <a:gd name="T48" fmla="*/ 206 w 354"/>
                <a:gd name="T49" fmla="*/ 94 h 397"/>
                <a:gd name="T50" fmla="*/ 206 w 354"/>
                <a:gd name="T51" fmla="*/ 94 h 397"/>
                <a:gd name="T52" fmla="*/ 162 w 354"/>
                <a:gd name="T53" fmla="*/ 49 h 397"/>
                <a:gd name="T54" fmla="*/ 114 w 354"/>
                <a:gd name="T55" fmla="*/ 97 h 397"/>
                <a:gd name="T56" fmla="*/ 114 w 354"/>
                <a:gd name="T57" fmla="*/ 97 h 397"/>
                <a:gd name="T58" fmla="*/ 144 w 354"/>
                <a:gd name="T59" fmla="*/ 154 h 397"/>
                <a:gd name="T60" fmla="*/ 206 w 354"/>
                <a:gd name="T61" fmla="*/ 9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4" h="397">
                  <a:moveTo>
                    <a:pt x="246" y="343"/>
                  </a:moveTo>
                  <a:cubicBezTo>
                    <a:pt x="214" y="373"/>
                    <a:pt x="174" y="393"/>
                    <a:pt x="127" y="393"/>
                  </a:cubicBezTo>
                  <a:cubicBezTo>
                    <a:pt x="54" y="393"/>
                    <a:pt x="0" y="351"/>
                    <a:pt x="0" y="284"/>
                  </a:cubicBezTo>
                  <a:lnTo>
                    <a:pt x="0" y="284"/>
                  </a:lnTo>
                  <a:cubicBezTo>
                    <a:pt x="0" y="234"/>
                    <a:pt x="30" y="199"/>
                    <a:pt x="82" y="176"/>
                  </a:cubicBezTo>
                  <a:cubicBezTo>
                    <a:pt x="59" y="149"/>
                    <a:pt x="49" y="124"/>
                    <a:pt x="49" y="97"/>
                  </a:cubicBezTo>
                  <a:lnTo>
                    <a:pt x="49" y="97"/>
                  </a:lnTo>
                  <a:cubicBezTo>
                    <a:pt x="49" y="44"/>
                    <a:pt x="92" y="0"/>
                    <a:pt x="162" y="0"/>
                  </a:cubicBezTo>
                  <a:cubicBezTo>
                    <a:pt x="224" y="0"/>
                    <a:pt x="266" y="42"/>
                    <a:pt x="266" y="92"/>
                  </a:cubicBezTo>
                  <a:lnTo>
                    <a:pt x="266" y="92"/>
                  </a:lnTo>
                  <a:cubicBezTo>
                    <a:pt x="266" y="142"/>
                    <a:pt x="231" y="174"/>
                    <a:pt x="181" y="191"/>
                  </a:cubicBezTo>
                  <a:lnTo>
                    <a:pt x="249" y="259"/>
                  </a:lnTo>
                  <a:cubicBezTo>
                    <a:pt x="264" y="236"/>
                    <a:pt x="279" y="211"/>
                    <a:pt x="291" y="184"/>
                  </a:cubicBezTo>
                  <a:lnTo>
                    <a:pt x="343" y="211"/>
                  </a:lnTo>
                  <a:cubicBezTo>
                    <a:pt x="328" y="241"/>
                    <a:pt x="311" y="274"/>
                    <a:pt x="291" y="299"/>
                  </a:cubicBezTo>
                  <a:lnTo>
                    <a:pt x="353" y="361"/>
                  </a:lnTo>
                  <a:lnTo>
                    <a:pt x="304" y="396"/>
                  </a:lnTo>
                  <a:lnTo>
                    <a:pt x="246" y="343"/>
                  </a:lnTo>
                  <a:close/>
                  <a:moveTo>
                    <a:pt x="209" y="304"/>
                  </a:moveTo>
                  <a:lnTo>
                    <a:pt x="122" y="216"/>
                  </a:lnTo>
                  <a:cubicBezTo>
                    <a:pt x="84" y="231"/>
                    <a:pt x="69" y="256"/>
                    <a:pt x="69" y="281"/>
                  </a:cubicBezTo>
                  <a:lnTo>
                    <a:pt x="69" y="281"/>
                  </a:lnTo>
                  <a:cubicBezTo>
                    <a:pt x="69" y="313"/>
                    <a:pt x="97" y="338"/>
                    <a:pt x="134" y="338"/>
                  </a:cubicBezTo>
                  <a:cubicBezTo>
                    <a:pt x="162" y="338"/>
                    <a:pt x="186" y="326"/>
                    <a:pt x="209" y="304"/>
                  </a:cubicBezTo>
                  <a:close/>
                  <a:moveTo>
                    <a:pt x="206" y="94"/>
                  </a:moveTo>
                  <a:lnTo>
                    <a:pt x="206" y="94"/>
                  </a:lnTo>
                  <a:cubicBezTo>
                    <a:pt x="206" y="67"/>
                    <a:pt x="190" y="49"/>
                    <a:pt x="162" y="49"/>
                  </a:cubicBezTo>
                  <a:cubicBezTo>
                    <a:pt x="135" y="49"/>
                    <a:pt x="114" y="69"/>
                    <a:pt x="114" y="97"/>
                  </a:cubicBezTo>
                  <a:lnTo>
                    <a:pt x="114" y="97"/>
                  </a:lnTo>
                  <a:cubicBezTo>
                    <a:pt x="114" y="117"/>
                    <a:pt x="122" y="132"/>
                    <a:pt x="144" y="154"/>
                  </a:cubicBezTo>
                  <a:cubicBezTo>
                    <a:pt x="184" y="139"/>
                    <a:pt x="206" y="122"/>
                    <a:pt x="206" y="94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9" name="Forme libre 58"/>
          <p:cNvSpPr/>
          <p:nvPr userDrawn="1"/>
        </p:nvSpPr>
        <p:spPr>
          <a:xfrm>
            <a:off x="4541340" y="3973718"/>
            <a:ext cx="7658558" cy="533401"/>
          </a:xfrm>
          <a:custGeom>
            <a:avLst/>
            <a:gdLst>
              <a:gd name="connsiteX0" fmla="*/ 627078 w 7658558"/>
              <a:gd name="connsiteY0" fmla="*/ 0 h 533401"/>
              <a:gd name="connsiteX1" fmla="*/ 7658558 w 7658558"/>
              <a:gd name="connsiteY1" fmla="*/ 0 h 533401"/>
              <a:gd name="connsiteX2" fmla="*/ 7653306 w 7658558"/>
              <a:gd name="connsiteY2" fmla="*/ 533401 h 533401"/>
              <a:gd name="connsiteX3" fmla="*/ 200692 w 7658558"/>
              <a:gd name="connsiteY3" fmla="*/ 533401 h 533401"/>
              <a:gd name="connsiteX4" fmla="*/ 0 w 7658558"/>
              <a:gd name="connsiteY4" fmla="*/ 417091 h 533401"/>
              <a:gd name="connsiteX5" fmla="*/ 1325 w 7658558"/>
              <a:gd name="connsiteY5" fmla="*/ 361935 h 533401"/>
              <a:gd name="connsiteX6" fmla="*/ 487401 w 7658558"/>
              <a:gd name="connsiteY6" fmla="*/ 80789 h 53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58558" h="533401">
                <a:moveTo>
                  <a:pt x="627078" y="0"/>
                </a:moveTo>
                <a:lnTo>
                  <a:pt x="7658558" y="0"/>
                </a:lnTo>
                <a:lnTo>
                  <a:pt x="7653306" y="533401"/>
                </a:lnTo>
                <a:lnTo>
                  <a:pt x="200692" y="533401"/>
                </a:lnTo>
                <a:lnTo>
                  <a:pt x="0" y="417091"/>
                </a:lnTo>
                <a:cubicBezTo>
                  <a:pt x="442" y="398706"/>
                  <a:pt x="883" y="380321"/>
                  <a:pt x="1325" y="361935"/>
                </a:cubicBezTo>
                <a:cubicBezTo>
                  <a:pt x="162821" y="266632"/>
                  <a:pt x="325111" y="173711"/>
                  <a:pt x="487401" y="8078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2" name="Forme libre 61"/>
          <p:cNvSpPr/>
          <p:nvPr userDrawn="1"/>
        </p:nvSpPr>
        <p:spPr>
          <a:xfrm>
            <a:off x="4747284" y="4508500"/>
            <a:ext cx="7452614" cy="259646"/>
          </a:xfrm>
          <a:custGeom>
            <a:avLst/>
            <a:gdLst>
              <a:gd name="connsiteX0" fmla="*/ 0 w 7452614"/>
              <a:gd name="connsiteY0" fmla="*/ 0 h 259646"/>
              <a:gd name="connsiteX1" fmla="*/ 7452614 w 7452614"/>
              <a:gd name="connsiteY1" fmla="*/ 0 h 259646"/>
              <a:gd name="connsiteX2" fmla="*/ 7450057 w 7452614"/>
              <a:gd name="connsiteY2" fmla="*/ 259646 h 259646"/>
              <a:gd name="connsiteX3" fmla="*/ 448017 w 7452614"/>
              <a:gd name="connsiteY3" fmla="*/ 259646 h 259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2614" h="259646">
                <a:moveTo>
                  <a:pt x="0" y="0"/>
                </a:moveTo>
                <a:lnTo>
                  <a:pt x="7452614" y="0"/>
                </a:lnTo>
                <a:lnTo>
                  <a:pt x="7450057" y="259646"/>
                </a:lnTo>
                <a:lnTo>
                  <a:pt x="448017" y="259646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algn="ctr">
              <a:lnSpc>
                <a:spcPct val="100000"/>
              </a:lnSpc>
            </a:pPr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3" name="Espace réservé du texte 4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289215" y="3921605"/>
            <a:ext cx="5258180" cy="536527"/>
          </a:xfrm>
          <a:prstGeom prst="rect">
            <a:avLst/>
          </a:prstGeom>
          <a:ln w="50800">
            <a:noFill/>
          </a:ln>
        </p:spPr>
        <p:txBody>
          <a:bodyPr tIns="108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0" i="0" spc="300">
                <a:ln w="22225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54" name="Espace réservé du texte 4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96813" y="4507119"/>
            <a:ext cx="5258180" cy="236527"/>
          </a:xfrm>
          <a:prstGeom prst="rect">
            <a:avLst/>
          </a:prstGeom>
          <a:ln w="50800">
            <a:noFill/>
          </a:ln>
        </p:spPr>
        <p:txBody>
          <a:bodyPr tIns="36000" bIns="0" anchor="ctr" anchorCtr="0">
            <a:normAutofit/>
          </a:bodyPr>
          <a:lstStyle>
            <a:lvl1pPr marL="0" indent="0" algn="ctr">
              <a:lnSpc>
                <a:spcPts val="1400"/>
              </a:lnSpc>
              <a:buNone/>
              <a:defRPr sz="1400" b="1" i="0" spc="300">
                <a:ln w="22225">
                  <a:noFill/>
                </a:ln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DATE ENTITÉ</a:t>
            </a:r>
          </a:p>
        </p:txBody>
      </p:sp>
      <p:sp>
        <p:nvSpPr>
          <p:cNvPr id="55" name="Espace réservé du texte 4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728263" y="4768146"/>
            <a:ext cx="6234546" cy="267643"/>
          </a:xfrm>
          <a:prstGeom prst="rect">
            <a:avLst/>
          </a:prstGeom>
          <a:ln w="50800">
            <a:noFill/>
          </a:ln>
        </p:spPr>
        <p:txBody>
          <a:bodyPr tIns="3600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 i="0" spc="30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Informations</a:t>
            </a:r>
          </a:p>
        </p:txBody>
      </p:sp>
    </p:spTree>
    <p:extLst>
      <p:ext uri="{BB962C8B-B14F-4D97-AF65-F5344CB8AC3E}">
        <p14:creationId xmlns:p14="http://schemas.microsoft.com/office/powerpoint/2010/main" val="2193897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Espace réservé du texte 49"/>
          <p:cNvSpPr>
            <a:spLocks noGrp="1"/>
          </p:cNvSpPr>
          <p:nvPr>
            <p:ph type="body" sz="quarter" idx="10" hasCustomPrompt="1"/>
          </p:nvPr>
        </p:nvSpPr>
        <p:spPr>
          <a:xfrm>
            <a:off x="2220213" y="171436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C7D124"/>
          </a:solidFill>
          <a:ln w="25400">
            <a:noFill/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51" name="Espace réservé du texte 50"/>
          <p:cNvSpPr>
            <a:spLocks noGrp="1"/>
          </p:cNvSpPr>
          <p:nvPr>
            <p:ph type="body" sz="quarter" idx="11" hasCustomPrompt="1"/>
          </p:nvPr>
        </p:nvSpPr>
        <p:spPr>
          <a:xfrm>
            <a:off x="2220213" y="2574080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52" name="Espace réservé du texte 51"/>
          <p:cNvSpPr>
            <a:spLocks noGrp="1"/>
          </p:cNvSpPr>
          <p:nvPr>
            <p:ph type="body" sz="quarter" idx="12" hasCustomPrompt="1"/>
          </p:nvPr>
        </p:nvSpPr>
        <p:spPr>
          <a:xfrm>
            <a:off x="2220213" y="3465647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FFC101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53" name="Espace réservé du texte 52"/>
          <p:cNvSpPr>
            <a:spLocks noGrp="1"/>
          </p:cNvSpPr>
          <p:nvPr>
            <p:ph type="body" sz="quarter" idx="13" hasCustomPrompt="1"/>
          </p:nvPr>
        </p:nvSpPr>
        <p:spPr>
          <a:xfrm>
            <a:off x="2220213" y="4346478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E62773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47" name="Espace réservé du texte 42"/>
          <p:cNvSpPr>
            <a:spLocks noGrp="1"/>
          </p:cNvSpPr>
          <p:nvPr>
            <p:ph type="body" sz="quarter" idx="15" hasCustomPrompt="1"/>
          </p:nvPr>
        </p:nvSpPr>
        <p:spPr>
          <a:xfrm>
            <a:off x="2847612" y="1713986"/>
            <a:ext cx="7782288" cy="662067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8" name="Espace réservé du texte 42"/>
          <p:cNvSpPr>
            <a:spLocks noGrp="1"/>
          </p:cNvSpPr>
          <p:nvPr>
            <p:ph type="body" sz="quarter" idx="16" hasCustomPrompt="1"/>
          </p:nvPr>
        </p:nvSpPr>
        <p:spPr>
          <a:xfrm>
            <a:off x="2847612" y="2592772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4" name="Espace réservé du texte 42"/>
          <p:cNvSpPr>
            <a:spLocks noGrp="1"/>
          </p:cNvSpPr>
          <p:nvPr>
            <p:ph type="body" sz="quarter" idx="17" hasCustomPrompt="1"/>
          </p:nvPr>
        </p:nvSpPr>
        <p:spPr>
          <a:xfrm>
            <a:off x="2847612" y="3478695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7" name="Espace réservé du texte 42"/>
          <p:cNvSpPr>
            <a:spLocks noGrp="1"/>
          </p:cNvSpPr>
          <p:nvPr>
            <p:ph type="body" sz="quarter" idx="18" hasCustomPrompt="1"/>
          </p:nvPr>
        </p:nvSpPr>
        <p:spPr>
          <a:xfrm>
            <a:off x="2847612" y="4366310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" name="Parallélogramme 4"/>
          <p:cNvSpPr/>
          <p:nvPr userDrawn="1"/>
        </p:nvSpPr>
        <p:spPr>
          <a:xfrm>
            <a:off x="-589279" y="436795"/>
            <a:ext cx="11104569" cy="449714"/>
          </a:xfrm>
          <a:prstGeom prst="parallelogram">
            <a:avLst>
              <a:gd name="adj" fmla="val 64153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0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noFill/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52"/>
          <p:cNvSpPr>
            <a:spLocks noGrp="1"/>
          </p:cNvSpPr>
          <p:nvPr>
            <p:ph type="body" sz="quarter" idx="62" hasCustomPrompt="1"/>
          </p:nvPr>
        </p:nvSpPr>
        <p:spPr>
          <a:xfrm>
            <a:off x="2220213" y="524195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007857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5</a:t>
            </a:r>
          </a:p>
        </p:txBody>
      </p:sp>
      <p:sp>
        <p:nvSpPr>
          <p:cNvPr id="18" name="Espace réservé du texte 42"/>
          <p:cNvSpPr>
            <a:spLocks noGrp="1"/>
          </p:cNvSpPr>
          <p:nvPr>
            <p:ph type="body" sz="quarter" idx="64" hasCustomPrompt="1"/>
          </p:nvPr>
        </p:nvSpPr>
        <p:spPr>
          <a:xfrm>
            <a:off x="2847612" y="5261788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19" name="Titre 1"/>
          <p:cNvSpPr>
            <a:spLocks noGrp="1"/>
          </p:cNvSpPr>
          <p:nvPr>
            <p:ph type="title" hasCustomPrompt="1"/>
          </p:nvPr>
        </p:nvSpPr>
        <p:spPr>
          <a:xfrm>
            <a:off x="-1" y="480533"/>
            <a:ext cx="10365972" cy="359482"/>
          </a:xfrm>
          <a:prstGeom prst="rect">
            <a:avLst/>
          </a:prstGeom>
        </p:spPr>
        <p:txBody>
          <a:bodyPr lIns="1440000" tIns="0" rIns="288000" bIns="0">
            <a:noAutofit/>
          </a:bodyPr>
          <a:lstStyle>
            <a:lvl1pPr algn="l">
              <a:lnSpc>
                <a:spcPct val="100000"/>
              </a:lnSpc>
              <a:defRPr sz="2400" b="1" i="0" spc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38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914">
          <p15:clr>
            <a:srgbClr val="FBAE40"/>
          </p15:clr>
        </p15:guide>
        <p15:guide id="3" pos="746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arallélogramme 54"/>
          <p:cNvSpPr/>
          <p:nvPr userDrawn="1"/>
        </p:nvSpPr>
        <p:spPr>
          <a:xfrm>
            <a:off x="-500069" y="436795"/>
            <a:ext cx="11104569" cy="449714"/>
          </a:xfrm>
          <a:prstGeom prst="parallelogram">
            <a:avLst>
              <a:gd name="adj" fmla="val 64153"/>
            </a:avLst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-1" y="480533"/>
            <a:ext cx="10365972" cy="359482"/>
          </a:xfrm>
          <a:prstGeom prst="rect">
            <a:avLst/>
          </a:prstGeom>
        </p:spPr>
        <p:txBody>
          <a:bodyPr lIns="1440000" tIns="0" rIns="288000" bIns="0">
            <a:noAutofit/>
          </a:bodyPr>
          <a:lstStyle>
            <a:lvl1pPr algn="l">
              <a:lnSpc>
                <a:spcPct val="100000"/>
              </a:lnSpc>
              <a:defRPr sz="2400" b="1" i="0" spc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50" name="Espace réservé du texte 49"/>
          <p:cNvSpPr>
            <a:spLocks noGrp="1"/>
          </p:cNvSpPr>
          <p:nvPr>
            <p:ph type="body" sz="quarter" idx="10" hasCustomPrompt="1"/>
          </p:nvPr>
        </p:nvSpPr>
        <p:spPr>
          <a:xfrm>
            <a:off x="2220213" y="2146295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5400">
            <a:noFill/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51" name="Espace réservé du texte 50"/>
          <p:cNvSpPr>
            <a:spLocks noGrp="1"/>
          </p:cNvSpPr>
          <p:nvPr>
            <p:ph type="body" sz="quarter" idx="11" hasCustomPrompt="1"/>
          </p:nvPr>
        </p:nvSpPr>
        <p:spPr>
          <a:xfrm>
            <a:off x="2220213" y="411106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47" name="Espace réservé du texte 42"/>
          <p:cNvSpPr>
            <a:spLocks noGrp="1"/>
          </p:cNvSpPr>
          <p:nvPr>
            <p:ph type="body" sz="quarter" idx="15" hasCustomPrompt="1"/>
          </p:nvPr>
        </p:nvSpPr>
        <p:spPr>
          <a:xfrm>
            <a:off x="2847611" y="2145915"/>
            <a:ext cx="9009427" cy="678443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u="none" spc="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8" name="Espace réservé du texte 42"/>
          <p:cNvSpPr>
            <a:spLocks noGrp="1"/>
          </p:cNvSpPr>
          <p:nvPr>
            <p:ph type="body" sz="quarter" idx="16" hasCustomPrompt="1"/>
          </p:nvPr>
        </p:nvSpPr>
        <p:spPr>
          <a:xfrm>
            <a:off x="2847611" y="4129758"/>
            <a:ext cx="9009427" cy="641000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u="none" spc="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6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440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317125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914">
          <p15:clr>
            <a:srgbClr val="FBAE40"/>
          </p15:clr>
        </p15:guide>
        <p15:guide id="3" pos="746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che 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7263783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893134" y="883786"/>
            <a:ext cx="11298865" cy="314955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1935326" y="-11778"/>
            <a:ext cx="256674" cy="686977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 userDrawn="1"/>
        </p:nvSpPr>
        <p:spPr>
          <a:xfrm rot="5400000">
            <a:off x="10610579" y="1312225"/>
            <a:ext cx="29097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>
                <a:solidFill>
                  <a:schemeClr val="bg1"/>
                </a:solidFill>
                <a:latin typeface="Century Gothic" panose="020B0502020202020204" pitchFamily="34" charset="0"/>
              </a:rPr>
              <a:t>Fiche D’identité</a:t>
            </a:r>
          </a:p>
        </p:txBody>
      </p:sp>
      <p:sp>
        <p:nvSpPr>
          <p:cNvPr id="12" name="Rectangle à coins arrondis 11"/>
          <p:cNvSpPr/>
          <p:nvPr userDrawn="1"/>
        </p:nvSpPr>
        <p:spPr>
          <a:xfrm>
            <a:off x="1079353" y="1001943"/>
            <a:ext cx="797627" cy="540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00" tIns="51951" rIns="103900" bIns="51951" rtlCol="0" anchor="ctr"/>
          <a:lstStyle/>
          <a:p>
            <a:pPr algn="ctr"/>
            <a:endParaRPr lang="fr-FR" sz="2533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0065" y="98342"/>
            <a:ext cx="1159353" cy="1160864"/>
          </a:xfrm>
          <a:prstGeom prst="rect">
            <a:avLst/>
          </a:prstGeom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4096" y="1550363"/>
            <a:ext cx="345987" cy="486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3739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soi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11925700" y="-19178"/>
            <a:ext cx="284301" cy="686977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 userDrawn="1"/>
        </p:nvSpPr>
        <p:spPr>
          <a:xfrm rot="5400000">
            <a:off x="10635950" y="1294760"/>
            <a:ext cx="29097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>
                <a:solidFill>
                  <a:schemeClr val="bg1"/>
                </a:solidFill>
                <a:latin typeface="Century Gothic" panose="020B0502020202020204" pitchFamily="34" charset="0"/>
              </a:rPr>
              <a:t>Besoins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742" y="1399796"/>
            <a:ext cx="355976" cy="50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à coins arrondis 14"/>
          <p:cNvSpPr/>
          <p:nvPr userDrawn="1"/>
        </p:nvSpPr>
        <p:spPr>
          <a:xfrm>
            <a:off x="1079353" y="1001943"/>
            <a:ext cx="797627" cy="5400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00" tIns="51951" rIns="103900" bIns="51951" rtlCol="0" anchor="ctr"/>
          <a:lstStyle/>
          <a:p>
            <a:pPr algn="ctr"/>
            <a:endParaRPr lang="fr-FR" sz="2533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Espace réservé pour une image 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80066" y="61993"/>
            <a:ext cx="1168890" cy="1168890"/>
          </a:xfrm>
          <a:prstGeom prst="ellipse">
            <a:avLst/>
          </a:prstGeom>
          <a:ln>
            <a:noFill/>
          </a:ln>
          <a:effectLst/>
        </p:spPr>
      </p:pic>
      <p:sp>
        <p:nvSpPr>
          <p:cNvPr id="18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893134" y="883786"/>
            <a:ext cx="11298865" cy="314955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58668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-0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7263783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893134" y="883786"/>
            <a:ext cx="11298865" cy="314955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2" name="Rectangle à coins arrondis 11"/>
          <p:cNvSpPr/>
          <p:nvPr userDrawn="1"/>
        </p:nvSpPr>
        <p:spPr>
          <a:xfrm>
            <a:off x="1079353" y="1001943"/>
            <a:ext cx="797627" cy="540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00" tIns="51951" rIns="103900" bIns="51951" rtlCol="0" anchor="ctr"/>
          <a:lstStyle/>
          <a:p>
            <a:pPr algn="ctr"/>
            <a:endParaRPr lang="fr-FR" sz="2533">
              <a:solidFill>
                <a:schemeClr val="tx2"/>
              </a:solidFill>
              <a:latin typeface="+mj-lt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910536" y="0"/>
            <a:ext cx="284301" cy="686977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 userDrawn="1"/>
        </p:nvSpPr>
        <p:spPr>
          <a:xfrm rot="5400000">
            <a:off x="10618292" y="1262907"/>
            <a:ext cx="29097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>
                <a:solidFill>
                  <a:schemeClr val="bg1"/>
                </a:solidFill>
                <a:latin typeface="Century Gothic" panose="020B0502020202020204" pitchFamily="34" charset="0"/>
              </a:rPr>
              <a:t>Existant</a:t>
            </a:r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9025" y="1208818"/>
            <a:ext cx="355976" cy="50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Image 1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9696" y="66981"/>
            <a:ext cx="1141838" cy="114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22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993814" y="883786"/>
            <a:ext cx="11198186" cy="291783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11940362" y="-11778"/>
            <a:ext cx="251637" cy="68697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err="1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 rot="5400000">
            <a:off x="10614611" y="1312225"/>
            <a:ext cx="29097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>
                <a:solidFill>
                  <a:schemeClr val="bg1"/>
                </a:solidFill>
                <a:latin typeface="Century Gothic" panose="020B0502020202020204" pitchFamily="34" charset="0"/>
              </a:rPr>
              <a:t>Valeur</a:t>
            </a:r>
          </a:p>
        </p:txBody>
      </p:sp>
      <p:pic>
        <p:nvPicPr>
          <p:cNvPr id="17" name="Espace réservé pour une image  3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80066" y="48017"/>
            <a:ext cx="1160802" cy="1160802"/>
          </a:xfrm>
          <a:prstGeom prst="ellipse">
            <a:avLst/>
          </a:prstGeom>
        </p:spPr>
      </p:pic>
      <p:sp>
        <p:nvSpPr>
          <p:cNvPr id="18" name="Rectangle à coins arrondis 17"/>
          <p:cNvSpPr/>
          <p:nvPr userDrawn="1"/>
        </p:nvSpPr>
        <p:spPr>
          <a:xfrm>
            <a:off x="1127069" y="1035897"/>
            <a:ext cx="797627" cy="54000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00" tIns="51951" rIns="103900" bIns="51951" rtlCol="0" anchor="ctr"/>
          <a:lstStyle/>
          <a:p>
            <a:pPr algn="ctr"/>
            <a:endParaRPr lang="fr-FR" sz="2533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9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9025" y="1208818"/>
            <a:ext cx="355976" cy="500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7354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céna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1"/>
          </a:xfrm>
          <a:prstGeom prst="rect">
            <a:avLst/>
          </a:prstGeom>
        </p:spPr>
        <p:txBody>
          <a:bodyPr lIns="864000" tIns="34290" rIns="188999" bIns="34290">
            <a:normAutofit/>
          </a:bodyPr>
          <a:lstStyle>
            <a:lvl1pPr marL="0" indent="180975" algn="l">
              <a:defRPr sz="20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9" y="6561312"/>
            <a:ext cx="9771189" cy="236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7" tIns="56143" rIns="112287" bIns="56143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914285" fontAlgn="auto">
              <a:spcBef>
                <a:spcPts val="0"/>
              </a:spcBef>
              <a:spcAft>
                <a:spcPts val="0"/>
              </a:spcAft>
            </a:pPr>
            <a:r>
              <a:rPr lang="fr-FR" altLang="fr-FR" sz="800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81" y="426202"/>
            <a:ext cx="377444" cy="435791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lIns="91440" tIns="45720" rIns="91440" bIns="45720" anchor="ctr"/>
          <a:lstStyle/>
          <a:p>
            <a:pPr defTabSz="914285" fontAlgn="auto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 sz="2400">
              <a:solidFill>
                <a:srgbClr val="3C4646"/>
              </a:solidFill>
              <a:latin typeface="Arial" panose="020B0604020202020204"/>
              <a:ea typeface="+mn-ea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7"/>
            <a:ext cx="1242307" cy="2565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defTabSz="914285" fontAlgn="auto">
              <a:spcBef>
                <a:spcPts val="0"/>
              </a:spcBef>
              <a:spcAft>
                <a:spcPts val="0"/>
              </a:spcAft>
            </a:pPr>
            <a:fld id="{464C5B05-003E-41AD-8522-8F925FA4CF80}" type="slidenum">
              <a:rPr lang="fr-FR" altLang="fr-FR" sz="1067" smtClean="0">
                <a:solidFill>
                  <a:srgbClr val="FFFFFF">
                    <a:lumMod val="65000"/>
                  </a:srgb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pPr defTabSz="914285" fontAlgn="auto">
                <a:spcBef>
                  <a:spcPts val="0"/>
                </a:spcBef>
                <a:spcAft>
                  <a:spcPts val="0"/>
                </a:spcAft>
              </a:pPr>
              <a:t>‹N°›</a:t>
            </a:fld>
            <a:endParaRPr lang="fr-FR" sz="1067">
              <a:solidFill>
                <a:srgbClr val="FFFFFF">
                  <a:lumMod val="65000"/>
                </a:srgbClr>
              </a:solidFill>
              <a:latin typeface="Arial" panose="020B0604020202020204"/>
              <a:ea typeface="+mn-ea"/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1359638" y="883802"/>
            <a:ext cx="10832361" cy="455157"/>
          </a:xfrm>
          <a:prstGeom prst="rect">
            <a:avLst/>
          </a:prstGeom>
        </p:spPr>
        <p:txBody>
          <a:bodyPr lIns="864000" tIns="34290" rIns="108000" bIns="34290">
            <a:normAutofit/>
          </a:bodyPr>
          <a:lstStyle>
            <a:lvl1pPr marL="0" marR="0" indent="0" algn="l" defTabSz="561398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67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398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11940362" y="-11778"/>
            <a:ext cx="251637" cy="686977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 rot="5400000">
            <a:off x="10637077" y="1334187"/>
            <a:ext cx="29097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>
                <a:solidFill>
                  <a:schemeClr val="bg1"/>
                </a:solidFill>
                <a:latin typeface="Century Gothic" panose="020B0502020202020204" pitchFamily="34" charset="0"/>
              </a:rPr>
              <a:t>Scénario</a:t>
            </a:r>
          </a:p>
        </p:txBody>
      </p:sp>
      <p:sp>
        <p:nvSpPr>
          <p:cNvPr id="20" name="Rectangle à coins arrondis 19"/>
          <p:cNvSpPr/>
          <p:nvPr userDrawn="1"/>
        </p:nvSpPr>
        <p:spPr>
          <a:xfrm>
            <a:off x="1223356" y="1003199"/>
            <a:ext cx="797627" cy="54000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00" tIns="51951" rIns="103900" bIns="51951" rtlCol="0" anchor="ctr"/>
          <a:lstStyle/>
          <a:p>
            <a:pPr algn="ctr"/>
            <a:endParaRPr lang="fr-FR" sz="2533">
              <a:solidFill>
                <a:schemeClr val="tx2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1" name="Espace réservé pour une image 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13310" y="95490"/>
            <a:ext cx="1146936" cy="1146936"/>
          </a:xfrm>
          <a:prstGeom prst="ellipse">
            <a:avLst/>
          </a:prstGeom>
          <a:solidFill>
            <a:schemeClr val="bg1"/>
          </a:solidFill>
          <a:ln w="57150" cap="flat" cmpd="sng" algn="ctr">
            <a:noFill/>
            <a:prstDash val="solid"/>
          </a:ln>
          <a:effectLst/>
        </p:spPr>
      </p:pic>
    </p:spTree>
    <p:extLst>
      <p:ext uri="{BB962C8B-B14F-4D97-AF65-F5344CB8AC3E}">
        <p14:creationId xmlns:p14="http://schemas.microsoft.com/office/powerpoint/2010/main" val="875242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c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7263783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893134" y="883786"/>
            <a:ext cx="11298865" cy="314955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2" name="Rectangle à coins arrondis 11"/>
          <p:cNvSpPr/>
          <p:nvPr userDrawn="1"/>
        </p:nvSpPr>
        <p:spPr>
          <a:xfrm>
            <a:off x="1079353" y="1001943"/>
            <a:ext cx="797627" cy="5400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00" tIns="51951" rIns="103900" bIns="51951" rtlCol="0" anchor="ctr"/>
          <a:lstStyle/>
          <a:p>
            <a:pPr algn="ctr"/>
            <a:endParaRPr lang="fr-FR" sz="2533">
              <a:solidFill>
                <a:schemeClr val="tx2"/>
              </a:solidFill>
              <a:latin typeface="+mj-lt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940362" y="-11777"/>
            <a:ext cx="251637" cy="686977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 userDrawn="1"/>
        </p:nvSpPr>
        <p:spPr>
          <a:xfrm rot="5400000">
            <a:off x="10635877" y="1312226"/>
            <a:ext cx="29097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>
                <a:solidFill>
                  <a:schemeClr val="bg1"/>
                </a:solidFill>
                <a:latin typeface="Century Gothic" panose="020B0502020202020204" pitchFamily="34" charset="0"/>
              </a:rPr>
              <a:t>Décisions  EO</a:t>
            </a:r>
          </a:p>
        </p:txBody>
      </p:sp>
      <p:pic>
        <p:nvPicPr>
          <p:cNvPr id="17" name="Espace réservé pour une image  4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17594" y="68027"/>
            <a:ext cx="1144080" cy="1144080"/>
          </a:xfrm>
          <a:prstGeom prst="ellipse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785758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-Photo&amp;Triangles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7410F6-93E1-8244-8B37-371E4593D4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0" name="Grouper 79"/>
          <p:cNvGrpSpPr/>
          <p:nvPr userDrawn="1"/>
        </p:nvGrpSpPr>
        <p:grpSpPr>
          <a:xfrm>
            <a:off x="213726" y="1"/>
            <a:ext cx="12008939" cy="6859379"/>
            <a:chOff x="213726" y="1"/>
            <a:chExt cx="12008939" cy="6859379"/>
          </a:xfrm>
        </p:grpSpPr>
        <p:grpSp>
          <p:nvGrpSpPr>
            <p:cNvPr id="50" name="Grouper 49"/>
            <p:cNvGrpSpPr/>
            <p:nvPr userDrawn="1"/>
          </p:nvGrpSpPr>
          <p:grpSpPr>
            <a:xfrm>
              <a:off x="213726" y="1380"/>
              <a:ext cx="11997459" cy="6858000"/>
              <a:chOff x="929639" y="0"/>
              <a:chExt cx="11997459" cy="6858000"/>
            </a:xfrm>
          </p:grpSpPr>
          <p:pic>
            <p:nvPicPr>
              <p:cNvPr id="4" name="Image 3"/>
              <p:cNvPicPr>
                <a:picLocks noChangeAspect="1"/>
              </p:cNvPicPr>
              <p:nvPr userDrawn="1"/>
            </p:nvPicPr>
            <p:blipFill rotWithShape="1"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1596"/>
              <a:stretch/>
            </p:blipFill>
            <p:spPr>
              <a:xfrm>
                <a:off x="929639" y="0"/>
                <a:ext cx="11997459" cy="6858000"/>
              </a:xfrm>
              <a:prstGeom prst="rect">
                <a:avLst/>
              </a:prstGeom>
            </p:spPr>
          </p:pic>
          <p:sp>
            <p:nvSpPr>
              <p:cNvPr id="49" name="Rectangle 48"/>
              <p:cNvSpPr/>
              <p:nvPr userDrawn="1"/>
            </p:nvSpPr>
            <p:spPr>
              <a:xfrm>
                <a:off x="3083859" y="0"/>
                <a:ext cx="9843239" cy="6858000"/>
              </a:xfrm>
              <a:prstGeom prst="rect">
                <a:avLst/>
              </a:prstGeom>
              <a:gradFill flip="none" rotWithShape="1">
                <a:gsLst>
                  <a:gs pos="60000">
                    <a:schemeClr val="bg1"/>
                  </a:gs>
                  <a:gs pos="35000">
                    <a:schemeClr val="bg1">
                      <a:alpha val="0"/>
                    </a:schemeClr>
                  </a:gs>
                </a:gsLst>
                <a:lin ang="21000000" scaled="0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fr-FR" sz="140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79" name="Forme libre 78"/>
            <p:cNvSpPr/>
            <p:nvPr userDrawn="1"/>
          </p:nvSpPr>
          <p:spPr>
            <a:xfrm flipV="1">
              <a:off x="5620952" y="1"/>
              <a:ext cx="6601713" cy="3925715"/>
            </a:xfrm>
            <a:custGeom>
              <a:avLst/>
              <a:gdLst>
                <a:gd name="connsiteX0" fmla="*/ 2125585 w 6601713"/>
                <a:gd name="connsiteY0" fmla="*/ 3925715 h 3925715"/>
                <a:gd name="connsiteX1" fmla="*/ 6601713 w 6601713"/>
                <a:gd name="connsiteY1" fmla="*/ 3925715 h 3925715"/>
                <a:gd name="connsiteX2" fmla="*/ 6601713 w 6601713"/>
                <a:gd name="connsiteY2" fmla="*/ 2699676 h 3925715"/>
                <a:gd name="connsiteX3" fmla="*/ 6601713 w 6601713"/>
                <a:gd name="connsiteY3" fmla="*/ 1596854 h 3925715"/>
                <a:gd name="connsiteX4" fmla="*/ 6601713 w 6601713"/>
                <a:gd name="connsiteY4" fmla="*/ 6706 h 3925715"/>
                <a:gd name="connsiteX5" fmla="*/ 2452112 w 6601713"/>
                <a:gd name="connsiteY5" fmla="*/ 0 h 3925715"/>
                <a:gd name="connsiteX6" fmla="*/ 1137394 w 6601713"/>
                <a:gd name="connsiteY6" fmla="*/ 779811 h 3925715"/>
                <a:gd name="connsiteX7" fmla="*/ 1132120 w 6601713"/>
                <a:gd name="connsiteY7" fmla="*/ 795388 h 3925715"/>
                <a:gd name="connsiteX8" fmla="*/ 1116245 w 6601713"/>
                <a:gd name="connsiteY8" fmla="*/ 843014 h 3925715"/>
                <a:gd name="connsiteX9" fmla="*/ 1068154 w 6601713"/>
                <a:gd name="connsiteY9" fmla="*/ 867060 h 3925715"/>
                <a:gd name="connsiteX10" fmla="*/ 1018869 w 6601713"/>
                <a:gd name="connsiteY10" fmla="*/ 851942 h 3925715"/>
                <a:gd name="connsiteX11" fmla="*/ 945719 w 6601713"/>
                <a:gd name="connsiteY11" fmla="*/ 892212 h 3925715"/>
                <a:gd name="connsiteX12" fmla="*/ 55811 w 6601713"/>
                <a:gd name="connsiteY12" fmla="*/ 1410216 h 3925715"/>
                <a:gd name="connsiteX13" fmla="*/ 43096 w 6601713"/>
                <a:gd name="connsiteY13" fmla="*/ 1417558 h 3925715"/>
                <a:gd name="connsiteX14" fmla="*/ 43096 w 6601713"/>
                <a:gd name="connsiteY14" fmla="*/ 1477378 h 3925715"/>
                <a:gd name="connsiteX15" fmla="*/ 3381 w 6601713"/>
                <a:gd name="connsiteY15" fmla="*/ 1501998 h 3925715"/>
                <a:gd name="connsiteX16" fmla="*/ 3093 w 6601713"/>
                <a:gd name="connsiteY16" fmla="*/ 1596854 h 3925715"/>
                <a:gd name="connsiteX17" fmla="*/ 280 w 6601713"/>
                <a:gd name="connsiteY17" fmla="*/ 1596854 h 3925715"/>
                <a:gd name="connsiteX18" fmla="*/ 1687 w 6601713"/>
                <a:gd name="connsiteY18" fmla="*/ 2059615 h 3925715"/>
                <a:gd name="connsiteX19" fmla="*/ 0 w 6601713"/>
                <a:gd name="connsiteY19" fmla="*/ 2614443 h 3925715"/>
                <a:gd name="connsiteX20" fmla="*/ 3381 w 6601713"/>
                <a:gd name="connsiteY20" fmla="*/ 2617254 h 3925715"/>
                <a:gd name="connsiteX21" fmla="*/ 3381 w 6601713"/>
                <a:gd name="connsiteY21" fmla="*/ 2617393 h 3925715"/>
                <a:gd name="connsiteX22" fmla="*/ 4036 w 6601713"/>
                <a:gd name="connsiteY22" fmla="*/ 2617799 h 3925715"/>
                <a:gd name="connsiteX23" fmla="*/ 43096 w 6601713"/>
                <a:gd name="connsiteY23" fmla="*/ 2650279 h 3925715"/>
                <a:gd name="connsiteX24" fmla="*/ 43096 w 6601713"/>
                <a:gd name="connsiteY24" fmla="*/ 2699676 h 3925715"/>
                <a:gd name="connsiteX25" fmla="*/ 54013 w 6601713"/>
                <a:gd name="connsiteY25" fmla="*/ 2699676 h 3925715"/>
                <a:gd name="connsiteX26" fmla="*/ 55811 w 6601713"/>
                <a:gd name="connsiteY26" fmla="*/ 2709175 h 3925715"/>
                <a:gd name="connsiteX27" fmla="*/ 1005369 w 6601713"/>
                <a:gd name="connsiteY27" fmla="*/ 3260298 h 3925715"/>
                <a:gd name="connsiteX28" fmla="*/ 1056227 w 6601713"/>
                <a:gd name="connsiteY28" fmla="*/ 3240404 h 3925715"/>
                <a:gd name="connsiteX29" fmla="*/ 1113070 w 6601713"/>
                <a:gd name="connsiteY29" fmla="*/ 3270027 h 3925715"/>
                <a:gd name="connsiteX30" fmla="*/ 1125770 w 6601713"/>
                <a:gd name="connsiteY30" fmla="*/ 3324003 h 3925715"/>
                <a:gd name="connsiteX31" fmla="*/ 1137394 w 6601713"/>
                <a:gd name="connsiteY31" fmla="*/ 3339580 h 392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601713" h="3925715">
                  <a:moveTo>
                    <a:pt x="2125585" y="3925715"/>
                  </a:moveTo>
                  <a:lnTo>
                    <a:pt x="6601713" y="3925715"/>
                  </a:lnTo>
                  <a:lnTo>
                    <a:pt x="6601713" y="2699676"/>
                  </a:lnTo>
                  <a:lnTo>
                    <a:pt x="6601713" y="1596854"/>
                  </a:lnTo>
                  <a:lnTo>
                    <a:pt x="6601713" y="6706"/>
                  </a:lnTo>
                  <a:lnTo>
                    <a:pt x="2452112" y="0"/>
                  </a:lnTo>
                  <a:lnTo>
                    <a:pt x="1137394" y="779811"/>
                  </a:lnTo>
                  <a:lnTo>
                    <a:pt x="1132120" y="795388"/>
                  </a:lnTo>
                  <a:lnTo>
                    <a:pt x="1116245" y="843014"/>
                  </a:lnTo>
                  <a:lnTo>
                    <a:pt x="1068154" y="867060"/>
                  </a:lnTo>
                  <a:lnTo>
                    <a:pt x="1018869" y="851942"/>
                  </a:lnTo>
                  <a:lnTo>
                    <a:pt x="945719" y="892212"/>
                  </a:lnTo>
                  <a:lnTo>
                    <a:pt x="55811" y="1410216"/>
                  </a:lnTo>
                  <a:lnTo>
                    <a:pt x="43096" y="1417558"/>
                  </a:lnTo>
                  <a:lnTo>
                    <a:pt x="43096" y="1477378"/>
                  </a:lnTo>
                  <a:lnTo>
                    <a:pt x="3381" y="1501998"/>
                  </a:lnTo>
                  <a:lnTo>
                    <a:pt x="3093" y="1596854"/>
                  </a:lnTo>
                  <a:lnTo>
                    <a:pt x="280" y="1596854"/>
                  </a:lnTo>
                  <a:lnTo>
                    <a:pt x="1687" y="2059615"/>
                  </a:lnTo>
                  <a:lnTo>
                    <a:pt x="0" y="2614443"/>
                  </a:lnTo>
                  <a:lnTo>
                    <a:pt x="3381" y="2617254"/>
                  </a:lnTo>
                  <a:lnTo>
                    <a:pt x="3381" y="2617393"/>
                  </a:lnTo>
                  <a:lnTo>
                    <a:pt x="4036" y="2617799"/>
                  </a:lnTo>
                  <a:lnTo>
                    <a:pt x="43096" y="2650279"/>
                  </a:lnTo>
                  <a:lnTo>
                    <a:pt x="43096" y="2699676"/>
                  </a:lnTo>
                  <a:lnTo>
                    <a:pt x="54013" y="2699676"/>
                  </a:lnTo>
                  <a:lnTo>
                    <a:pt x="55811" y="2709175"/>
                  </a:lnTo>
                  <a:lnTo>
                    <a:pt x="1005369" y="3260298"/>
                  </a:lnTo>
                  <a:lnTo>
                    <a:pt x="1056227" y="3240404"/>
                  </a:lnTo>
                  <a:lnTo>
                    <a:pt x="1113070" y="3270027"/>
                  </a:lnTo>
                  <a:lnTo>
                    <a:pt x="1125770" y="3324003"/>
                  </a:lnTo>
                  <a:lnTo>
                    <a:pt x="1137394" y="33395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9" name="Forme libre 58"/>
          <p:cNvSpPr/>
          <p:nvPr userDrawn="1"/>
        </p:nvSpPr>
        <p:spPr>
          <a:xfrm>
            <a:off x="4572311" y="3975100"/>
            <a:ext cx="7658558" cy="533401"/>
          </a:xfrm>
          <a:custGeom>
            <a:avLst/>
            <a:gdLst>
              <a:gd name="connsiteX0" fmla="*/ 627078 w 7658558"/>
              <a:gd name="connsiteY0" fmla="*/ 0 h 533401"/>
              <a:gd name="connsiteX1" fmla="*/ 7658558 w 7658558"/>
              <a:gd name="connsiteY1" fmla="*/ 0 h 533401"/>
              <a:gd name="connsiteX2" fmla="*/ 7653306 w 7658558"/>
              <a:gd name="connsiteY2" fmla="*/ 533401 h 533401"/>
              <a:gd name="connsiteX3" fmla="*/ 200692 w 7658558"/>
              <a:gd name="connsiteY3" fmla="*/ 533401 h 533401"/>
              <a:gd name="connsiteX4" fmla="*/ 0 w 7658558"/>
              <a:gd name="connsiteY4" fmla="*/ 417091 h 533401"/>
              <a:gd name="connsiteX5" fmla="*/ 1325 w 7658558"/>
              <a:gd name="connsiteY5" fmla="*/ 361935 h 533401"/>
              <a:gd name="connsiteX6" fmla="*/ 487401 w 7658558"/>
              <a:gd name="connsiteY6" fmla="*/ 80789 h 53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58558" h="533401">
                <a:moveTo>
                  <a:pt x="627078" y="0"/>
                </a:moveTo>
                <a:lnTo>
                  <a:pt x="7658558" y="0"/>
                </a:lnTo>
                <a:lnTo>
                  <a:pt x="7653306" y="533401"/>
                </a:lnTo>
                <a:lnTo>
                  <a:pt x="200692" y="533401"/>
                </a:lnTo>
                <a:lnTo>
                  <a:pt x="0" y="417091"/>
                </a:lnTo>
                <a:cubicBezTo>
                  <a:pt x="442" y="398706"/>
                  <a:pt x="883" y="380321"/>
                  <a:pt x="1325" y="361935"/>
                </a:cubicBezTo>
                <a:cubicBezTo>
                  <a:pt x="162821" y="266632"/>
                  <a:pt x="325111" y="173711"/>
                  <a:pt x="487401" y="80789"/>
                </a:cubicBezTo>
                <a:close/>
              </a:path>
            </a:pathLst>
          </a:custGeom>
          <a:solidFill>
            <a:srgbClr val="485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2" name="Forme libre 61"/>
          <p:cNvSpPr/>
          <p:nvPr userDrawn="1"/>
        </p:nvSpPr>
        <p:spPr>
          <a:xfrm>
            <a:off x="4773003" y="4508500"/>
            <a:ext cx="7452614" cy="259646"/>
          </a:xfrm>
          <a:custGeom>
            <a:avLst/>
            <a:gdLst>
              <a:gd name="connsiteX0" fmla="*/ 0 w 7452614"/>
              <a:gd name="connsiteY0" fmla="*/ 0 h 259646"/>
              <a:gd name="connsiteX1" fmla="*/ 7452614 w 7452614"/>
              <a:gd name="connsiteY1" fmla="*/ 0 h 259646"/>
              <a:gd name="connsiteX2" fmla="*/ 7450057 w 7452614"/>
              <a:gd name="connsiteY2" fmla="*/ 259646 h 259646"/>
              <a:gd name="connsiteX3" fmla="*/ 448017 w 7452614"/>
              <a:gd name="connsiteY3" fmla="*/ 259646 h 259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2614" h="259646">
                <a:moveTo>
                  <a:pt x="0" y="0"/>
                </a:moveTo>
                <a:lnTo>
                  <a:pt x="7452614" y="0"/>
                </a:lnTo>
                <a:lnTo>
                  <a:pt x="7450057" y="259646"/>
                </a:lnTo>
                <a:lnTo>
                  <a:pt x="448017" y="259646"/>
                </a:lnTo>
                <a:close/>
              </a:path>
            </a:pathLst>
          </a:custGeom>
          <a:solidFill>
            <a:srgbClr val="27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algn="ctr">
              <a:lnSpc>
                <a:spcPct val="100000"/>
              </a:lnSpc>
            </a:pPr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3" name="Espace réservé du texte 4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289215" y="3921605"/>
            <a:ext cx="5258180" cy="536527"/>
          </a:xfrm>
          <a:prstGeom prst="rect">
            <a:avLst/>
          </a:prstGeom>
          <a:ln w="50800">
            <a:noFill/>
          </a:ln>
        </p:spPr>
        <p:txBody>
          <a:bodyPr tIns="108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0" i="0" spc="300">
                <a:ln w="22225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54" name="Espace réservé du texte 4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96813" y="4507119"/>
            <a:ext cx="5258180" cy="236527"/>
          </a:xfrm>
          <a:prstGeom prst="rect">
            <a:avLst/>
          </a:prstGeom>
          <a:ln w="50800">
            <a:noFill/>
          </a:ln>
        </p:spPr>
        <p:txBody>
          <a:bodyPr tIns="36000" bIns="0" anchor="ctr" anchorCtr="0">
            <a:normAutofit/>
          </a:bodyPr>
          <a:lstStyle>
            <a:lvl1pPr marL="0" indent="0" algn="ctr">
              <a:lnSpc>
                <a:spcPts val="1400"/>
              </a:lnSpc>
              <a:buNone/>
              <a:defRPr sz="1400" b="1" i="0" spc="300">
                <a:ln w="22225">
                  <a:noFill/>
                </a:ln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DATE ENTITÉ</a:t>
            </a:r>
          </a:p>
        </p:txBody>
      </p:sp>
      <p:sp>
        <p:nvSpPr>
          <p:cNvPr id="55" name="Espace réservé du texte 4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728263" y="4768146"/>
            <a:ext cx="6234546" cy="267643"/>
          </a:xfrm>
          <a:prstGeom prst="rect">
            <a:avLst/>
          </a:prstGeom>
          <a:ln w="50800">
            <a:noFill/>
          </a:ln>
        </p:spPr>
        <p:txBody>
          <a:bodyPr tIns="3600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 i="0" spc="30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Informations</a:t>
            </a:r>
          </a:p>
        </p:txBody>
      </p:sp>
      <p:sp>
        <p:nvSpPr>
          <p:cNvPr id="60" name="Forme libre 59"/>
          <p:cNvSpPr>
            <a:spLocks noChangeArrowheads="1"/>
          </p:cNvSpPr>
          <p:nvPr userDrawn="1"/>
        </p:nvSpPr>
        <p:spPr bwMode="auto">
          <a:xfrm>
            <a:off x="8935014" y="5244050"/>
            <a:ext cx="199593" cy="200828"/>
          </a:xfrm>
          <a:custGeom>
            <a:avLst/>
            <a:gdLst>
              <a:gd name="connsiteX0" fmla="*/ 414579 w 769578"/>
              <a:gd name="connsiteY0" fmla="*/ 348464 h 774340"/>
              <a:gd name="connsiteX1" fmla="*/ 414579 w 769578"/>
              <a:gd name="connsiteY1" fmla="*/ 349445 h 774340"/>
              <a:gd name="connsiteX2" fmla="*/ 413858 w 769578"/>
              <a:gd name="connsiteY2" fmla="*/ 349445 h 774340"/>
              <a:gd name="connsiteX3" fmla="*/ 118003 w 769578"/>
              <a:gd name="connsiteY3" fmla="*/ 298488 h 774340"/>
              <a:gd name="connsiteX4" fmla="*/ 118003 w 769578"/>
              <a:gd name="connsiteY4" fmla="*/ 647340 h 774340"/>
              <a:gd name="connsiteX5" fmla="*/ 234924 w 769578"/>
              <a:gd name="connsiteY5" fmla="*/ 647340 h 774340"/>
              <a:gd name="connsiteX6" fmla="*/ 234924 w 769578"/>
              <a:gd name="connsiteY6" fmla="*/ 298488 h 774340"/>
              <a:gd name="connsiteX7" fmla="*/ 519889 w 769578"/>
              <a:gd name="connsiteY7" fmla="*/ 290513 h 774340"/>
              <a:gd name="connsiteX8" fmla="*/ 428092 w 769578"/>
              <a:gd name="connsiteY8" fmla="*/ 330080 h 774340"/>
              <a:gd name="connsiteX9" fmla="*/ 414579 w 769578"/>
              <a:gd name="connsiteY9" fmla="*/ 348464 h 774340"/>
              <a:gd name="connsiteX10" fmla="*/ 414579 w 769578"/>
              <a:gd name="connsiteY10" fmla="*/ 298778 h 774340"/>
              <a:gd name="connsiteX11" fmla="*/ 298450 w 769578"/>
              <a:gd name="connsiteY11" fmla="*/ 298778 h 774340"/>
              <a:gd name="connsiteX12" fmla="*/ 298450 w 769578"/>
              <a:gd name="connsiteY12" fmla="*/ 647341 h 774340"/>
              <a:gd name="connsiteX13" fmla="*/ 414579 w 769578"/>
              <a:gd name="connsiteY13" fmla="*/ 647341 h 774340"/>
              <a:gd name="connsiteX14" fmla="*/ 414579 w 769578"/>
              <a:gd name="connsiteY14" fmla="*/ 452577 h 774340"/>
              <a:gd name="connsiteX15" fmla="*/ 418546 w 769578"/>
              <a:gd name="connsiteY15" fmla="*/ 424189 h 774340"/>
              <a:gd name="connsiteX16" fmla="*/ 478414 w 769578"/>
              <a:gd name="connsiteY16" fmla="*/ 382146 h 774340"/>
              <a:gd name="connsiteX17" fmla="*/ 537200 w 769578"/>
              <a:gd name="connsiteY17" fmla="*/ 460842 h 774340"/>
              <a:gd name="connsiteX18" fmla="*/ 537200 w 769578"/>
              <a:gd name="connsiteY18" fmla="*/ 647341 h 774340"/>
              <a:gd name="connsiteX19" fmla="*/ 653689 w 769578"/>
              <a:gd name="connsiteY19" fmla="*/ 647341 h 774340"/>
              <a:gd name="connsiteX20" fmla="*/ 653689 w 769578"/>
              <a:gd name="connsiteY20" fmla="*/ 447187 h 774340"/>
              <a:gd name="connsiteX21" fmla="*/ 519889 w 769578"/>
              <a:gd name="connsiteY21" fmla="*/ 290513 h 774340"/>
              <a:gd name="connsiteX22" fmla="*/ 177369 w 769578"/>
              <a:gd name="connsiteY22" fmla="*/ 130175 h 774340"/>
              <a:gd name="connsiteX23" fmla="*/ 111125 w 769578"/>
              <a:gd name="connsiteY23" fmla="*/ 190235 h 774340"/>
              <a:gd name="connsiteX24" fmla="*/ 175559 w 769578"/>
              <a:gd name="connsiteY24" fmla="*/ 250655 h 774340"/>
              <a:gd name="connsiteX25" fmla="*/ 176283 w 769578"/>
              <a:gd name="connsiteY25" fmla="*/ 250655 h 774340"/>
              <a:gd name="connsiteX26" fmla="*/ 242526 w 769578"/>
              <a:gd name="connsiteY26" fmla="*/ 190235 h 774340"/>
              <a:gd name="connsiteX27" fmla="*/ 177369 w 769578"/>
              <a:gd name="connsiteY27" fmla="*/ 130175 h 774340"/>
              <a:gd name="connsiteX28" fmla="*/ 56873 w 769578"/>
              <a:gd name="connsiteY28" fmla="*/ 0 h 774340"/>
              <a:gd name="connsiteX29" fmla="*/ 712706 w 769578"/>
              <a:gd name="connsiteY29" fmla="*/ 0 h 774340"/>
              <a:gd name="connsiteX30" fmla="*/ 769578 w 769578"/>
              <a:gd name="connsiteY30" fmla="*/ 55799 h 774340"/>
              <a:gd name="connsiteX31" fmla="*/ 769578 w 769578"/>
              <a:gd name="connsiteY31" fmla="*/ 718542 h 774340"/>
              <a:gd name="connsiteX32" fmla="*/ 712706 w 769578"/>
              <a:gd name="connsiteY32" fmla="*/ 774340 h 774340"/>
              <a:gd name="connsiteX33" fmla="*/ 56873 w 769578"/>
              <a:gd name="connsiteY33" fmla="*/ 774340 h 774340"/>
              <a:gd name="connsiteX34" fmla="*/ 0 w 769578"/>
              <a:gd name="connsiteY34" fmla="*/ 718542 h 774340"/>
              <a:gd name="connsiteX35" fmla="*/ 0 w 769578"/>
              <a:gd name="connsiteY35" fmla="*/ 55799 h 774340"/>
              <a:gd name="connsiteX36" fmla="*/ 56873 w 769578"/>
              <a:gd name="connsiteY36" fmla="*/ 0 h 774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69578" h="774340">
                <a:moveTo>
                  <a:pt x="414579" y="348464"/>
                </a:moveTo>
                <a:lnTo>
                  <a:pt x="414579" y="349445"/>
                </a:lnTo>
                <a:lnTo>
                  <a:pt x="413858" y="349445"/>
                </a:lnTo>
                <a:close/>
                <a:moveTo>
                  <a:pt x="118003" y="298488"/>
                </a:moveTo>
                <a:lnTo>
                  <a:pt x="118003" y="647340"/>
                </a:lnTo>
                <a:lnTo>
                  <a:pt x="234924" y="647340"/>
                </a:lnTo>
                <a:lnTo>
                  <a:pt x="234924" y="298488"/>
                </a:lnTo>
                <a:close/>
                <a:moveTo>
                  <a:pt x="519889" y="290513"/>
                </a:moveTo>
                <a:cubicBezTo>
                  <a:pt x="472554" y="290513"/>
                  <a:pt x="445302" y="310120"/>
                  <a:pt x="428092" y="330080"/>
                </a:cubicBezTo>
                <a:lnTo>
                  <a:pt x="414579" y="348464"/>
                </a:lnTo>
                <a:lnTo>
                  <a:pt x="414579" y="298778"/>
                </a:lnTo>
                <a:lnTo>
                  <a:pt x="298450" y="298778"/>
                </a:lnTo>
                <a:cubicBezTo>
                  <a:pt x="299893" y="331478"/>
                  <a:pt x="298450" y="647341"/>
                  <a:pt x="298450" y="647341"/>
                </a:cubicBezTo>
                <a:lnTo>
                  <a:pt x="414579" y="647341"/>
                </a:lnTo>
                <a:lnTo>
                  <a:pt x="414579" y="452577"/>
                </a:lnTo>
                <a:cubicBezTo>
                  <a:pt x="414579" y="442156"/>
                  <a:pt x="415661" y="431735"/>
                  <a:pt x="418546" y="424189"/>
                </a:cubicBezTo>
                <a:cubicBezTo>
                  <a:pt x="426841" y="403347"/>
                  <a:pt x="446316" y="382146"/>
                  <a:pt x="478414" y="382146"/>
                </a:cubicBezTo>
                <a:cubicBezTo>
                  <a:pt x="520610" y="382146"/>
                  <a:pt x="537200" y="413768"/>
                  <a:pt x="537200" y="460842"/>
                </a:cubicBezTo>
                <a:lnTo>
                  <a:pt x="537200" y="647341"/>
                </a:lnTo>
                <a:lnTo>
                  <a:pt x="653689" y="647341"/>
                </a:lnTo>
                <a:lnTo>
                  <a:pt x="653689" y="447187"/>
                </a:lnTo>
                <a:cubicBezTo>
                  <a:pt x="653689" y="340462"/>
                  <a:pt x="596346" y="290513"/>
                  <a:pt x="519889" y="290513"/>
                </a:cubicBezTo>
                <a:close/>
                <a:moveTo>
                  <a:pt x="177369" y="130175"/>
                </a:moveTo>
                <a:cubicBezTo>
                  <a:pt x="137188" y="130175"/>
                  <a:pt x="111125" y="156069"/>
                  <a:pt x="111125" y="190235"/>
                </a:cubicBezTo>
                <a:cubicBezTo>
                  <a:pt x="111125" y="224042"/>
                  <a:pt x="136464" y="250655"/>
                  <a:pt x="175559" y="250655"/>
                </a:cubicBezTo>
                <a:lnTo>
                  <a:pt x="176283" y="250655"/>
                </a:lnTo>
                <a:cubicBezTo>
                  <a:pt x="217187" y="250655"/>
                  <a:pt x="242526" y="224042"/>
                  <a:pt x="242526" y="190235"/>
                </a:cubicBezTo>
                <a:cubicBezTo>
                  <a:pt x="241802" y="156069"/>
                  <a:pt x="217187" y="130175"/>
                  <a:pt x="177369" y="130175"/>
                </a:cubicBezTo>
                <a:close/>
                <a:moveTo>
                  <a:pt x="56873" y="0"/>
                </a:moveTo>
                <a:lnTo>
                  <a:pt x="712706" y="0"/>
                </a:lnTo>
                <a:cubicBezTo>
                  <a:pt x="744022" y="0"/>
                  <a:pt x="769578" y="24839"/>
                  <a:pt x="769578" y="55799"/>
                </a:cubicBezTo>
                <a:lnTo>
                  <a:pt x="769578" y="718542"/>
                </a:lnTo>
                <a:cubicBezTo>
                  <a:pt x="769578" y="749501"/>
                  <a:pt x="744022" y="774340"/>
                  <a:pt x="712706" y="774340"/>
                </a:cubicBezTo>
                <a:lnTo>
                  <a:pt x="56873" y="774340"/>
                </a:lnTo>
                <a:cubicBezTo>
                  <a:pt x="25197" y="774340"/>
                  <a:pt x="0" y="749501"/>
                  <a:pt x="0" y="718542"/>
                </a:cubicBezTo>
                <a:lnTo>
                  <a:pt x="0" y="55799"/>
                </a:lnTo>
                <a:cubicBezTo>
                  <a:pt x="0" y="24839"/>
                  <a:pt x="25197" y="0"/>
                  <a:pt x="568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fr-FR"/>
          </a:p>
        </p:txBody>
      </p:sp>
      <p:sp>
        <p:nvSpPr>
          <p:cNvPr id="61" name="Freeform 16"/>
          <p:cNvSpPr>
            <a:spLocks noChangeArrowheads="1"/>
          </p:cNvSpPr>
          <p:nvPr userDrawn="1"/>
        </p:nvSpPr>
        <p:spPr bwMode="auto">
          <a:xfrm>
            <a:off x="8600113" y="5237159"/>
            <a:ext cx="239257" cy="194467"/>
          </a:xfrm>
          <a:custGeom>
            <a:avLst/>
            <a:gdLst>
              <a:gd name="T0" fmla="*/ 7553 w 8410"/>
              <a:gd name="T1" fmla="*/ 1926 h 6835"/>
              <a:gd name="T2" fmla="*/ 7548 w 8410"/>
              <a:gd name="T3" fmla="*/ 1703 h 6835"/>
              <a:gd name="T4" fmla="*/ 8409 w 8410"/>
              <a:gd name="T5" fmla="*/ 809 h 6835"/>
              <a:gd name="T6" fmla="*/ 7418 w 8410"/>
              <a:gd name="T7" fmla="*/ 1081 h 6835"/>
              <a:gd name="T8" fmla="*/ 8177 w 8410"/>
              <a:gd name="T9" fmla="*/ 127 h 6835"/>
              <a:gd name="T10" fmla="*/ 7081 w 8410"/>
              <a:gd name="T11" fmla="*/ 545 h 6835"/>
              <a:gd name="T12" fmla="*/ 5822 w 8410"/>
              <a:gd name="T13" fmla="*/ 0 h 6835"/>
              <a:gd name="T14" fmla="*/ 4097 w 8410"/>
              <a:gd name="T15" fmla="*/ 1725 h 6835"/>
              <a:gd name="T16" fmla="*/ 4142 w 8410"/>
              <a:gd name="T17" fmla="*/ 2119 h 6835"/>
              <a:gd name="T18" fmla="*/ 586 w 8410"/>
              <a:gd name="T19" fmla="*/ 316 h 6835"/>
              <a:gd name="T20" fmla="*/ 352 w 8410"/>
              <a:gd name="T21" fmla="*/ 1183 h 6835"/>
              <a:gd name="T22" fmla="*/ 1120 w 8410"/>
              <a:gd name="T23" fmla="*/ 2620 h 6835"/>
              <a:gd name="T24" fmla="*/ 338 w 8410"/>
              <a:gd name="T25" fmla="*/ 2404 h 6835"/>
              <a:gd name="T26" fmla="*/ 338 w 8410"/>
              <a:gd name="T27" fmla="*/ 2426 h 6835"/>
              <a:gd name="T28" fmla="*/ 1722 w 8410"/>
              <a:gd name="T29" fmla="*/ 4116 h 6835"/>
              <a:gd name="T30" fmla="*/ 1267 w 8410"/>
              <a:gd name="T31" fmla="*/ 4177 h 6835"/>
              <a:gd name="T32" fmla="*/ 943 w 8410"/>
              <a:gd name="T33" fmla="*/ 4146 h 6835"/>
              <a:gd name="T34" fmla="*/ 2555 w 8410"/>
              <a:gd name="T35" fmla="*/ 5344 h 6835"/>
              <a:gd name="T36" fmla="*/ 412 w 8410"/>
              <a:gd name="T37" fmla="*/ 6083 h 6835"/>
              <a:gd name="T38" fmla="*/ 0 w 8410"/>
              <a:gd name="T39" fmla="*/ 6059 h 6835"/>
              <a:gd name="T40" fmla="*/ 2645 w 8410"/>
              <a:gd name="T41" fmla="*/ 6834 h 6835"/>
              <a:gd name="T42" fmla="*/ 7553 w 8410"/>
              <a:gd name="T43" fmla="*/ 1926 h 68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410" h="6835">
                <a:moveTo>
                  <a:pt x="7553" y="1926"/>
                </a:moveTo>
                <a:cubicBezTo>
                  <a:pt x="7553" y="1851"/>
                  <a:pt x="7551" y="1777"/>
                  <a:pt x="7548" y="1703"/>
                </a:cubicBezTo>
                <a:cubicBezTo>
                  <a:pt x="7885" y="1459"/>
                  <a:pt x="8178" y="1155"/>
                  <a:pt x="8409" y="809"/>
                </a:cubicBezTo>
                <a:cubicBezTo>
                  <a:pt x="8100" y="947"/>
                  <a:pt x="7767" y="1039"/>
                  <a:pt x="7418" y="1081"/>
                </a:cubicBezTo>
                <a:cubicBezTo>
                  <a:pt x="7774" y="867"/>
                  <a:pt x="8048" y="529"/>
                  <a:pt x="8177" y="127"/>
                </a:cubicBezTo>
                <a:cubicBezTo>
                  <a:pt x="7843" y="324"/>
                  <a:pt x="7474" y="468"/>
                  <a:pt x="7081" y="545"/>
                </a:cubicBezTo>
                <a:cubicBezTo>
                  <a:pt x="6766" y="210"/>
                  <a:pt x="6318" y="0"/>
                  <a:pt x="5822" y="0"/>
                </a:cubicBezTo>
                <a:cubicBezTo>
                  <a:pt x="4869" y="0"/>
                  <a:pt x="4097" y="773"/>
                  <a:pt x="4097" y="1725"/>
                </a:cubicBezTo>
                <a:cubicBezTo>
                  <a:pt x="4097" y="1861"/>
                  <a:pt x="4112" y="1993"/>
                  <a:pt x="4142" y="2119"/>
                </a:cubicBezTo>
                <a:cubicBezTo>
                  <a:pt x="2708" y="2047"/>
                  <a:pt x="1436" y="1360"/>
                  <a:pt x="586" y="316"/>
                </a:cubicBezTo>
                <a:cubicBezTo>
                  <a:pt x="437" y="571"/>
                  <a:pt x="352" y="867"/>
                  <a:pt x="352" y="1183"/>
                </a:cubicBezTo>
                <a:cubicBezTo>
                  <a:pt x="352" y="1782"/>
                  <a:pt x="657" y="2310"/>
                  <a:pt x="1120" y="2620"/>
                </a:cubicBezTo>
                <a:cubicBezTo>
                  <a:pt x="837" y="2611"/>
                  <a:pt x="571" y="2533"/>
                  <a:pt x="338" y="2404"/>
                </a:cubicBezTo>
                <a:cubicBezTo>
                  <a:pt x="338" y="2411"/>
                  <a:pt x="338" y="2418"/>
                  <a:pt x="338" y="2426"/>
                </a:cubicBezTo>
                <a:cubicBezTo>
                  <a:pt x="338" y="3261"/>
                  <a:pt x="933" y="3958"/>
                  <a:pt x="1722" y="4116"/>
                </a:cubicBezTo>
                <a:cubicBezTo>
                  <a:pt x="1577" y="4156"/>
                  <a:pt x="1425" y="4177"/>
                  <a:pt x="1267" y="4177"/>
                </a:cubicBezTo>
                <a:cubicBezTo>
                  <a:pt x="1156" y="4177"/>
                  <a:pt x="1048" y="4166"/>
                  <a:pt x="943" y="4146"/>
                </a:cubicBezTo>
                <a:cubicBezTo>
                  <a:pt x="1163" y="4831"/>
                  <a:pt x="1800" y="5330"/>
                  <a:pt x="2555" y="5344"/>
                </a:cubicBezTo>
                <a:cubicBezTo>
                  <a:pt x="1964" y="5807"/>
                  <a:pt x="1220" y="6083"/>
                  <a:pt x="412" y="6083"/>
                </a:cubicBezTo>
                <a:cubicBezTo>
                  <a:pt x="273" y="6083"/>
                  <a:pt x="135" y="6075"/>
                  <a:pt x="0" y="6059"/>
                </a:cubicBezTo>
                <a:cubicBezTo>
                  <a:pt x="764" y="6548"/>
                  <a:pt x="1671" y="6834"/>
                  <a:pt x="2645" y="6834"/>
                </a:cubicBezTo>
                <a:cubicBezTo>
                  <a:pt x="5818" y="6834"/>
                  <a:pt x="7553" y="4205"/>
                  <a:pt x="7553" y="192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813" y="208831"/>
            <a:ext cx="6507493" cy="3243079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380"/>
            <a:ext cx="1194572" cy="18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461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Espace réservé du texte 49"/>
          <p:cNvSpPr>
            <a:spLocks noGrp="1"/>
          </p:cNvSpPr>
          <p:nvPr>
            <p:ph type="body" sz="quarter" idx="10" hasCustomPrompt="1"/>
          </p:nvPr>
        </p:nvSpPr>
        <p:spPr>
          <a:xfrm>
            <a:off x="2220213" y="171436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C7D124"/>
          </a:solidFill>
          <a:ln w="25400">
            <a:noFill/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51" name="Espace réservé du texte 50"/>
          <p:cNvSpPr>
            <a:spLocks noGrp="1"/>
          </p:cNvSpPr>
          <p:nvPr>
            <p:ph type="body" sz="quarter" idx="11" hasCustomPrompt="1"/>
          </p:nvPr>
        </p:nvSpPr>
        <p:spPr>
          <a:xfrm>
            <a:off x="2220213" y="2574080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52" name="Espace réservé du texte 51"/>
          <p:cNvSpPr>
            <a:spLocks noGrp="1"/>
          </p:cNvSpPr>
          <p:nvPr>
            <p:ph type="body" sz="quarter" idx="12" hasCustomPrompt="1"/>
          </p:nvPr>
        </p:nvSpPr>
        <p:spPr>
          <a:xfrm>
            <a:off x="2220213" y="3465647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FFC101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53" name="Espace réservé du texte 52"/>
          <p:cNvSpPr>
            <a:spLocks noGrp="1"/>
          </p:cNvSpPr>
          <p:nvPr>
            <p:ph type="body" sz="quarter" idx="13" hasCustomPrompt="1"/>
          </p:nvPr>
        </p:nvSpPr>
        <p:spPr>
          <a:xfrm>
            <a:off x="2220213" y="4346478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E62773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47" name="Espace réservé du texte 42"/>
          <p:cNvSpPr>
            <a:spLocks noGrp="1"/>
          </p:cNvSpPr>
          <p:nvPr>
            <p:ph type="body" sz="quarter" idx="15" hasCustomPrompt="1"/>
          </p:nvPr>
        </p:nvSpPr>
        <p:spPr>
          <a:xfrm>
            <a:off x="2847612" y="1713986"/>
            <a:ext cx="7782288" cy="662067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8" name="Espace réservé du texte 42"/>
          <p:cNvSpPr>
            <a:spLocks noGrp="1"/>
          </p:cNvSpPr>
          <p:nvPr>
            <p:ph type="body" sz="quarter" idx="16" hasCustomPrompt="1"/>
          </p:nvPr>
        </p:nvSpPr>
        <p:spPr>
          <a:xfrm>
            <a:off x="2847612" y="2592772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4" name="Espace réservé du texte 42"/>
          <p:cNvSpPr>
            <a:spLocks noGrp="1"/>
          </p:cNvSpPr>
          <p:nvPr>
            <p:ph type="body" sz="quarter" idx="17" hasCustomPrompt="1"/>
          </p:nvPr>
        </p:nvSpPr>
        <p:spPr>
          <a:xfrm>
            <a:off x="2847612" y="3478695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7" name="Espace réservé du texte 42"/>
          <p:cNvSpPr>
            <a:spLocks noGrp="1"/>
          </p:cNvSpPr>
          <p:nvPr>
            <p:ph type="body" sz="quarter" idx="18" hasCustomPrompt="1"/>
          </p:nvPr>
        </p:nvSpPr>
        <p:spPr>
          <a:xfrm>
            <a:off x="2847612" y="4366310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" name="Parallélogramme 4"/>
          <p:cNvSpPr/>
          <p:nvPr userDrawn="1"/>
        </p:nvSpPr>
        <p:spPr>
          <a:xfrm>
            <a:off x="-500069" y="436795"/>
            <a:ext cx="11104569" cy="449714"/>
          </a:xfrm>
          <a:prstGeom prst="parallelogram">
            <a:avLst>
              <a:gd name="adj" fmla="val 6415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0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noFill/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52"/>
          <p:cNvSpPr>
            <a:spLocks noGrp="1"/>
          </p:cNvSpPr>
          <p:nvPr>
            <p:ph type="body" sz="quarter" idx="62" hasCustomPrompt="1"/>
          </p:nvPr>
        </p:nvSpPr>
        <p:spPr>
          <a:xfrm>
            <a:off x="2220213" y="524195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007857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5</a:t>
            </a:r>
          </a:p>
        </p:txBody>
      </p:sp>
      <p:sp>
        <p:nvSpPr>
          <p:cNvPr id="18" name="Espace réservé du texte 42"/>
          <p:cNvSpPr>
            <a:spLocks noGrp="1"/>
          </p:cNvSpPr>
          <p:nvPr>
            <p:ph type="body" sz="quarter" idx="64" hasCustomPrompt="1"/>
          </p:nvPr>
        </p:nvSpPr>
        <p:spPr>
          <a:xfrm>
            <a:off x="2847612" y="5261788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19" name="Titre 1"/>
          <p:cNvSpPr>
            <a:spLocks noGrp="1"/>
          </p:cNvSpPr>
          <p:nvPr>
            <p:ph type="title" hasCustomPrompt="1"/>
          </p:nvPr>
        </p:nvSpPr>
        <p:spPr>
          <a:xfrm>
            <a:off x="-1" y="480533"/>
            <a:ext cx="10365972" cy="359482"/>
          </a:xfrm>
          <a:prstGeom prst="rect">
            <a:avLst/>
          </a:prstGeom>
        </p:spPr>
        <p:txBody>
          <a:bodyPr lIns="1440000" tIns="0" rIns="288000" bIns="0">
            <a:noAutofit/>
          </a:bodyPr>
          <a:lstStyle>
            <a:lvl1pPr algn="l">
              <a:lnSpc>
                <a:spcPct val="100000"/>
              </a:lnSpc>
              <a:defRPr sz="2400" b="1" i="0" spc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7428" y="0"/>
            <a:ext cx="1194572" cy="18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890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914">
          <p15:clr>
            <a:srgbClr val="FBAE40"/>
          </p15:clr>
        </p15:guide>
        <p15:guide id="3" pos="7469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arallélogramme 54"/>
          <p:cNvSpPr/>
          <p:nvPr userDrawn="1"/>
        </p:nvSpPr>
        <p:spPr>
          <a:xfrm>
            <a:off x="-500069" y="436795"/>
            <a:ext cx="11104569" cy="449714"/>
          </a:xfrm>
          <a:prstGeom prst="parallelogram">
            <a:avLst>
              <a:gd name="adj" fmla="val 6415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-1" y="480533"/>
            <a:ext cx="10365972" cy="359482"/>
          </a:xfrm>
          <a:prstGeom prst="rect">
            <a:avLst/>
          </a:prstGeom>
        </p:spPr>
        <p:txBody>
          <a:bodyPr lIns="1440000" tIns="0" rIns="288000" bIns="0">
            <a:noAutofit/>
          </a:bodyPr>
          <a:lstStyle>
            <a:lvl1pPr algn="l">
              <a:lnSpc>
                <a:spcPct val="100000"/>
              </a:lnSpc>
              <a:defRPr sz="2400" b="1" i="0" spc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50" name="Espace réservé du texte 49"/>
          <p:cNvSpPr>
            <a:spLocks noGrp="1"/>
          </p:cNvSpPr>
          <p:nvPr>
            <p:ph type="body" sz="quarter" idx="10" hasCustomPrompt="1"/>
          </p:nvPr>
        </p:nvSpPr>
        <p:spPr>
          <a:xfrm>
            <a:off x="2220213" y="2146295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1"/>
          </a:solidFill>
          <a:ln w="25400">
            <a:noFill/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51" name="Espace réservé du texte 50"/>
          <p:cNvSpPr>
            <a:spLocks noGrp="1"/>
          </p:cNvSpPr>
          <p:nvPr>
            <p:ph type="body" sz="quarter" idx="11" hasCustomPrompt="1"/>
          </p:nvPr>
        </p:nvSpPr>
        <p:spPr>
          <a:xfrm>
            <a:off x="2220213" y="411106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47" name="Espace réservé du texte 42"/>
          <p:cNvSpPr>
            <a:spLocks noGrp="1"/>
          </p:cNvSpPr>
          <p:nvPr>
            <p:ph type="body" sz="quarter" idx="15" hasCustomPrompt="1"/>
          </p:nvPr>
        </p:nvSpPr>
        <p:spPr>
          <a:xfrm>
            <a:off x="2847611" y="2145915"/>
            <a:ext cx="9009427" cy="678443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u="none" spc="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8" name="Espace réservé du texte 42"/>
          <p:cNvSpPr>
            <a:spLocks noGrp="1"/>
          </p:cNvSpPr>
          <p:nvPr>
            <p:ph type="body" sz="quarter" idx="16" hasCustomPrompt="1"/>
          </p:nvPr>
        </p:nvSpPr>
        <p:spPr>
          <a:xfrm>
            <a:off x="2847611" y="4129758"/>
            <a:ext cx="9009427" cy="641000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u="none" spc="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6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440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7428" y="0"/>
            <a:ext cx="1194572" cy="18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86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914">
          <p15:clr>
            <a:srgbClr val="FBAE40"/>
          </p15:clr>
        </p15:guide>
        <p15:guide id="3" pos="746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1163637" y="1492371"/>
            <a:ext cx="10527619" cy="3624896"/>
          </a:xfrm>
          <a:prstGeom prst="rect">
            <a:avLst/>
          </a:prstGeom>
        </p:spPr>
        <p:txBody>
          <a:bodyPr l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D1E92122-62EB-9146-8781-296A2DBE3A5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05F4D403-7EEC-924C-A9A5-AD56701F4BAA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97428" y="0"/>
            <a:ext cx="1194572" cy="18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54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B-2Col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1163637" y="1492371"/>
            <a:ext cx="4798251" cy="3624896"/>
          </a:xfrm>
          <a:prstGeom prst="rect">
            <a:avLst/>
          </a:prstGeom>
        </p:spPr>
        <p:txBody>
          <a:bodyPr l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54872F5C-F3A6-1C4D-BB88-4BD98EBF721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448869" y="1536984"/>
            <a:ext cx="4798251" cy="3624896"/>
          </a:xfrm>
          <a:prstGeom prst="rect">
            <a:avLst/>
          </a:prstGeom>
        </p:spPr>
        <p:txBody>
          <a:bodyPr l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F55EBE2A-7652-2548-B9A8-BE6C1D55E086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1CB3AFFE-F014-BC49-A388-A5FB96E6E37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97428" y="51403"/>
            <a:ext cx="1194572" cy="18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26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B_1bloc-2col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1163637" y="1492371"/>
            <a:ext cx="10438925" cy="3248044"/>
          </a:xfrm>
          <a:prstGeom prst="rect">
            <a:avLst/>
          </a:prstGeom>
        </p:spPr>
        <p:txBody>
          <a:bodyPr lIns="0" numCol="2" spcCol="36000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1"/>
            <a:endParaRPr lang="fr-FR"/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2B4E335A-5738-2D4C-8A29-E80ED47BCCC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5">
            <a:extLst>
              <a:ext uri="{FF2B5EF4-FFF2-40B4-BE49-F238E27FC236}">
                <a16:creationId xmlns:a16="http://schemas.microsoft.com/office/drawing/2014/main" id="{80C14C4D-27C5-B447-8E35-43E3807ABD2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86315" y="30569"/>
            <a:ext cx="1194572" cy="18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08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Espace réservé du texte 25"/>
          <p:cNvSpPr>
            <a:spLocks noGrp="1"/>
          </p:cNvSpPr>
          <p:nvPr>
            <p:ph type="body" sz="quarter" idx="30" hasCustomPrompt="1"/>
          </p:nvPr>
        </p:nvSpPr>
        <p:spPr>
          <a:xfrm>
            <a:off x="3057525" y="5428178"/>
            <a:ext cx="6629401" cy="787370"/>
          </a:xfrm>
          <a:prstGeom prst="parallelogram">
            <a:avLst>
              <a:gd name="adj" fmla="val 67249"/>
            </a:avLst>
          </a:prstGeom>
          <a:noFill/>
          <a:ln>
            <a:solidFill>
              <a:schemeClr val="accent1"/>
            </a:solidFill>
          </a:ln>
        </p:spPr>
        <p:txBody>
          <a:bodyPr lIns="72000" tIns="108000" rIns="0" anchor="ctr" anchorCtr="0">
            <a:normAutofit/>
          </a:bodyPr>
          <a:lstStyle>
            <a:lvl1pPr marL="0" indent="0" algn="ctr">
              <a:buFontTx/>
              <a:buNone/>
              <a:defRPr sz="1400" b="0" spc="0" baseline="0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accent6"/>
                </a:solidFill>
              </a:defRPr>
            </a:lvl2pPr>
            <a:lvl3pPr>
              <a:defRPr sz="1400" b="1">
                <a:solidFill>
                  <a:schemeClr val="accent6"/>
                </a:solidFill>
              </a:defRPr>
            </a:lvl3pPr>
            <a:lvl4pPr>
              <a:defRPr sz="1400" b="1">
                <a:solidFill>
                  <a:schemeClr val="accent6"/>
                </a:solidFill>
              </a:defRPr>
            </a:lvl4pPr>
            <a:lvl5pPr>
              <a:defRPr sz="1400" b="1">
                <a:solidFill>
                  <a:schemeClr val="accent6"/>
                </a:solidFill>
              </a:defRPr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84" name="Espace réservé du texte 25"/>
          <p:cNvSpPr>
            <a:spLocks noGrp="1"/>
          </p:cNvSpPr>
          <p:nvPr>
            <p:ph type="body" sz="quarter" idx="29" hasCustomPrompt="1"/>
          </p:nvPr>
        </p:nvSpPr>
        <p:spPr>
          <a:xfrm>
            <a:off x="-614363" y="5219812"/>
            <a:ext cx="8071803" cy="342613"/>
          </a:xfrm>
          <a:prstGeom prst="parallelogram">
            <a:avLst>
              <a:gd name="adj" fmla="val 68472"/>
            </a:avLst>
          </a:prstGeom>
          <a:solidFill>
            <a:schemeClr val="accent1"/>
          </a:solidFill>
        </p:spPr>
        <p:txBody>
          <a:bodyPr anchor="ctr" anchorCtr="0">
            <a:normAutofit/>
          </a:bodyPr>
          <a:lstStyle>
            <a:lvl1pPr marL="0" indent="0" algn="r">
              <a:buFontTx/>
              <a:buNone/>
              <a:defRPr sz="1400" b="1" spc="100" baseline="0">
                <a:solidFill>
                  <a:schemeClr val="bg1"/>
                </a:solidFill>
              </a:defRPr>
            </a:lvl1pPr>
            <a:lvl2pPr>
              <a:defRPr sz="1400" b="1">
                <a:solidFill>
                  <a:schemeClr val="accent6"/>
                </a:solidFill>
              </a:defRPr>
            </a:lvl2pPr>
            <a:lvl3pPr>
              <a:defRPr sz="1400" b="1">
                <a:solidFill>
                  <a:schemeClr val="accent6"/>
                </a:solidFill>
              </a:defRPr>
            </a:lvl3pPr>
            <a:lvl4pPr>
              <a:defRPr sz="1400" b="1">
                <a:solidFill>
                  <a:schemeClr val="accent6"/>
                </a:solidFill>
              </a:defRPr>
            </a:lvl4pPr>
            <a:lvl5pPr>
              <a:defRPr sz="1400" b="1">
                <a:solidFill>
                  <a:schemeClr val="accent6"/>
                </a:solidFill>
              </a:defRPr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34" name="Espace réservé pour une image  33"/>
          <p:cNvSpPr>
            <a:spLocks noGrp="1"/>
          </p:cNvSpPr>
          <p:nvPr>
            <p:ph type="pic" sz="quarter" idx="25" hasCustomPrompt="1"/>
          </p:nvPr>
        </p:nvSpPr>
        <p:spPr>
          <a:xfrm>
            <a:off x="6773" y="1381392"/>
            <a:ext cx="4048774" cy="4686924"/>
          </a:xfrm>
          <a:custGeom>
            <a:avLst/>
            <a:gdLst>
              <a:gd name="connsiteX0" fmla="*/ 200775 w 4048774"/>
              <a:gd name="connsiteY0" fmla="*/ 0 h 4674812"/>
              <a:gd name="connsiteX1" fmla="*/ 4048774 w 4048774"/>
              <a:gd name="connsiteY1" fmla="*/ 2221451 h 4674812"/>
              <a:gd name="connsiteX2" fmla="*/ 4048774 w 4048774"/>
              <a:gd name="connsiteY2" fmla="*/ 2453361 h 4674812"/>
              <a:gd name="connsiteX3" fmla="*/ 200775 w 4048774"/>
              <a:gd name="connsiteY3" fmla="*/ 4674812 h 4674812"/>
              <a:gd name="connsiteX4" fmla="*/ 0 w 4048774"/>
              <a:gd name="connsiteY4" fmla="*/ 4559412 h 4674812"/>
              <a:gd name="connsiteX5" fmla="*/ 0 w 4048774"/>
              <a:gd name="connsiteY5" fmla="*/ 116510 h 4674812"/>
              <a:gd name="connsiteX0" fmla="*/ 200775 w 4048774"/>
              <a:gd name="connsiteY0" fmla="*/ 0 h 4674812"/>
              <a:gd name="connsiteX1" fmla="*/ 4042718 w 4048774"/>
              <a:gd name="connsiteY1" fmla="*/ 2154840 h 4674812"/>
              <a:gd name="connsiteX2" fmla="*/ 4048774 w 4048774"/>
              <a:gd name="connsiteY2" fmla="*/ 2453361 h 4674812"/>
              <a:gd name="connsiteX3" fmla="*/ 200775 w 4048774"/>
              <a:gd name="connsiteY3" fmla="*/ 4674812 h 4674812"/>
              <a:gd name="connsiteX4" fmla="*/ 0 w 4048774"/>
              <a:gd name="connsiteY4" fmla="*/ 4559412 h 4674812"/>
              <a:gd name="connsiteX5" fmla="*/ 0 w 4048774"/>
              <a:gd name="connsiteY5" fmla="*/ 116510 h 4674812"/>
              <a:gd name="connsiteX6" fmla="*/ 200775 w 4048774"/>
              <a:gd name="connsiteY6" fmla="*/ 0 h 4674812"/>
              <a:gd name="connsiteX0" fmla="*/ 200775 w 4048774"/>
              <a:gd name="connsiteY0" fmla="*/ 0 h 4674812"/>
              <a:gd name="connsiteX1" fmla="*/ 4042718 w 4048774"/>
              <a:gd name="connsiteY1" fmla="*/ 2154840 h 4674812"/>
              <a:gd name="connsiteX2" fmla="*/ 4048774 w 4048774"/>
              <a:gd name="connsiteY2" fmla="*/ 2574474 h 4674812"/>
              <a:gd name="connsiteX3" fmla="*/ 200775 w 4048774"/>
              <a:gd name="connsiteY3" fmla="*/ 4674812 h 4674812"/>
              <a:gd name="connsiteX4" fmla="*/ 0 w 4048774"/>
              <a:gd name="connsiteY4" fmla="*/ 4559412 h 4674812"/>
              <a:gd name="connsiteX5" fmla="*/ 0 w 4048774"/>
              <a:gd name="connsiteY5" fmla="*/ 116510 h 4674812"/>
              <a:gd name="connsiteX6" fmla="*/ 200775 w 4048774"/>
              <a:gd name="connsiteY6" fmla="*/ 0 h 4674812"/>
              <a:gd name="connsiteX0" fmla="*/ 200775 w 4048774"/>
              <a:gd name="connsiteY0" fmla="*/ 0 h 4699035"/>
              <a:gd name="connsiteX1" fmla="*/ 4042718 w 4048774"/>
              <a:gd name="connsiteY1" fmla="*/ 2154840 h 4699035"/>
              <a:gd name="connsiteX2" fmla="*/ 4048774 w 4048774"/>
              <a:gd name="connsiteY2" fmla="*/ 2574474 h 4699035"/>
              <a:gd name="connsiteX3" fmla="*/ 206831 w 4048774"/>
              <a:gd name="connsiteY3" fmla="*/ 4699035 h 4699035"/>
              <a:gd name="connsiteX4" fmla="*/ 0 w 4048774"/>
              <a:gd name="connsiteY4" fmla="*/ 4559412 h 4699035"/>
              <a:gd name="connsiteX5" fmla="*/ 0 w 4048774"/>
              <a:gd name="connsiteY5" fmla="*/ 116510 h 4699035"/>
              <a:gd name="connsiteX6" fmla="*/ 200775 w 4048774"/>
              <a:gd name="connsiteY6" fmla="*/ 0 h 4699035"/>
              <a:gd name="connsiteX0" fmla="*/ 170497 w 4048774"/>
              <a:gd name="connsiteY0" fmla="*/ 0 h 4686924"/>
              <a:gd name="connsiteX1" fmla="*/ 4042718 w 4048774"/>
              <a:gd name="connsiteY1" fmla="*/ 2142729 h 4686924"/>
              <a:gd name="connsiteX2" fmla="*/ 4048774 w 4048774"/>
              <a:gd name="connsiteY2" fmla="*/ 2562363 h 4686924"/>
              <a:gd name="connsiteX3" fmla="*/ 206831 w 4048774"/>
              <a:gd name="connsiteY3" fmla="*/ 4686924 h 4686924"/>
              <a:gd name="connsiteX4" fmla="*/ 0 w 4048774"/>
              <a:gd name="connsiteY4" fmla="*/ 4547301 h 4686924"/>
              <a:gd name="connsiteX5" fmla="*/ 0 w 4048774"/>
              <a:gd name="connsiteY5" fmla="*/ 104399 h 4686924"/>
              <a:gd name="connsiteX6" fmla="*/ 170497 w 4048774"/>
              <a:gd name="connsiteY6" fmla="*/ 0 h 4686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48774" h="4686924">
                <a:moveTo>
                  <a:pt x="170497" y="0"/>
                </a:moveTo>
                <a:lnTo>
                  <a:pt x="4042718" y="2142729"/>
                </a:lnTo>
                <a:cubicBezTo>
                  <a:pt x="4044737" y="2282607"/>
                  <a:pt x="4046755" y="2422485"/>
                  <a:pt x="4048774" y="2562363"/>
                </a:cubicBezTo>
                <a:lnTo>
                  <a:pt x="206831" y="4686924"/>
                </a:lnTo>
                <a:lnTo>
                  <a:pt x="0" y="4547301"/>
                </a:lnTo>
                <a:lnTo>
                  <a:pt x="0" y="104399"/>
                </a:lnTo>
                <a:lnTo>
                  <a:pt x="170497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/>
            </a:lvl1pPr>
          </a:lstStyle>
          <a:p>
            <a:r>
              <a:rPr lang="fr-FR"/>
              <a:t>Photo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 anchor="t" anchorCtr="0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2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3" name="Espace réservé du texte 4"/>
          <p:cNvSpPr>
            <a:spLocks noGrp="1"/>
          </p:cNvSpPr>
          <p:nvPr>
            <p:ph type="body" sz="quarter" idx="64" hasCustomPrompt="1"/>
          </p:nvPr>
        </p:nvSpPr>
        <p:spPr>
          <a:xfrm>
            <a:off x="5486615" y="2484437"/>
            <a:ext cx="6041356" cy="1090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lIns="108000" tIns="144000" bIns="144000">
            <a:normAutofit/>
          </a:bodyPr>
          <a:lstStyle>
            <a:lvl1pPr marL="68400" indent="0" algn="l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44" name="Espace réservé du texte 4"/>
          <p:cNvSpPr>
            <a:spLocks noGrp="1"/>
          </p:cNvSpPr>
          <p:nvPr>
            <p:ph type="body" sz="quarter" idx="65" hasCustomPrompt="1"/>
          </p:nvPr>
        </p:nvSpPr>
        <p:spPr>
          <a:xfrm>
            <a:off x="4295298" y="2484437"/>
            <a:ext cx="1191316" cy="1090064"/>
          </a:xfrm>
          <a:prstGeom prst="rect">
            <a:avLst/>
          </a:prstGeom>
          <a:solidFill>
            <a:schemeClr val="accent2"/>
          </a:solidFill>
        </p:spPr>
        <p:txBody>
          <a:bodyPr lIns="108000" tIns="72000" rIns="108000" bIns="72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600" b="1" i="0" spc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 </a:t>
            </a:r>
          </a:p>
        </p:txBody>
      </p:sp>
      <p:sp>
        <p:nvSpPr>
          <p:cNvPr id="46" name="Espace réservé du texte 4"/>
          <p:cNvSpPr>
            <a:spLocks noGrp="1"/>
          </p:cNvSpPr>
          <p:nvPr>
            <p:ph type="body" sz="quarter" idx="66" hasCustomPrompt="1"/>
          </p:nvPr>
        </p:nvSpPr>
        <p:spPr>
          <a:xfrm>
            <a:off x="4295297" y="1584045"/>
            <a:ext cx="7232674" cy="659337"/>
          </a:xfrm>
          <a:prstGeom prst="rect">
            <a:avLst/>
          </a:prstGeom>
          <a:noFill/>
          <a:ln w="12700">
            <a:noFill/>
          </a:ln>
        </p:spPr>
        <p:txBody>
          <a:bodyPr lIns="108000" tIns="144000" bIns="144000">
            <a:normAutofit/>
          </a:bodyPr>
          <a:lstStyle>
            <a:lvl1pPr marL="68400" indent="0" algn="l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rgbClr val="9C333C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47" name="Espace réservé du texte 4"/>
          <p:cNvSpPr>
            <a:spLocks noGrp="1"/>
          </p:cNvSpPr>
          <p:nvPr>
            <p:ph type="body" sz="quarter" idx="67" hasCustomPrompt="1"/>
          </p:nvPr>
        </p:nvSpPr>
        <p:spPr>
          <a:xfrm>
            <a:off x="5486615" y="3856035"/>
            <a:ext cx="6041356" cy="1090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lIns="108000" tIns="144000" bIns="144000">
            <a:normAutofit/>
          </a:bodyPr>
          <a:lstStyle>
            <a:lvl1pPr marL="68400" indent="0" algn="l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82" name="Espace réservé du texte 4"/>
          <p:cNvSpPr>
            <a:spLocks noGrp="1"/>
          </p:cNvSpPr>
          <p:nvPr>
            <p:ph type="body" sz="quarter" idx="68" hasCustomPrompt="1"/>
          </p:nvPr>
        </p:nvSpPr>
        <p:spPr>
          <a:xfrm>
            <a:off x="4295298" y="3856035"/>
            <a:ext cx="1191316" cy="1090064"/>
          </a:xfrm>
          <a:prstGeom prst="rect">
            <a:avLst/>
          </a:prstGeom>
          <a:solidFill>
            <a:schemeClr val="accent4"/>
          </a:solidFill>
        </p:spPr>
        <p:txBody>
          <a:bodyPr lIns="108000" tIns="72000" rIns="108000" bIns="72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600" b="1" i="0" spc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 </a:t>
            </a:r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97428" y="103306"/>
            <a:ext cx="1194572" cy="18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819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AF2F744E-F258-B148-8221-D17C8A52B8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401" t="-20" r="2133" b="20"/>
          <a:stretch/>
        </p:blipFill>
        <p:spPr>
          <a:xfrm>
            <a:off x="-1" y="1243514"/>
            <a:ext cx="9029701" cy="5614486"/>
          </a:xfrm>
          <a:prstGeom prst="rect">
            <a:avLst/>
          </a:prstGeom>
        </p:spPr>
      </p:pic>
      <p:grpSp>
        <p:nvGrpSpPr>
          <p:cNvPr id="16" name="Grouper 49">
            <a:extLst>
              <a:ext uri="{FF2B5EF4-FFF2-40B4-BE49-F238E27FC236}">
                <a16:creationId xmlns:a16="http://schemas.microsoft.com/office/drawing/2014/main" id="{8753B8BE-E060-2F4B-9603-E47D0ABFD1AB}"/>
              </a:ext>
            </a:extLst>
          </p:cNvPr>
          <p:cNvGrpSpPr/>
          <p:nvPr userDrawn="1"/>
        </p:nvGrpSpPr>
        <p:grpSpPr>
          <a:xfrm>
            <a:off x="213726" y="1380"/>
            <a:ext cx="11997459" cy="6858000"/>
            <a:chOff x="929639" y="0"/>
            <a:chExt cx="11997459" cy="6858000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9197EB46-298D-4844-97DB-E8E5416F4EA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1596"/>
            <a:stretch/>
          </p:blipFill>
          <p:spPr>
            <a:xfrm>
              <a:off x="929639" y="0"/>
              <a:ext cx="11997459" cy="6858000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9AFE755-64C2-204B-865E-F692E451EB8A}"/>
                </a:ext>
              </a:extLst>
            </p:cNvPr>
            <p:cNvSpPr/>
            <p:nvPr userDrawn="1"/>
          </p:nvSpPr>
          <p:spPr>
            <a:xfrm>
              <a:off x="1973213" y="0"/>
              <a:ext cx="10953885" cy="6858000"/>
            </a:xfrm>
            <a:prstGeom prst="rect">
              <a:avLst/>
            </a:prstGeom>
            <a:gradFill flip="none" rotWithShape="1">
              <a:gsLst>
                <a:gs pos="55000">
                  <a:schemeClr val="bg1"/>
                </a:gs>
                <a:gs pos="28000">
                  <a:schemeClr val="bg1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fr-FR" sz="14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4" name="Espace réservé du texte 8"/>
          <p:cNvSpPr>
            <a:spLocks noGrp="1"/>
          </p:cNvSpPr>
          <p:nvPr>
            <p:ph type="body" sz="quarter" idx="40" hasCustomPrompt="1"/>
          </p:nvPr>
        </p:nvSpPr>
        <p:spPr>
          <a:xfrm>
            <a:off x="7560129" y="1476078"/>
            <a:ext cx="4095804" cy="6846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95" name="Espace réservé du texte 7"/>
          <p:cNvSpPr>
            <a:spLocks noGrp="1"/>
          </p:cNvSpPr>
          <p:nvPr>
            <p:ph type="body" sz="quarter" idx="41" hasCustomPrompt="1"/>
          </p:nvPr>
        </p:nvSpPr>
        <p:spPr>
          <a:xfrm>
            <a:off x="7576457" y="2212881"/>
            <a:ext cx="4079475" cy="4122605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9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07021" y="9195"/>
            <a:ext cx="1194572" cy="18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19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31" hasCustomPrompt="1"/>
          </p:nvPr>
        </p:nvSpPr>
        <p:spPr>
          <a:xfrm>
            <a:off x="4377433" y="1943368"/>
            <a:ext cx="3449450" cy="6829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11" name="Espace réservé pour une image  10"/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5732288" y="1267842"/>
            <a:ext cx="648000" cy="64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18" name="Espace réservé pour une image  10"/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414657" y="1267842"/>
            <a:ext cx="648000" cy="64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20" name="Espace réservé pour une image  10"/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2031070" y="1267842"/>
            <a:ext cx="648000" cy="64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93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4372259" y="2620929"/>
            <a:ext cx="3454623" cy="2666518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4" name="Espace réservé du texte 8"/>
          <p:cNvSpPr>
            <a:spLocks noGrp="1"/>
          </p:cNvSpPr>
          <p:nvPr>
            <p:ph type="body" sz="quarter" idx="40" hasCustomPrompt="1"/>
          </p:nvPr>
        </p:nvSpPr>
        <p:spPr>
          <a:xfrm>
            <a:off x="8067933" y="1943368"/>
            <a:ext cx="3449450" cy="6829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95" name="Espace réservé du texte 7"/>
          <p:cNvSpPr>
            <a:spLocks noGrp="1"/>
          </p:cNvSpPr>
          <p:nvPr>
            <p:ph type="body" sz="quarter" idx="41" hasCustomPrompt="1"/>
          </p:nvPr>
        </p:nvSpPr>
        <p:spPr>
          <a:xfrm>
            <a:off x="8067932" y="2620929"/>
            <a:ext cx="3449450" cy="2666518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6" name="Espace réservé du texte 8"/>
          <p:cNvSpPr>
            <a:spLocks noGrp="1"/>
          </p:cNvSpPr>
          <p:nvPr>
            <p:ph type="body" sz="quarter" idx="42" hasCustomPrompt="1"/>
          </p:nvPr>
        </p:nvSpPr>
        <p:spPr>
          <a:xfrm>
            <a:off x="686933" y="1943368"/>
            <a:ext cx="3449450" cy="6829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97" name="Espace réservé du texte 7"/>
          <p:cNvSpPr>
            <a:spLocks noGrp="1"/>
          </p:cNvSpPr>
          <p:nvPr>
            <p:ph type="body" sz="quarter" idx="43" hasCustomPrompt="1"/>
          </p:nvPr>
        </p:nvSpPr>
        <p:spPr>
          <a:xfrm>
            <a:off x="681759" y="2620929"/>
            <a:ext cx="3454623" cy="2666518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2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0" name="Espace réservé du texte 5">
            <a:extLst>
              <a:ext uri="{FF2B5EF4-FFF2-40B4-BE49-F238E27FC236}">
                <a16:creationId xmlns:a16="http://schemas.microsoft.com/office/drawing/2014/main" id="{0EFAB26A-C1D7-5646-9F2F-D81F851EBD87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5">
            <a:extLst>
              <a:ext uri="{FF2B5EF4-FFF2-40B4-BE49-F238E27FC236}">
                <a16:creationId xmlns:a16="http://schemas.microsoft.com/office/drawing/2014/main" id="{CE58E496-9C53-6242-B46F-910295B58CE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  <p:pic>
        <p:nvPicPr>
          <p:cNvPr id="21" name="Imag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97428" y="0"/>
            <a:ext cx="1194572" cy="181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70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yle-01B_1bloc-2col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563271" y="1285875"/>
            <a:ext cx="11127986" cy="4828464"/>
          </a:xfrm>
          <a:prstGeom prst="rect">
            <a:avLst/>
          </a:prstGeom>
        </p:spPr>
        <p:txBody>
          <a:bodyPr lIns="0" numCol="2" spcCol="432000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buFontTx/>
              <a:buNone/>
              <a:defRPr sz="1800"/>
            </a:lvl1pPr>
            <a:lvl2pPr marL="504000" indent="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Tx/>
              <a:buNone/>
              <a:defRPr sz="18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965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-Photo&amp;Triangles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7410F6-93E1-8244-8B37-371E4593D4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0" name="Grouper 79"/>
          <p:cNvGrpSpPr/>
          <p:nvPr userDrawn="1"/>
        </p:nvGrpSpPr>
        <p:grpSpPr>
          <a:xfrm>
            <a:off x="213726" y="1"/>
            <a:ext cx="12008939" cy="6859379"/>
            <a:chOff x="213726" y="1"/>
            <a:chExt cx="12008939" cy="6859379"/>
          </a:xfrm>
        </p:grpSpPr>
        <p:grpSp>
          <p:nvGrpSpPr>
            <p:cNvPr id="50" name="Grouper 49"/>
            <p:cNvGrpSpPr/>
            <p:nvPr userDrawn="1"/>
          </p:nvGrpSpPr>
          <p:grpSpPr>
            <a:xfrm>
              <a:off x="213726" y="1380"/>
              <a:ext cx="11997459" cy="6858000"/>
              <a:chOff x="929639" y="0"/>
              <a:chExt cx="11997459" cy="6858000"/>
            </a:xfrm>
          </p:grpSpPr>
          <p:pic>
            <p:nvPicPr>
              <p:cNvPr id="4" name="Image 3"/>
              <p:cNvPicPr>
                <a:picLocks noChangeAspect="1"/>
              </p:cNvPicPr>
              <p:nvPr userDrawn="1"/>
            </p:nvPicPr>
            <p:blipFill rotWithShape="1"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1596"/>
              <a:stretch/>
            </p:blipFill>
            <p:spPr>
              <a:xfrm>
                <a:off x="929639" y="0"/>
                <a:ext cx="11997459" cy="6858000"/>
              </a:xfrm>
              <a:prstGeom prst="rect">
                <a:avLst/>
              </a:prstGeom>
            </p:spPr>
          </p:pic>
          <p:sp>
            <p:nvSpPr>
              <p:cNvPr id="49" name="Rectangle 48"/>
              <p:cNvSpPr/>
              <p:nvPr userDrawn="1"/>
            </p:nvSpPr>
            <p:spPr>
              <a:xfrm>
                <a:off x="3083859" y="0"/>
                <a:ext cx="9843239" cy="6858000"/>
              </a:xfrm>
              <a:prstGeom prst="rect">
                <a:avLst/>
              </a:prstGeom>
              <a:gradFill flip="none" rotWithShape="1">
                <a:gsLst>
                  <a:gs pos="60000">
                    <a:schemeClr val="bg1"/>
                  </a:gs>
                  <a:gs pos="35000">
                    <a:schemeClr val="bg1">
                      <a:alpha val="0"/>
                    </a:schemeClr>
                  </a:gs>
                </a:gsLst>
                <a:lin ang="21000000" scaled="0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endParaRPr lang="fr-FR" sz="140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79" name="Forme libre 78"/>
            <p:cNvSpPr/>
            <p:nvPr userDrawn="1"/>
          </p:nvSpPr>
          <p:spPr>
            <a:xfrm flipV="1">
              <a:off x="5620952" y="1"/>
              <a:ext cx="6601713" cy="3925715"/>
            </a:xfrm>
            <a:custGeom>
              <a:avLst/>
              <a:gdLst>
                <a:gd name="connsiteX0" fmla="*/ 2125585 w 6601713"/>
                <a:gd name="connsiteY0" fmla="*/ 3925715 h 3925715"/>
                <a:gd name="connsiteX1" fmla="*/ 6601713 w 6601713"/>
                <a:gd name="connsiteY1" fmla="*/ 3925715 h 3925715"/>
                <a:gd name="connsiteX2" fmla="*/ 6601713 w 6601713"/>
                <a:gd name="connsiteY2" fmla="*/ 2699676 h 3925715"/>
                <a:gd name="connsiteX3" fmla="*/ 6601713 w 6601713"/>
                <a:gd name="connsiteY3" fmla="*/ 1596854 h 3925715"/>
                <a:gd name="connsiteX4" fmla="*/ 6601713 w 6601713"/>
                <a:gd name="connsiteY4" fmla="*/ 6706 h 3925715"/>
                <a:gd name="connsiteX5" fmla="*/ 2452112 w 6601713"/>
                <a:gd name="connsiteY5" fmla="*/ 0 h 3925715"/>
                <a:gd name="connsiteX6" fmla="*/ 1137394 w 6601713"/>
                <a:gd name="connsiteY6" fmla="*/ 779811 h 3925715"/>
                <a:gd name="connsiteX7" fmla="*/ 1132120 w 6601713"/>
                <a:gd name="connsiteY7" fmla="*/ 795388 h 3925715"/>
                <a:gd name="connsiteX8" fmla="*/ 1116245 w 6601713"/>
                <a:gd name="connsiteY8" fmla="*/ 843014 h 3925715"/>
                <a:gd name="connsiteX9" fmla="*/ 1068154 w 6601713"/>
                <a:gd name="connsiteY9" fmla="*/ 867060 h 3925715"/>
                <a:gd name="connsiteX10" fmla="*/ 1018869 w 6601713"/>
                <a:gd name="connsiteY10" fmla="*/ 851942 h 3925715"/>
                <a:gd name="connsiteX11" fmla="*/ 945719 w 6601713"/>
                <a:gd name="connsiteY11" fmla="*/ 892212 h 3925715"/>
                <a:gd name="connsiteX12" fmla="*/ 55811 w 6601713"/>
                <a:gd name="connsiteY12" fmla="*/ 1410216 h 3925715"/>
                <a:gd name="connsiteX13" fmla="*/ 43096 w 6601713"/>
                <a:gd name="connsiteY13" fmla="*/ 1417558 h 3925715"/>
                <a:gd name="connsiteX14" fmla="*/ 43096 w 6601713"/>
                <a:gd name="connsiteY14" fmla="*/ 1477378 h 3925715"/>
                <a:gd name="connsiteX15" fmla="*/ 3381 w 6601713"/>
                <a:gd name="connsiteY15" fmla="*/ 1501998 h 3925715"/>
                <a:gd name="connsiteX16" fmla="*/ 3093 w 6601713"/>
                <a:gd name="connsiteY16" fmla="*/ 1596854 h 3925715"/>
                <a:gd name="connsiteX17" fmla="*/ 280 w 6601713"/>
                <a:gd name="connsiteY17" fmla="*/ 1596854 h 3925715"/>
                <a:gd name="connsiteX18" fmla="*/ 1687 w 6601713"/>
                <a:gd name="connsiteY18" fmla="*/ 2059615 h 3925715"/>
                <a:gd name="connsiteX19" fmla="*/ 0 w 6601713"/>
                <a:gd name="connsiteY19" fmla="*/ 2614443 h 3925715"/>
                <a:gd name="connsiteX20" fmla="*/ 3381 w 6601713"/>
                <a:gd name="connsiteY20" fmla="*/ 2617254 h 3925715"/>
                <a:gd name="connsiteX21" fmla="*/ 3381 w 6601713"/>
                <a:gd name="connsiteY21" fmla="*/ 2617393 h 3925715"/>
                <a:gd name="connsiteX22" fmla="*/ 4036 w 6601713"/>
                <a:gd name="connsiteY22" fmla="*/ 2617799 h 3925715"/>
                <a:gd name="connsiteX23" fmla="*/ 43096 w 6601713"/>
                <a:gd name="connsiteY23" fmla="*/ 2650279 h 3925715"/>
                <a:gd name="connsiteX24" fmla="*/ 43096 w 6601713"/>
                <a:gd name="connsiteY24" fmla="*/ 2699676 h 3925715"/>
                <a:gd name="connsiteX25" fmla="*/ 54013 w 6601713"/>
                <a:gd name="connsiteY25" fmla="*/ 2699676 h 3925715"/>
                <a:gd name="connsiteX26" fmla="*/ 55811 w 6601713"/>
                <a:gd name="connsiteY26" fmla="*/ 2709175 h 3925715"/>
                <a:gd name="connsiteX27" fmla="*/ 1005369 w 6601713"/>
                <a:gd name="connsiteY27" fmla="*/ 3260298 h 3925715"/>
                <a:gd name="connsiteX28" fmla="*/ 1056227 w 6601713"/>
                <a:gd name="connsiteY28" fmla="*/ 3240404 h 3925715"/>
                <a:gd name="connsiteX29" fmla="*/ 1113070 w 6601713"/>
                <a:gd name="connsiteY29" fmla="*/ 3270027 h 3925715"/>
                <a:gd name="connsiteX30" fmla="*/ 1125770 w 6601713"/>
                <a:gd name="connsiteY30" fmla="*/ 3324003 h 3925715"/>
                <a:gd name="connsiteX31" fmla="*/ 1137394 w 6601713"/>
                <a:gd name="connsiteY31" fmla="*/ 3339580 h 392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601713" h="3925715">
                  <a:moveTo>
                    <a:pt x="2125585" y="3925715"/>
                  </a:moveTo>
                  <a:lnTo>
                    <a:pt x="6601713" y="3925715"/>
                  </a:lnTo>
                  <a:lnTo>
                    <a:pt x="6601713" y="2699676"/>
                  </a:lnTo>
                  <a:lnTo>
                    <a:pt x="6601713" y="1596854"/>
                  </a:lnTo>
                  <a:lnTo>
                    <a:pt x="6601713" y="6706"/>
                  </a:lnTo>
                  <a:lnTo>
                    <a:pt x="2452112" y="0"/>
                  </a:lnTo>
                  <a:lnTo>
                    <a:pt x="1137394" y="779811"/>
                  </a:lnTo>
                  <a:lnTo>
                    <a:pt x="1132120" y="795388"/>
                  </a:lnTo>
                  <a:lnTo>
                    <a:pt x="1116245" y="843014"/>
                  </a:lnTo>
                  <a:lnTo>
                    <a:pt x="1068154" y="867060"/>
                  </a:lnTo>
                  <a:lnTo>
                    <a:pt x="1018869" y="851942"/>
                  </a:lnTo>
                  <a:lnTo>
                    <a:pt x="945719" y="892212"/>
                  </a:lnTo>
                  <a:lnTo>
                    <a:pt x="55811" y="1410216"/>
                  </a:lnTo>
                  <a:lnTo>
                    <a:pt x="43096" y="1417558"/>
                  </a:lnTo>
                  <a:lnTo>
                    <a:pt x="43096" y="1477378"/>
                  </a:lnTo>
                  <a:lnTo>
                    <a:pt x="3381" y="1501998"/>
                  </a:lnTo>
                  <a:lnTo>
                    <a:pt x="3093" y="1596854"/>
                  </a:lnTo>
                  <a:lnTo>
                    <a:pt x="280" y="1596854"/>
                  </a:lnTo>
                  <a:lnTo>
                    <a:pt x="1687" y="2059615"/>
                  </a:lnTo>
                  <a:lnTo>
                    <a:pt x="0" y="2614443"/>
                  </a:lnTo>
                  <a:lnTo>
                    <a:pt x="3381" y="2617254"/>
                  </a:lnTo>
                  <a:lnTo>
                    <a:pt x="3381" y="2617393"/>
                  </a:lnTo>
                  <a:lnTo>
                    <a:pt x="4036" y="2617799"/>
                  </a:lnTo>
                  <a:lnTo>
                    <a:pt x="43096" y="2650279"/>
                  </a:lnTo>
                  <a:lnTo>
                    <a:pt x="43096" y="2699676"/>
                  </a:lnTo>
                  <a:lnTo>
                    <a:pt x="54013" y="2699676"/>
                  </a:lnTo>
                  <a:lnTo>
                    <a:pt x="55811" y="2709175"/>
                  </a:lnTo>
                  <a:lnTo>
                    <a:pt x="1005369" y="3260298"/>
                  </a:lnTo>
                  <a:lnTo>
                    <a:pt x="1056227" y="3240404"/>
                  </a:lnTo>
                  <a:lnTo>
                    <a:pt x="1113070" y="3270027"/>
                  </a:lnTo>
                  <a:lnTo>
                    <a:pt x="1125770" y="3324003"/>
                  </a:lnTo>
                  <a:lnTo>
                    <a:pt x="1137394" y="33395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9" name="Forme libre 58"/>
          <p:cNvSpPr/>
          <p:nvPr userDrawn="1"/>
        </p:nvSpPr>
        <p:spPr>
          <a:xfrm>
            <a:off x="4572311" y="3975100"/>
            <a:ext cx="7658558" cy="533401"/>
          </a:xfrm>
          <a:custGeom>
            <a:avLst/>
            <a:gdLst>
              <a:gd name="connsiteX0" fmla="*/ 627078 w 7658558"/>
              <a:gd name="connsiteY0" fmla="*/ 0 h 533401"/>
              <a:gd name="connsiteX1" fmla="*/ 7658558 w 7658558"/>
              <a:gd name="connsiteY1" fmla="*/ 0 h 533401"/>
              <a:gd name="connsiteX2" fmla="*/ 7653306 w 7658558"/>
              <a:gd name="connsiteY2" fmla="*/ 533401 h 533401"/>
              <a:gd name="connsiteX3" fmla="*/ 200692 w 7658558"/>
              <a:gd name="connsiteY3" fmla="*/ 533401 h 533401"/>
              <a:gd name="connsiteX4" fmla="*/ 0 w 7658558"/>
              <a:gd name="connsiteY4" fmla="*/ 417091 h 533401"/>
              <a:gd name="connsiteX5" fmla="*/ 1325 w 7658558"/>
              <a:gd name="connsiteY5" fmla="*/ 361935 h 533401"/>
              <a:gd name="connsiteX6" fmla="*/ 487401 w 7658558"/>
              <a:gd name="connsiteY6" fmla="*/ 80789 h 53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58558" h="533401">
                <a:moveTo>
                  <a:pt x="627078" y="0"/>
                </a:moveTo>
                <a:lnTo>
                  <a:pt x="7658558" y="0"/>
                </a:lnTo>
                <a:lnTo>
                  <a:pt x="7653306" y="533401"/>
                </a:lnTo>
                <a:lnTo>
                  <a:pt x="200692" y="533401"/>
                </a:lnTo>
                <a:lnTo>
                  <a:pt x="0" y="417091"/>
                </a:lnTo>
                <a:cubicBezTo>
                  <a:pt x="442" y="398706"/>
                  <a:pt x="883" y="380321"/>
                  <a:pt x="1325" y="361935"/>
                </a:cubicBezTo>
                <a:cubicBezTo>
                  <a:pt x="162821" y="266632"/>
                  <a:pt x="325111" y="173711"/>
                  <a:pt x="487401" y="80789"/>
                </a:cubicBezTo>
                <a:close/>
              </a:path>
            </a:pathLst>
          </a:custGeom>
          <a:solidFill>
            <a:srgbClr val="485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2" name="Forme libre 61"/>
          <p:cNvSpPr/>
          <p:nvPr userDrawn="1"/>
        </p:nvSpPr>
        <p:spPr>
          <a:xfrm>
            <a:off x="4773003" y="4508500"/>
            <a:ext cx="7452614" cy="259646"/>
          </a:xfrm>
          <a:custGeom>
            <a:avLst/>
            <a:gdLst>
              <a:gd name="connsiteX0" fmla="*/ 0 w 7452614"/>
              <a:gd name="connsiteY0" fmla="*/ 0 h 259646"/>
              <a:gd name="connsiteX1" fmla="*/ 7452614 w 7452614"/>
              <a:gd name="connsiteY1" fmla="*/ 0 h 259646"/>
              <a:gd name="connsiteX2" fmla="*/ 7450057 w 7452614"/>
              <a:gd name="connsiteY2" fmla="*/ 259646 h 259646"/>
              <a:gd name="connsiteX3" fmla="*/ 448017 w 7452614"/>
              <a:gd name="connsiteY3" fmla="*/ 259646 h 259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2614" h="259646">
                <a:moveTo>
                  <a:pt x="0" y="0"/>
                </a:moveTo>
                <a:lnTo>
                  <a:pt x="7452614" y="0"/>
                </a:lnTo>
                <a:lnTo>
                  <a:pt x="7450057" y="259646"/>
                </a:lnTo>
                <a:lnTo>
                  <a:pt x="448017" y="259646"/>
                </a:lnTo>
                <a:close/>
              </a:path>
            </a:pathLst>
          </a:custGeom>
          <a:solidFill>
            <a:srgbClr val="279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algn="ctr">
              <a:lnSpc>
                <a:spcPct val="100000"/>
              </a:lnSpc>
            </a:pPr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3" name="Espace réservé du texte 4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289215" y="3921605"/>
            <a:ext cx="5258180" cy="536527"/>
          </a:xfrm>
          <a:prstGeom prst="rect">
            <a:avLst/>
          </a:prstGeom>
          <a:ln w="50800">
            <a:noFill/>
          </a:ln>
        </p:spPr>
        <p:txBody>
          <a:bodyPr tIns="108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0" i="0" spc="300">
                <a:ln w="22225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54" name="Espace réservé du texte 4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96813" y="4507119"/>
            <a:ext cx="5258180" cy="236527"/>
          </a:xfrm>
          <a:prstGeom prst="rect">
            <a:avLst/>
          </a:prstGeom>
          <a:ln w="50800">
            <a:noFill/>
          </a:ln>
        </p:spPr>
        <p:txBody>
          <a:bodyPr tIns="36000" bIns="0" anchor="ctr" anchorCtr="0">
            <a:normAutofit/>
          </a:bodyPr>
          <a:lstStyle>
            <a:lvl1pPr marL="0" indent="0" algn="ctr">
              <a:lnSpc>
                <a:spcPts val="1400"/>
              </a:lnSpc>
              <a:buNone/>
              <a:defRPr sz="1400" b="1" i="0" spc="300">
                <a:ln w="22225">
                  <a:noFill/>
                </a:ln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DATE ENTITÉ</a:t>
            </a:r>
          </a:p>
        </p:txBody>
      </p:sp>
      <p:sp>
        <p:nvSpPr>
          <p:cNvPr id="55" name="Espace réservé du texte 4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728263" y="4768146"/>
            <a:ext cx="6234546" cy="267643"/>
          </a:xfrm>
          <a:prstGeom prst="rect">
            <a:avLst/>
          </a:prstGeom>
          <a:ln w="50800">
            <a:noFill/>
          </a:ln>
        </p:spPr>
        <p:txBody>
          <a:bodyPr tIns="36000" bIns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 i="0" spc="30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Informations</a:t>
            </a:r>
          </a:p>
        </p:txBody>
      </p:sp>
      <p:sp>
        <p:nvSpPr>
          <p:cNvPr id="60" name="Forme libre 59"/>
          <p:cNvSpPr>
            <a:spLocks noChangeArrowheads="1"/>
          </p:cNvSpPr>
          <p:nvPr userDrawn="1"/>
        </p:nvSpPr>
        <p:spPr bwMode="auto">
          <a:xfrm>
            <a:off x="8935014" y="5244050"/>
            <a:ext cx="199593" cy="200828"/>
          </a:xfrm>
          <a:custGeom>
            <a:avLst/>
            <a:gdLst>
              <a:gd name="connsiteX0" fmla="*/ 414579 w 769578"/>
              <a:gd name="connsiteY0" fmla="*/ 348464 h 774340"/>
              <a:gd name="connsiteX1" fmla="*/ 414579 w 769578"/>
              <a:gd name="connsiteY1" fmla="*/ 349445 h 774340"/>
              <a:gd name="connsiteX2" fmla="*/ 413858 w 769578"/>
              <a:gd name="connsiteY2" fmla="*/ 349445 h 774340"/>
              <a:gd name="connsiteX3" fmla="*/ 118003 w 769578"/>
              <a:gd name="connsiteY3" fmla="*/ 298488 h 774340"/>
              <a:gd name="connsiteX4" fmla="*/ 118003 w 769578"/>
              <a:gd name="connsiteY4" fmla="*/ 647340 h 774340"/>
              <a:gd name="connsiteX5" fmla="*/ 234924 w 769578"/>
              <a:gd name="connsiteY5" fmla="*/ 647340 h 774340"/>
              <a:gd name="connsiteX6" fmla="*/ 234924 w 769578"/>
              <a:gd name="connsiteY6" fmla="*/ 298488 h 774340"/>
              <a:gd name="connsiteX7" fmla="*/ 519889 w 769578"/>
              <a:gd name="connsiteY7" fmla="*/ 290513 h 774340"/>
              <a:gd name="connsiteX8" fmla="*/ 428092 w 769578"/>
              <a:gd name="connsiteY8" fmla="*/ 330080 h 774340"/>
              <a:gd name="connsiteX9" fmla="*/ 414579 w 769578"/>
              <a:gd name="connsiteY9" fmla="*/ 348464 h 774340"/>
              <a:gd name="connsiteX10" fmla="*/ 414579 w 769578"/>
              <a:gd name="connsiteY10" fmla="*/ 298778 h 774340"/>
              <a:gd name="connsiteX11" fmla="*/ 298450 w 769578"/>
              <a:gd name="connsiteY11" fmla="*/ 298778 h 774340"/>
              <a:gd name="connsiteX12" fmla="*/ 298450 w 769578"/>
              <a:gd name="connsiteY12" fmla="*/ 647341 h 774340"/>
              <a:gd name="connsiteX13" fmla="*/ 414579 w 769578"/>
              <a:gd name="connsiteY13" fmla="*/ 647341 h 774340"/>
              <a:gd name="connsiteX14" fmla="*/ 414579 w 769578"/>
              <a:gd name="connsiteY14" fmla="*/ 452577 h 774340"/>
              <a:gd name="connsiteX15" fmla="*/ 418546 w 769578"/>
              <a:gd name="connsiteY15" fmla="*/ 424189 h 774340"/>
              <a:gd name="connsiteX16" fmla="*/ 478414 w 769578"/>
              <a:gd name="connsiteY16" fmla="*/ 382146 h 774340"/>
              <a:gd name="connsiteX17" fmla="*/ 537200 w 769578"/>
              <a:gd name="connsiteY17" fmla="*/ 460842 h 774340"/>
              <a:gd name="connsiteX18" fmla="*/ 537200 w 769578"/>
              <a:gd name="connsiteY18" fmla="*/ 647341 h 774340"/>
              <a:gd name="connsiteX19" fmla="*/ 653689 w 769578"/>
              <a:gd name="connsiteY19" fmla="*/ 647341 h 774340"/>
              <a:gd name="connsiteX20" fmla="*/ 653689 w 769578"/>
              <a:gd name="connsiteY20" fmla="*/ 447187 h 774340"/>
              <a:gd name="connsiteX21" fmla="*/ 519889 w 769578"/>
              <a:gd name="connsiteY21" fmla="*/ 290513 h 774340"/>
              <a:gd name="connsiteX22" fmla="*/ 177369 w 769578"/>
              <a:gd name="connsiteY22" fmla="*/ 130175 h 774340"/>
              <a:gd name="connsiteX23" fmla="*/ 111125 w 769578"/>
              <a:gd name="connsiteY23" fmla="*/ 190235 h 774340"/>
              <a:gd name="connsiteX24" fmla="*/ 175559 w 769578"/>
              <a:gd name="connsiteY24" fmla="*/ 250655 h 774340"/>
              <a:gd name="connsiteX25" fmla="*/ 176283 w 769578"/>
              <a:gd name="connsiteY25" fmla="*/ 250655 h 774340"/>
              <a:gd name="connsiteX26" fmla="*/ 242526 w 769578"/>
              <a:gd name="connsiteY26" fmla="*/ 190235 h 774340"/>
              <a:gd name="connsiteX27" fmla="*/ 177369 w 769578"/>
              <a:gd name="connsiteY27" fmla="*/ 130175 h 774340"/>
              <a:gd name="connsiteX28" fmla="*/ 56873 w 769578"/>
              <a:gd name="connsiteY28" fmla="*/ 0 h 774340"/>
              <a:gd name="connsiteX29" fmla="*/ 712706 w 769578"/>
              <a:gd name="connsiteY29" fmla="*/ 0 h 774340"/>
              <a:gd name="connsiteX30" fmla="*/ 769578 w 769578"/>
              <a:gd name="connsiteY30" fmla="*/ 55799 h 774340"/>
              <a:gd name="connsiteX31" fmla="*/ 769578 w 769578"/>
              <a:gd name="connsiteY31" fmla="*/ 718542 h 774340"/>
              <a:gd name="connsiteX32" fmla="*/ 712706 w 769578"/>
              <a:gd name="connsiteY32" fmla="*/ 774340 h 774340"/>
              <a:gd name="connsiteX33" fmla="*/ 56873 w 769578"/>
              <a:gd name="connsiteY33" fmla="*/ 774340 h 774340"/>
              <a:gd name="connsiteX34" fmla="*/ 0 w 769578"/>
              <a:gd name="connsiteY34" fmla="*/ 718542 h 774340"/>
              <a:gd name="connsiteX35" fmla="*/ 0 w 769578"/>
              <a:gd name="connsiteY35" fmla="*/ 55799 h 774340"/>
              <a:gd name="connsiteX36" fmla="*/ 56873 w 769578"/>
              <a:gd name="connsiteY36" fmla="*/ 0 h 774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69578" h="774340">
                <a:moveTo>
                  <a:pt x="414579" y="348464"/>
                </a:moveTo>
                <a:lnTo>
                  <a:pt x="414579" y="349445"/>
                </a:lnTo>
                <a:lnTo>
                  <a:pt x="413858" y="349445"/>
                </a:lnTo>
                <a:close/>
                <a:moveTo>
                  <a:pt x="118003" y="298488"/>
                </a:moveTo>
                <a:lnTo>
                  <a:pt x="118003" y="647340"/>
                </a:lnTo>
                <a:lnTo>
                  <a:pt x="234924" y="647340"/>
                </a:lnTo>
                <a:lnTo>
                  <a:pt x="234924" y="298488"/>
                </a:lnTo>
                <a:close/>
                <a:moveTo>
                  <a:pt x="519889" y="290513"/>
                </a:moveTo>
                <a:cubicBezTo>
                  <a:pt x="472554" y="290513"/>
                  <a:pt x="445302" y="310120"/>
                  <a:pt x="428092" y="330080"/>
                </a:cubicBezTo>
                <a:lnTo>
                  <a:pt x="414579" y="348464"/>
                </a:lnTo>
                <a:lnTo>
                  <a:pt x="414579" y="298778"/>
                </a:lnTo>
                <a:lnTo>
                  <a:pt x="298450" y="298778"/>
                </a:lnTo>
                <a:cubicBezTo>
                  <a:pt x="299893" y="331478"/>
                  <a:pt x="298450" y="647341"/>
                  <a:pt x="298450" y="647341"/>
                </a:cubicBezTo>
                <a:lnTo>
                  <a:pt x="414579" y="647341"/>
                </a:lnTo>
                <a:lnTo>
                  <a:pt x="414579" y="452577"/>
                </a:lnTo>
                <a:cubicBezTo>
                  <a:pt x="414579" y="442156"/>
                  <a:pt x="415661" y="431735"/>
                  <a:pt x="418546" y="424189"/>
                </a:cubicBezTo>
                <a:cubicBezTo>
                  <a:pt x="426841" y="403347"/>
                  <a:pt x="446316" y="382146"/>
                  <a:pt x="478414" y="382146"/>
                </a:cubicBezTo>
                <a:cubicBezTo>
                  <a:pt x="520610" y="382146"/>
                  <a:pt x="537200" y="413768"/>
                  <a:pt x="537200" y="460842"/>
                </a:cubicBezTo>
                <a:lnTo>
                  <a:pt x="537200" y="647341"/>
                </a:lnTo>
                <a:lnTo>
                  <a:pt x="653689" y="647341"/>
                </a:lnTo>
                <a:lnTo>
                  <a:pt x="653689" y="447187"/>
                </a:lnTo>
                <a:cubicBezTo>
                  <a:pt x="653689" y="340462"/>
                  <a:pt x="596346" y="290513"/>
                  <a:pt x="519889" y="290513"/>
                </a:cubicBezTo>
                <a:close/>
                <a:moveTo>
                  <a:pt x="177369" y="130175"/>
                </a:moveTo>
                <a:cubicBezTo>
                  <a:pt x="137188" y="130175"/>
                  <a:pt x="111125" y="156069"/>
                  <a:pt x="111125" y="190235"/>
                </a:cubicBezTo>
                <a:cubicBezTo>
                  <a:pt x="111125" y="224042"/>
                  <a:pt x="136464" y="250655"/>
                  <a:pt x="175559" y="250655"/>
                </a:cubicBezTo>
                <a:lnTo>
                  <a:pt x="176283" y="250655"/>
                </a:lnTo>
                <a:cubicBezTo>
                  <a:pt x="217187" y="250655"/>
                  <a:pt x="242526" y="224042"/>
                  <a:pt x="242526" y="190235"/>
                </a:cubicBezTo>
                <a:cubicBezTo>
                  <a:pt x="241802" y="156069"/>
                  <a:pt x="217187" y="130175"/>
                  <a:pt x="177369" y="130175"/>
                </a:cubicBezTo>
                <a:close/>
                <a:moveTo>
                  <a:pt x="56873" y="0"/>
                </a:moveTo>
                <a:lnTo>
                  <a:pt x="712706" y="0"/>
                </a:lnTo>
                <a:cubicBezTo>
                  <a:pt x="744022" y="0"/>
                  <a:pt x="769578" y="24839"/>
                  <a:pt x="769578" y="55799"/>
                </a:cubicBezTo>
                <a:lnTo>
                  <a:pt x="769578" y="718542"/>
                </a:lnTo>
                <a:cubicBezTo>
                  <a:pt x="769578" y="749501"/>
                  <a:pt x="744022" y="774340"/>
                  <a:pt x="712706" y="774340"/>
                </a:cubicBezTo>
                <a:lnTo>
                  <a:pt x="56873" y="774340"/>
                </a:lnTo>
                <a:cubicBezTo>
                  <a:pt x="25197" y="774340"/>
                  <a:pt x="0" y="749501"/>
                  <a:pt x="0" y="718542"/>
                </a:cubicBezTo>
                <a:lnTo>
                  <a:pt x="0" y="55799"/>
                </a:lnTo>
                <a:cubicBezTo>
                  <a:pt x="0" y="24839"/>
                  <a:pt x="25197" y="0"/>
                  <a:pt x="568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fr-FR"/>
          </a:p>
        </p:txBody>
      </p:sp>
      <p:sp>
        <p:nvSpPr>
          <p:cNvPr id="61" name="Freeform 16"/>
          <p:cNvSpPr>
            <a:spLocks noChangeArrowheads="1"/>
          </p:cNvSpPr>
          <p:nvPr userDrawn="1"/>
        </p:nvSpPr>
        <p:spPr bwMode="auto">
          <a:xfrm>
            <a:off x="8600113" y="5237159"/>
            <a:ext cx="239257" cy="194467"/>
          </a:xfrm>
          <a:custGeom>
            <a:avLst/>
            <a:gdLst>
              <a:gd name="T0" fmla="*/ 7553 w 8410"/>
              <a:gd name="T1" fmla="*/ 1926 h 6835"/>
              <a:gd name="T2" fmla="*/ 7548 w 8410"/>
              <a:gd name="T3" fmla="*/ 1703 h 6835"/>
              <a:gd name="T4" fmla="*/ 8409 w 8410"/>
              <a:gd name="T5" fmla="*/ 809 h 6835"/>
              <a:gd name="T6" fmla="*/ 7418 w 8410"/>
              <a:gd name="T7" fmla="*/ 1081 h 6835"/>
              <a:gd name="T8" fmla="*/ 8177 w 8410"/>
              <a:gd name="T9" fmla="*/ 127 h 6835"/>
              <a:gd name="T10" fmla="*/ 7081 w 8410"/>
              <a:gd name="T11" fmla="*/ 545 h 6835"/>
              <a:gd name="T12" fmla="*/ 5822 w 8410"/>
              <a:gd name="T13" fmla="*/ 0 h 6835"/>
              <a:gd name="T14" fmla="*/ 4097 w 8410"/>
              <a:gd name="T15" fmla="*/ 1725 h 6835"/>
              <a:gd name="T16" fmla="*/ 4142 w 8410"/>
              <a:gd name="T17" fmla="*/ 2119 h 6835"/>
              <a:gd name="T18" fmla="*/ 586 w 8410"/>
              <a:gd name="T19" fmla="*/ 316 h 6835"/>
              <a:gd name="T20" fmla="*/ 352 w 8410"/>
              <a:gd name="T21" fmla="*/ 1183 h 6835"/>
              <a:gd name="T22" fmla="*/ 1120 w 8410"/>
              <a:gd name="T23" fmla="*/ 2620 h 6835"/>
              <a:gd name="T24" fmla="*/ 338 w 8410"/>
              <a:gd name="T25" fmla="*/ 2404 h 6835"/>
              <a:gd name="T26" fmla="*/ 338 w 8410"/>
              <a:gd name="T27" fmla="*/ 2426 h 6835"/>
              <a:gd name="T28" fmla="*/ 1722 w 8410"/>
              <a:gd name="T29" fmla="*/ 4116 h 6835"/>
              <a:gd name="T30" fmla="*/ 1267 w 8410"/>
              <a:gd name="T31" fmla="*/ 4177 h 6835"/>
              <a:gd name="T32" fmla="*/ 943 w 8410"/>
              <a:gd name="T33" fmla="*/ 4146 h 6835"/>
              <a:gd name="T34" fmla="*/ 2555 w 8410"/>
              <a:gd name="T35" fmla="*/ 5344 h 6835"/>
              <a:gd name="T36" fmla="*/ 412 w 8410"/>
              <a:gd name="T37" fmla="*/ 6083 h 6835"/>
              <a:gd name="T38" fmla="*/ 0 w 8410"/>
              <a:gd name="T39" fmla="*/ 6059 h 6835"/>
              <a:gd name="T40" fmla="*/ 2645 w 8410"/>
              <a:gd name="T41" fmla="*/ 6834 h 6835"/>
              <a:gd name="T42" fmla="*/ 7553 w 8410"/>
              <a:gd name="T43" fmla="*/ 1926 h 68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410" h="6835">
                <a:moveTo>
                  <a:pt x="7553" y="1926"/>
                </a:moveTo>
                <a:cubicBezTo>
                  <a:pt x="7553" y="1851"/>
                  <a:pt x="7551" y="1777"/>
                  <a:pt x="7548" y="1703"/>
                </a:cubicBezTo>
                <a:cubicBezTo>
                  <a:pt x="7885" y="1459"/>
                  <a:pt x="8178" y="1155"/>
                  <a:pt x="8409" y="809"/>
                </a:cubicBezTo>
                <a:cubicBezTo>
                  <a:pt x="8100" y="947"/>
                  <a:pt x="7767" y="1039"/>
                  <a:pt x="7418" y="1081"/>
                </a:cubicBezTo>
                <a:cubicBezTo>
                  <a:pt x="7774" y="867"/>
                  <a:pt x="8048" y="529"/>
                  <a:pt x="8177" y="127"/>
                </a:cubicBezTo>
                <a:cubicBezTo>
                  <a:pt x="7843" y="324"/>
                  <a:pt x="7474" y="468"/>
                  <a:pt x="7081" y="545"/>
                </a:cubicBezTo>
                <a:cubicBezTo>
                  <a:pt x="6766" y="210"/>
                  <a:pt x="6318" y="0"/>
                  <a:pt x="5822" y="0"/>
                </a:cubicBezTo>
                <a:cubicBezTo>
                  <a:pt x="4869" y="0"/>
                  <a:pt x="4097" y="773"/>
                  <a:pt x="4097" y="1725"/>
                </a:cubicBezTo>
                <a:cubicBezTo>
                  <a:pt x="4097" y="1861"/>
                  <a:pt x="4112" y="1993"/>
                  <a:pt x="4142" y="2119"/>
                </a:cubicBezTo>
                <a:cubicBezTo>
                  <a:pt x="2708" y="2047"/>
                  <a:pt x="1436" y="1360"/>
                  <a:pt x="586" y="316"/>
                </a:cubicBezTo>
                <a:cubicBezTo>
                  <a:pt x="437" y="571"/>
                  <a:pt x="352" y="867"/>
                  <a:pt x="352" y="1183"/>
                </a:cubicBezTo>
                <a:cubicBezTo>
                  <a:pt x="352" y="1782"/>
                  <a:pt x="657" y="2310"/>
                  <a:pt x="1120" y="2620"/>
                </a:cubicBezTo>
                <a:cubicBezTo>
                  <a:pt x="837" y="2611"/>
                  <a:pt x="571" y="2533"/>
                  <a:pt x="338" y="2404"/>
                </a:cubicBezTo>
                <a:cubicBezTo>
                  <a:pt x="338" y="2411"/>
                  <a:pt x="338" y="2418"/>
                  <a:pt x="338" y="2426"/>
                </a:cubicBezTo>
                <a:cubicBezTo>
                  <a:pt x="338" y="3261"/>
                  <a:pt x="933" y="3958"/>
                  <a:pt x="1722" y="4116"/>
                </a:cubicBezTo>
                <a:cubicBezTo>
                  <a:pt x="1577" y="4156"/>
                  <a:pt x="1425" y="4177"/>
                  <a:pt x="1267" y="4177"/>
                </a:cubicBezTo>
                <a:cubicBezTo>
                  <a:pt x="1156" y="4177"/>
                  <a:pt x="1048" y="4166"/>
                  <a:pt x="943" y="4146"/>
                </a:cubicBezTo>
                <a:cubicBezTo>
                  <a:pt x="1163" y="4831"/>
                  <a:pt x="1800" y="5330"/>
                  <a:pt x="2555" y="5344"/>
                </a:cubicBezTo>
                <a:cubicBezTo>
                  <a:pt x="1964" y="5807"/>
                  <a:pt x="1220" y="6083"/>
                  <a:pt x="412" y="6083"/>
                </a:cubicBezTo>
                <a:cubicBezTo>
                  <a:pt x="273" y="6083"/>
                  <a:pt x="135" y="6075"/>
                  <a:pt x="0" y="6059"/>
                </a:cubicBezTo>
                <a:cubicBezTo>
                  <a:pt x="764" y="6548"/>
                  <a:pt x="1671" y="6834"/>
                  <a:pt x="2645" y="6834"/>
                </a:cubicBezTo>
                <a:cubicBezTo>
                  <a:pt x="5818" y="6834"/>
                  <a:pt x="7553" y="4205"/>
                  <a:pt x="7553" y="192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9813" y="208831"/>
            <a:ext cx="6507493" cy="324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0689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Espace réservé du texte 49"/>
          <p:cNvSpPr>
            <a:spLocks noGrp="1"/>
          </p:cNvSpPr>
          <p:nvPr>
            <p:ph type="body" sz="quarter" idx="10" hasCustomPrompt="1"/>
          </p:nvPr>
        </p:nvSpPr>
        <p:spPr>
          <a:xfrm>
            <a:off x="2220213" y="171436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C7D124"/>
          </a:solidFill>
          <a:ln w="25400">
            <a:noFill/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51" name="Espace réservé du texte 50"/>
          <p:cNvSpPr>
            <a:spLocks noGrp="1"/>
          </p:cNvSpPr>
          <p:nvPr>
            <p:ph type="body" sz="quarter" idx="11" hasCustomPrompt="1"/>
          </p:nvPr>
        </p:nvSpPr>
        <p:spPr>
          <a:xfrm>
            <a:off x="2220213" y="2574080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52" name="Espace réservé du texte 51"/>
          <p:cNvSpPr>
            <a:spLocks noGrp="1"/>
          </p:cNvSpPr>
          <p:nvPr>
            <p:ph type="body" sz="quarter" idx="12" hasCustomPrompt="1"/>
          </p:nvPr>
        </p:nvSpPr>
        <p:spPr>
          <a:xfrm>
            <a:off x="2220213" y="3465647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FFC101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53" name="Espace réservé du texte 52"/>
          <p:cNvSpPr>
            <a:spLocks noGrp="1"/>
          </p:cNvSpPr>
          <p:nvPr>
            <p:ph type="body" sz="quarter" idx="13" hasCustomPrompt="1"/>
          </p:nvPr>
        </p:nvSpPr>
        <p:spPr>
          <a:xfrm>
            <a:off x="2220213" y="4346478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E62773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4</a:t>
            </a:r>
          </a:p>
        </p:txBody>
      </p:sp>
      <p:sp>
        <p:nvSpPr>
          <p:cNvPr id="47" name="Espace réservé du texte 42"/>
          <p:cNvSpPr>
            <a:spLocks noGrp="1"/>
          </p:cNvSpPr>
          <p:nvPr>
            <p:ph type="body" sz="quarter" idx="15" hasCustomPrompt="1"/>
          </p:nvPr>
        </p:nvSpPr>
        <p:spPr>
          <a:xfrm>
            <a:off x="2847612" y="1713986"/>
            <a:ext cx="7782288" cy="662067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8" name="Espace réservé du texte 42"/>
          <p:cNvSpPr>
            <a:spLocks noGrp="1"/>
          </p:cNvSpPr>
          <p:nvPr>
            <p:ph type="body" sz="quarter" idx="16" hasCustomPrompt="1"/>
          </p:nvPr>
        </p:nvSpPr>
        <p:spPr>
          <a:xfrm>
            <a:off x="2847612" y="2592772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4" name="Espace réservé du texte 42"/>
          <p:cNvSpPr>
            <a:spLocks noGrp="1"/>
          </p:cNvSpPr>
          <p:nvPr>
            <p:ph type="body" sz="quarter" idx="17" hasCustomPrompt="1"/>
          </p:nvPr>
        </p:nvSpPr>
        <p:spPr>
          <a:xfrm>
            <a:off x="2847612" y="3478695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7" name="Espace réservé du texte 42"/>
          <p:cNvSpPr>
            <a:spLocks noGrp="1"/>
          </p:cNvSpPr>
          <p:nvPr>
            <p:ph type="body" sz="quarter" idx="18" hasCustomPrompt="1"/>
          </p:nvPr>
        </p:nvSpPr>
        <p:spPr>
          <a:xfrm>
            <a:off x="2847612" y="4366310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5" name="Parallélogramme 4"/>
          <p:cNvSpPr/>
          <p:nvPr userDrawn="1"/>
        </p:nvSpPr>
        <p:spPr>
          <a:xfrm>
            <a:off x="-500069" y="436795"/>
            <a:ext cx="11104569" cy="449714"/>
          </a:xfrm>
          <a:prstGeom prst="parallelogram">
            <a:avLst>
              <a:gd name="adj" fmla="val 6415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0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noFill/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6" name="Espace réservé du texte 52"/>
          <p:cNvSpPr>
            <a:spLocks noGrp="1"/>
          </p:cNvSpPr>
          <p:nvPr>
            <p:ph type="body" sz="quarter" idx="62" hasCustomPrompt="1"/>
          </p:nvPr>
        </p:nvSpPr>
        <p:spPr>
          <a:xfrm>
            <a:off x="2220213" y="524195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rgbClr val="007857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5</a:t>
            </a:r>
          </a:p>
        </p:txBody>
      </p:sp>
      <p:sp>
        <p:nvSpPr>
          <p:cNvPr id="18" name="Espace réservé du texte 42"/>
          <p:cNvSpPr>
            <a:spLocks noGrp="1"/>
          </p:cNvSpPr>
          <p:nvPr>
            <p:ph type="body" sz="quarter" idx="64" hasCustomPrompt="1"/>
          </p:nvPr>
        </p:nvSpPr>
        <p:spPr>
          <a:xfrm>
            <a:off x="2847612" y="5261788"/>
            <a:ext cx="7782288" cy="625528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1" i="0" u="none" spc="150" baseline="0">
                <a:ln w="22225">
                  <a:noFill/>
                </a:ln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19" name="Titre 1"/>
          <p:cNvSpPr>
            <a:spLocks noGrp="1"/>
          </p:cNvSpPr>
          <p:nvPr>
            <p:ph type="title" hasCustomPrompt="1"/>
          </p:nvPr>
        </p:nvSpPr>
        <p:spPr>
          <a:xfrm>
            <a:off x="-1" y="480533"/>
            <a:ext cx="10365972" cy="359482"/>
          </a:xfrm>
          <a:prstGeom prst="rect">
            <a:avLst/>
          </a:prstGeom>
        </p:spPr>
        <p:txBody>
          <a:bodyPr lIns="1440000" tIns="0" rIns="288000" bIns="0">
            <a:noAutofit/>
          </a:bodyPr>
          <a:lstStyle>
            <a:lvl1pPr algn="l">
              <a:lnSpc>
                <a:spcPct val="100000"/>
              </a:lnSpc>
              <a:defRPr sz="2400" b="1" i="0" spc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69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914">
          <p15:clr>
            <a:srgbClr val="FBAE40"/>
          </p15:clr>
        </p15:guide>
        <p15:guide id="3" pos="746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que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arallélogramme 54"/>
          <p:cNvSpPr/>
          <p:nvPr userDrawn="1"/>
        </p:nvSpPr>
        <p:spPr>
          <a:xfrm>
            <a:off x="-500069" y="436795"/>
            <a:ext cx="11104569" cy="449714"/>
          </a:xfrm>
          <a:prstGeom prst="parallelogram">
            <a:avLst>
              <a:gd name="adj" fmla="val 6415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-1" y="480533"/>
            <a:ext cx="10365972" cy="359482"/>
          </a:xfrm>
          <a:prstGeom prst="rect">
            <a:avLst/>
          </a:prstGeom>
        </p:spPr>
        <p:txBody>
          <a:bodyPr lIns="1440000" tIns="0" rIns="288000" bIns="0">
            <a:noAutofit/>
          </a:bodyPr>
          <a:lstStyle>
            <a:lvl1pPr algn="l">
              <a:lnSpc>
                <a:spcPct val="100000"/>
              </a:lnSpc>
              <a:defRPr sz="2400" b="1" i="0" spc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50" name="Espace réservé du texte 49"/>
          <p:cNvSpPr>
            <a:spLocks noGrp="1"/>
          </p:cNvSpPr>
          <p:nvPr>
            <p:ph type="body" sz="quarter" idx="10" hasCustomPrompt="1"/>
          </p:nvPr>
        </p:nvSpPr>
        <p:spPr>
          <a:xfrm>
            <a:off x="2220213" y="2146295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1"/>
          </a:solidFill>
          <a:ln w="25400">
            <a:noFill/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51" name="Espace réservé du texte 50"/>
          <p:cNvSpPr>
            <a:spLocks noGrp="1"/>
          </p:cNvSpPr>
          <p:nvPr>
            <p:ph type="body" sz="quarter" idx="11" hasCustomPrompt="1"/>
          </p:nvPr>
        </p:nvSpPr>
        <p:spPr>
          <a:xfrm>
            <a:off x="2220213" y="4111066"/>
            <a:ext cx="571345" cy="659692"/>
          </a:xfrm>
          <a:custGeom>
            <a:avLst/>
            <a:gdLst>
              <a:gd name="connsiteX0" fmla="*/ 28333 w 571345"/>
              <a:gd name="connsiteY0" fmla="*/ 0 h 659692"/>
              <a:gd name="connsiteX1" fmla="*/ 571345 w 571345"/>
              <a:gd name="connsiteY1" fmla="*/ 313483 h 659692"/>
              <a:gd name="connsiteX2" fmla="*/ 571345 w 571345"/>
              <a:gd name="connsiteY2" fmla="*/ 346209 h 659692"/>
              <a:gd name="connsiteX3" fmla="*/ 28333 w 571345"/>
              <a:gd name="connsiteY3" fmla="*/ 659692 h 659692"/>
              <a:gd name="connsiteX4" fmla="*/ 0 w 571345"/>
              <a:gd name="connsiteY4" fmla="*/ 643407 h 659692"/>
              <a:gd name="connsiteX5" fmla="*/ 0 w 571345"/>
              <a:gd name="connsiteY5" fmla="*/ 16442 h 65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1345" h="659692">
                <a:moveTo>
                  <a:pt x="28333" y="0"/>
                </a:moveTo>
                <a:lnTo>
                  <a:pt x="571345" y="313483"/>
                </a:lnTo>
                <a:lnTo>
                  <a:pt x="571345" y="346209"/>
                </a:lnTo>
                <a:lnTo>
                  <a:pt x="28333" y="659692"/>
                </a:lnTo>
                <a:lnTo>
                  <a:pt x="0" y="643407"/>
                </a:lnTo>
                <a:lnTo>
                  <a:pt x="0" y="16442"/>
                </a:lnTo>
                <a:close/>
              </a:path>
            </a:pathLst>
          </a:custGeom>
          <a:solidFill>
            <a:schemeClr val="accent1"/>
          </a:solidFill>
          <a:ln w="25400">
            <a:solidFill>
              <a:schemeClr val="bg1"/>
            </a:solidFill>
          </a:ln>
        </p:spPr>
        <p:txBody>
          <a:bodyPr wrap="square" anchor="ctr" anchorCtr="0">
            <a:normAutofit/>
          </a:bodyPr>
          <a:lstStyle>
            <a:lvl1pPr marL="0" indent="0">
              <a:buFontTx/>
              <a:buNone/>
              <a:defRPr sz="20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 sz="1000"/>
            </a:lvl2pPr>
            <a:lvl3pPr marL="1122823" indent="0">
              <a:buFontTx/>
              <a:buNone/>
              <a:defRPr sz="1000"/>
            </a:lvl3pPr>
            <a:lvl4pPr marL="1684234" indent="0">
              <a:buFontTx/>
              <a:buNone/>
              <a:defRPr sz="1000"/>
            </a:lvl4pPr>
            <a:lvl5pPr marL="2245644" indent="0">
              <a:buFontTx/>
              <a:buNone/>
              <a:defRPr sz="1000"/>
            </a:lvl5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47" name="Espace réservé du texte 42"/>
          <p:cNvSpPr>
            <a:spLocks noGrp="1"/>
          </p:cNvSpPr>
          <p:nvPr>
            <p:ph type="body" sz="quarter" idx="15" hasCustomPrompt="1"/>
          </p:nvPr>
        </p:nvSpPr>
        <p:spPr>
          <a:xfrm>
            <a:off x="2847611" y="2145915"/>
            <a:ext cx="9009427" cy="678443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u="none" spc="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8" name="Espace réservé du texte 42"/>
          <p:cNvSpPr>
            <a:spLocks noGrp="1"/>
          </p:cNvSpPr>
          <p:nvPr>
            <p:ph type="body" sz="quarter" idx="16" hasCustomPrompt="1"/>
          </p:nvPr>
        </p:nvSpPr>
        <p:spPr>
          <a:xfrm>
            <a:off x="2847611" y="4129758"/>
            <a:ext cx="9009427" cy="641000"/>
          </a:xfrm>
          <a:prstGeom prst="rect">
            <a:avLst/>
          </a:prstGeom>
          <a:noFill/>
          <a:ln w="50800">
            <a:noFill/>
          </a:ln>
        </p:spPr>
        <p:txBody>
          <a:bodyPr lIns="144000" tIns="36000" bIns="0" anchor="ctr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2000" b="1" i="0" u="none" spc="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Cliquez et modifiez le sous-titre</a:t>
            </a:r>
          </a:p>
        </p:txBody>
      </p:sp>
      <p:sp>
        <p:nvSpPr>
          <p:cNvPr id="46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440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206728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914">
          <p15:clr>
            <a:srgbClr val="FBAE40"/>
          </p15:clr>
        </p15:guide>
        <p15:guide id="3" pos="746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1163637" y="1492371"/>
            <a:ext cx="10527619" cy="3624896"/>
          </a:xfrm>
          <a:prstGeom prst="rect">
            <a:avLst/>
          </a:prstGeom>
        </p:spPr>
        <p:txBody>
          <a:bodyPr l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D1E92122-62EB-9146-8781-296A2DBE3A5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05F4D403-7EEC-924C-A9A5-AD56701F4BAA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97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B-2Col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1163637" y="1492371"/>
            <a:ext cx="4798251" cy="3624896"/>
          </a:xfrm>
          <a:prstGeom prst="rect">
            <a:avLst/>
          </a:prstGeom>
        </p:spPr>
        <p:txBody>
          <a:bodyPr l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54872F5C-F3A6-1C4D-BB88-4BD98EBF721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448869" y="1536984"/>
            <a:ext cx="4798251" cy="3624896"/>
          </a:xfrm>
          <a:prstGeom prst="rect">
            <a:avLst/>
          </a:prstGeom>
        </p:spPr>
        <p:txBody>
          <a:bodyPr l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F55EBE2A-7652-2548-B9A8-BE6C1D55E086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1CB3AFFE-F014-BC49-A388-A5FB96E6E37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9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B_1bloc-2col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1163637" y="1492371"/>
            <a:ext cx="10438925" cy="3248044"/>
          </a:xfrm>
          <a:prstGeom prst="rect">
            <a:avLst/>
          </a:prstGeom>
        </p:spPr>
        <p:txBody>
          <a:bodyPr lIns="0" numCol="2" spcCol="36000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1"/>
            <a:endParaRPr lang="fr-FR"/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20" name="Espace réservé du texte 5">
            <a:extLst>
              <a:ext uri="{FF2B5EF4-FFF2-40B4-BE49-F238E27FC236}">
                <a16:creationId xmlns:a16="http://schemas.microsoft.com/office/drawing/2014/main" id="{2B4E335A-5738-2D4C-8A29-E80ED47BCCC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5">
            <a:extLst>
              <a:ext uri="{FF2B5EF4-FFF2-40B4-BE49-F238E27FC236}">
                <a16:creationId xmlns:a16="http://schemas.microsoft.com/office/drawing/2014/main" id="{80C14C4D-27C5-B447-8E35-43E3807ABD2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8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Espace réservé du texte 25"/>
          <p:cNvSpPr>
            <a:spLocks noGrp="1"/>
          </p:cNvSpPr>
          <p:nvPr>
            <p:ph type="body" sz="quarter" idx="30" hasCustomPrompt="1"/>
          </p:nvPr>
        </p:nvSpPr>
        <p:spPr>
          <a:xfrm>
            <a:off x="3057525" y="5428178"/>
            <a:ext cx="6629401" cy="787370"/>
          </a:xfrm>
          <a:prstGeom prst="parallelogram">
            <a:avLst>
              <a:gd name="adj" fmla="val 67249"/>
            </a:avLst>
          </a:prstGeom>
          <a:noFill/>
          <a:ln>
            <a:solidFill>
              <a:schemeClr val="accent1"/>
            </a:solidFill>
          </a:ln>
        </p:spPr>
        <p:txBody>
          <a:bodyPr lIns="72000" tIns="108000" rIns="0" anchor="ctr" anchorCtr="0">
            <a:normAutofit/>
          </a:bodyPr>
          <a:lstStyle>
            <a:lvl1pPr marL="0" indent="0" algn="ctr">
              <a:buFontTx/>
              <a:buNone/>
              <a:defRPr sz="1400" b="0" spc="0" baseline="0">
                <a:solidFill>
                  <a:schemeClr val="accent1"/>
                </a:solidFill>
              </a:defRPr>
            </a:lvl1pPr>
            <a:lvl2pPr>
              <a:defRPr sz="1400" b="1">
                <a:solidFill>
                  <a:schemeClr val="accent6"/>
                </a:solidFill>
              </a:defRPr>
            </a:lvl2pPr>
            <a:lvl3pPr>
              <a:defRPr sz="1400" b="1">
                <a:solidFill>
                  <a:schemeClr val="accent6"/>
                </a:solidFill>
              </a:defRPr>
            </a:lvl3pPr>
            <a:lvl4pPr>
              <a:defRPr sz="1400" b="1">
                <a:solidFill>
                  <a:schemeClr val="accent6"/>
                </a:solidFill>
              </a:defRPr>
            </a:lvl4pPr>
            <a:lvl5pPr>
              <a:defRPr sz="1400" b="1">
                <a:solidFill>
                  <a:schemeClr val="accent6"/>
                </a:solidFill>
              </a:defRPr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84" name="Espace réservé du texte 25"/>
          <p:cNvSpPr>
            <a:spLocks noGrp="1"/>
          </p:cNvSpPr>
          <p:nvPr>
            <p:ph type="body" sz="quarter" idx="29" hasCustomPrompt="1"/>
          </p:nvPr>
        </p:nvSpPr>
        <p:spPr>
          <a:xfrm>
            <a:off x="-614363" y="5219812"/>
            <a:ext cx="8071803" cy="342613"/>
          </a:xfrm>
          <a:prstGeom prst="parallelogram">
            <a:avLst>
              <a:gd name="adj" fmla="val 68472"/>
            </a:avLst>
          </a:prstGeom>
          <a:solidFill>
            <a:schemeClr val="accent1"/>
          </a:solidFill>
        </p:spPr>
        <p:txBody>
          <a:bodyPr anchor="ctr" anchorCtr="0">
            <a:normAutofit/>
          </a:bodyPr>
          <a:lstStyle>
            <a:lvl1pPr marL="0" indent="0" algn="r">
              <a:buFontTx/>
              <a:buNone/>
              <a:defRPr sz="1400" b="1" spc="100" baseline="0">
                <a:solidFill>
                  <a:schemeClr val="bg1"/>
                </a:solidFill>
              </a:defRPr>
            </a:lvl1pPr>
            <a:lvl2pPr>
              <a:defRPr sz="1400" b="1">
                <a:solidFill>
                  <a:schemeClr val="accent6"/>
                </a:solidFill>
              </a:defRPr>
            </a:lvl2pPr>
            <a:lvl3pPr>
              <a:defRPr sz="1400" b="1">
                <a:solidFill>
                  <a:schemeClr val="accent6"/>
                </a:solidFill>
              </a:defRPr>
            </a:lvl3pPr>
            <a:lvl4pPr>
              <a:defRPr sz="1400" b="1">
                <a:solidFill>
                  <a:schemeClr val="accent6"/>
                </a:solidFill>
              </a:defRPr>
            </a:lvl4pPr>
            <a:lvl5pPr>
              <a:defRPr sz="1400" b="1">
                <a:solidFill>
                  <a:schemeClr val="accent6"/>
                </a:solidFill>
              </a:defRPr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34" name="Espace réservé pour une image  33"/>
          <p:cNvSpPr>
            <a:spLocks noGrp="1"/>
          </p:cNvSpPr>
          <p:nvPr>
            <p:ph type="pic" sz="quarter" idx="25" hasCustomPrompt="1"/>
          </p:nvPr>
        </p:nvSpPr>
        <p:spPr>
          <a:xfrm>
            <a:off x="6773" y="1381392"/>
            <a:ext cx="4048774" cy="4686924"/>
          </a:xfrm>
          <a:custGeom>
            <a:avLst/>
            <a:gdLst>
              <a:gd name="connsiteX0" fmla="*/ 200775 w 4048774"/>
              <a:gd name="connsiteY0" fmla="*/ 0 h 4674812"/>
              <a:gd name="connsiteX1" fmla="*/ 4048774 w 4048774"/>
              <a:gd name="connsiteY1" fmla="*/ 2221451 h 4674812"/>
              <a:gd name="connsiteX2" fmla="*/ 4048774 w 4048774"/>
              <a:gd name="connsiteY2" fmla="*/ 2453361 h 4674812"/>
              <a:gd name="connsiteX3" fmla="*/ 200775 w 4048774"/>
              <a:gd name="connsiteY3" fmla="*/ 4674812 h 4674812"/>
              <a:gd name="connsiteX4" fmla="*/ 0 w 4048774"/>
              <a:gd name="connsiteY4" fmla="*/ 4559412 h 4674812"/>
              <a:gd name="connsiteX5" fmla="*/ 0 w 4048774"/>
              <a:gd name="connsiteY5" fmla="*/ 116510 h 4674812"/>
              <a:gd name="connsiteX0" fmla="*/ 200775 w 4048774"/>
              <a:gd name="connsiteY0" fmla="*/ 0 h 4674812"/>
              <a:gd name="connsiteX1" fmla="*/ 4042718 w 4048774"/>
              <a:gd name="connsiteY1" fmla="*/ 2154840 h 4674812"/>
              <a:gd name="connsiteX2" fmla="*/ 4048774 w 4048774"/>
              <a:gd name="connsiteY2" fmla="*/ 2453361 h 4674812"/>
              <a:gd name="connsiteX3" fmla="*/ 200775 w 4048774"/>
              <a:gd name="connsiteY3" fmla="*/ 4674812 h 4674812"/>
              <a:gd name="connsiteX4" fmla="*/ 0 w 4048774"/>
              <a:gd name="connsiteY4" fmla="*/ 4559412 h 4674812"/>
              <a:gd name="connsiteX5" fmla="*/ 0 w 4048774"/>
              <a:gd name="connsiteY5" fmla="*/ 116510 h 4674812"/>
              <a:gd name="connsiteX6" fmla="*/ 200775 w 4048774"/>
              <a:gd name="connsiteY6" fmla="*/ 0 h 4674812"/>
              <a:gd name="connsiteX0" fmla="*/ 200775 w 4048774"/>
              <a:gd name="connsiteY0" fmla="*/ 0 h 4674812"/>
              <a:gd name="connsiteX1" fmla="*/ 4042718 w 4048774"/>
              <a:gd name="connsiteY1" fmla="*/ 2154840 h 4674812"/>
              <a:gd name="connsiteX2" fmla="*/ 4048774 w 4048774"/>
              <a:gd name="connsiteY2" fmla="*/ 2574474 h 4674812"/>
              <a:gd name="connsiteX3" fmla="*/ 200775 w 4048774"/>
              <a:gd name="connsiteY3" fmla="*/ 4674812 h 4674812"/>
              <a:gd name="connsiteX4" fmla="*/ 0 w 4048774"/>
              <a:gd name="connsiteY4" fmla="*/ 4559412 h 4674812"/>
              <a:gd name="connsiteX5" fmla="*/ 0 w 4048774"/>
              <a:gd name="connsiteY5" fmla="*/ 116510 h 4674812"/>
              <a:gd name="connsiteX6" fmla="*/ 200775 w 4048774"/>
              <a:gd name="connsiteY6" fmla="*/ 0 h 4674812"/>
              <a:gd name="connsiteX0" fmla="*/ 200775 w 4048774"/>
              <a:gd name="connsiteY0" fmla="*/ 0 h 4699035"/>
              <a:gd name="connsiteX1" fmla="*/ 4042718 w 4048774"/>
              <a:gd name="connsiteY1" fmla="*/ 2154840 h 4699035"/>
              <a:gd name="connsiteX2" fmla="*/ 4048774 w 4048774"/>
              <a:gd name="connsiteY2" fmla="*/ 2574474 h 4699035"/>
              <a:gd name="connsiteX3" fmla="*/ 206831 w 4048774"/>
              <a:gd name="connsiteY3" fmla="*/ 4699035 h 4699035"/>
              <a:gd name="connsiteX4" fmla="*/ 0 w 4048774"/>
              <a:gd name="connsiteY4" fmla="*/ 4559412 h 4699035"/>
              <a:gd name="connsiteX5" fmla="*/ 0 w 4048774"/>
              <a:gd name="connsiteY5" fmla="*/ 116510 h 4699035"/>
              <a:gd name="connsiteX6" fmla="*/ 200775 w 4048774"/>
              <a:gd name="connsiteY6" fmla="*/ 0 h 4699035"/>
              <a:gd name="connsiteX0" fmla="*/ 170497 w 4048774"/>
              <a:gd name="connsiteY0" fmla="*/ 0 h 4686924"/>
              <a:gd name="connsiteX1" fmla="*/ 4042718 w 4048774"/>
              <a:gd name="connsiteY1" fmla="*/ 2142729 h 4686924"/>
              <a:gd name="connsiteX2" fmla="*/ 4048774 w 4048774"/>
              <a:gd name="connsiteY2" fmla="*/ 2562363 h 4686924"/>
              <a:gd name="connsiteX3" fmla="*/ 206831 w 4048774"/>
              <a:gd name="connsiteY3" fmla="*/ 4686924 h 4686924"/>
              <a:gd name="connsiteX4" fmla="*/ 0 w 4048774"/>
              <a:gd name="connsiteY4" fmla="*/ 4547301 h 4686924"/>
              <a:gd name="connsiteX5" fmla="*/ 0 w 4048774"/>
              <a:gd name="connsiteY5" fmla="*/ 104399 h 4686924"/>
              <a:gd name="connsiteX6" fmla="*/ 170497 w 4048774"/>
              <a:gd name="connsiteY6" fmla="*/ 0 h 4686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48774" h="4686924">
                <a:moveTo>
                  <a:pt x="170497" y="0"/>
                </a:moveTo>
                <a:lnTo>
                  <a:pt x="4042718" y="2142729"/>
                </a:lnTo>
                <a:cubicBezTo>
                  <a:pt x="4044737" y="2282607"/>
                  <a:pt x="4046755" y="2422485"/>
                  <a:pt x="4048774" y="2562363"/>
                </a:cubicBezTo>
                <a:lnTo>
                  <a:pt x="206831" y="4686924"/>
                </a:lnTo>
                <a:lnTo>
                  <a:pt x="0" y="4547301"/>
                </a:lnTo>
                <a:lnTo>
                  <a:pt x="0" y="104399"/>
                </a:lnTo>
                <a:lnTo>
                  <a:pt x="170497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200"/>
            </a:lvl1pPr>
          </a:lstStyle>
          <a:p>
            <a:r>
              <a:rPr lang="fr-FR"/>
              <a:t>Photo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 anchor="t" anchorCtr="0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2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43" name="Espace réservé du texte 4"/>
          <p:cNvSpPr>
            <a:spLocks noGrp="1"/>
          </p:cNvSpPr>
          <p:nvPr>
            <p:ph type="body" sz="quarter" idx="64" hasCustomPrompt="1"/>
          </p:nvPr>
        </p:nvSpPr>
        <p:spPr>
          <a:xfrm>
            <a:off x="5486615" y="2484437"/>
            <a:ext cx="6041356" cy="1090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lIns="108000" tIns="144000" bIns="144000">
            <a:normAutofit/>
          </a:bodyPr>
          <a:lstStyle>
            <a:lvl1pPr marL="68400" indent="0" algn="l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44" name="Espace réservé du texte 4"/>
          <p:cNvSpPr>
            <a:spLocks noGrp="1"/>
          </p:cNvSpPr>
          <p:nvPr>
            <p:ph type="body" sz="quarter" idx="65" hasCustomPrompt="1"/>
          </p:nvPr>
        </p:nvSpPr>
        <p:spPr>
          <a:xfrm>
            <a:off x="4295298" y="2484437"/>
            <a:ext cx="1191316" cy="1090064"/>
          </a:xfrm>
          <a:prstGeom prst="rect">
            <a:avLst/>
          </a:prstGeom>
          <a:solidFill>
            <a:schemeClr val="accent2"/>
          </a:solidFill>
        </p:spPr>
        <p:txBody>
          <a:bodyPr lIns="108000" tIns="72000" rIns="108000" bIns="72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600" b="1" i="0" spc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 </a:t>
            </a:r>
          </a:p>
        </p:txBody>
      </p:sp>
      <p:sp>
        <p:nvSpPr>
          <p:cNvPr id="46" name="Espace réservé du texte 4"/>
          <p:cNvSpPr>
            <a:spLocks noGrp="1"/>
          </p:cNvSpPr>
          <p:nvPr>
            <p:ph type="body" sz="quarter" idx="66" hasCustomPrompt="1"/>
          </p:nvPr>
        </p:nvSpPr>
        <p:spPr>
          <a:xfrm>
            <a:off x="4295297" y="1584045"/>
            <a:ext cx="7232674" cy="659337"/>
          </a:xfrm>
          <a:prstGeom prst="rect">
            <a:avLst/>
          </a:prstGeom>
          <a:noFill/>
          <a:ln w="12700">
            <a:noFill/>
          </a:ln>
        </p:spPr>
        <p:txBody>
          <a:bodyPr lIns="108000" tIns="144000" bIns="144000">
            <a:normAutofit/>
          </a:bodyPr>
          <a:lstStyle>
            <a:lvl1pPr marL="68400" indent="0" algn="l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rgbClr val="9C333C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47" name="Espace réservé du texte 4"/>
          <p:cNvSpPr>
            <a:spLocks noGrp="1"/>
          </p:cNvSpPr>
          <p:nvPr>
            <p:ph type="body" sz="quarter" idx="67" hasCustomPrompt="1"/>
          </p:nvPr>
        </p:nvSpPr>
        <p:spPr>
          <a:xfrm>
            <a:off x="5486615" y="3856035"/>
            <a:ext cx="6041356" cy="109006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lIns="108000" tIns="144000" bIns="144000">
            <a:normAutofit/>
          </a:bodyPr>
          <a:lstStyle>
            <a:lvl1pPr marL="68400" indent="0" algn="l">
              <a:lnSpc>
                <a:spcPct val="100000"/>
              </a:lnSpc>
              <a:spcBef>
                <a:spcPts val="300"/>
              </a:spcBef>
              <a:buClr>
                <a:srgbClr val="007857"/>
              </a:buClr>
              <a:buSzPct val="140000"/>
              <a:buFontTx/>
              <a:buNone/>
              <a:defRPr sz="1800" b="1" i="0" spc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0"/>
            <a:endParaRPr lang="fr-FR"/>
          </a:p>
        </p:txBody>
      </p:sp>
      <p:sp>
        <p:nvSpPr>
          <p:cNvPr id="82" name="Espace réservé du texte 4"/>
          <p:cNvSpPr>
            <a:spLocks noGrp="1"/>
          </p:cNvSpPr>
          <p:nvPr>
            <p:ph type="body" sz="quarter" idx="68" hasCustomPrompt="1"/>
          </p:nvPr>
        </p:nvSpPr>
        <p:spPr>
          <a:xfrm>
            <a:off x="4295298" y="3856035"/>
            <a:ext cx="1191316" cy="1090064"/>
          </a:xfrm>
          <a:prstGeom prst="rect">
            <a:avLst/>
          </a:prstGeom>
          <a:solidFill>
            <a:schemeClr val="accent4"/>
          </a:solidFill>
        </p:spPr>
        <p:txBody>
          <a:bodyPr lIns="108000" tIns="72000" rIns="108000" bIns="72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800"/>
              </a:spcBef>
              <a:buClr>
                <a:srgbClr val="FFC301"/>
              </a:buClr>
              <a:buSzPct val="140000"/>
              <a:buFontTx/>
              <a:buNone/>
              <a:defRPr sz="1600" b="1" i="0" spc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561412" indent="0">
              <a:buFontTx/>
              <a:buNone/>
              <a:defRPr/>
            </a:lvl2pPr>
            <a:lvl3pPr marL="1122823" indent="0">
              <a:buFontTx/>
              <a:buNone/>
              <a:defRPr/>
            </a:lvl3pPr>
            <a:lvl4pPr marL="1684234" indent="0">
              <a:buFontTx/>
              <a:buNone/>
              <a:defRPr/>
            </a:lvl4pPr>
            <a:lvl5pPr marL="2245644" indent="0">
              <a:buFontTx/>
              <a:buNone/>
              <a:defRPr/>
            </a:lvl5pPr>
          </a:lstStyle>
          <a:p>
            <a:pPr lvl="0"/>
            <a:r>
              <a:rPr lang="fr-FR"/>
              <a:t>Modifier le texte </a:t>
            </a:r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28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>
            <a:extLst>
              <a:ext uri="{FF2B5EF4-FFF2-40B4-BE49-F238E27FC236}">
                <a16:creationId xmlns:a16="http://schemas.microsoft.com/office/drawing/2014/main" id="{AF2F744E-F258-B148-8221-D17C8A52B8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401" t="-20" r="2133" b="20"/>
          <a:stretch/>
        </p:blipFill>
        <p:spPr>
          <a:xfrm>
            <a:off x="-1" y="1243514"/>
            <a:ext cx="9029701" cy="5614486"/>
          </a:xfrm>
          <a:prstGeom prst="rect">
            <a:avLst/>
          </a:prstGeom>
        </p:spPr>
      </p:pic>
      <p:grpSp>
        <p:nvGrpSpPr>
          <p:cNvPr id="16" name="Grouper 49">
            <a:extLst>
              <a:ext uri="{FF2B5EF4-FFF2-40B4-BE49-F238E27FC236}">
                <a16:creationId xmlns:a16="http://schemas.microsoft.com/office/drawing/2014/main" id="{8753B8BE-E060-2F4B-9603-E47D0ABFD1AB}"/>
              </a:ext>
            </a:extLst>
          </p:cNvPr>
          <p:cNvGrpSpPr/>
          <p:nvPr userDrawn="1"/>
        </p:nvGrpSpPr>
        <p:grpSpPr>
          <a:xfrm>
            <a:off x="213726" y="1380"/>
            <a:ext cx="11997459" cy="6858000"/>
            <a:chOff x="929639" y="0"/>
            <a:chExt cx="11997459" cy="6858000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9197EB46-298D-4844-97DB-E8E5416F4EA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1596"/>
            <a:stretch/>
          </p:blipFill>
          <p:spPr>
            <a:xfrm>
              <a:off x="929639" y="0"/>
              <a:ext cx="11997459" cy="6858000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9AFE755-64C2-204B-865E-F692E451EB8A}"/>
                </a:ext>
              </a:extLst>
            </p:cNvPr>
            <p:cNvSpPr/>
            <p:nvPr userDrawn="1"/>
          </p:nvSpPr>
          <p:spPr>
            <a:xfrm>
              <a:off x="1973213" y="0"/>
              <a:ext cx="10953885" cy="6858000"/>
            </a:xfrm>
            <a:prstGeom prst="rect">
              <a:avLst/>
            </a:prstGeom>
            <a:gradFill flip="none" rotWithShape="1">
              <a:gsLst>
                <a:gs pos="55000">
                  <a:schemeClr val="bg1"/>
                </a:gs>
                <a:gs pos="28000">
                  <a:schemeClr val="bg1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fr-FR" sz="14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4" name="Espace réservé du texte 8"/>
          <p:cNvSpPr>
            <a:spLocks noGrp="1"/>
          </p:cNvSpPr>
          <p:nvPr>
            <p:ph type="body" sz="quarter" idx="40" hasCustomPrompt="1"/>
          </p:nvPr>
        </p:nvSpPr>
        <p:spPr>
          <a:xfrm>
            <a:off x="7560129" y="1476078"/>
            <a:ext cx="4095804" cy="6846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95" name="Espace réservé du texte 7"/>
          <p:cNvSpPr>
            <a:spLocks noGrp="1"/>
          </p:cNvSpPr>
          <p:nvPr>
            <p:ph type="body" sz="quarter" idx="41" hasCustomPrompt="1"/>
          </p:nvPr>
        </p:nvSpPr>
        <p:spPr>
          <a:xfrm>
            <a:off x="7576457" y="2212881"/>
            <a:ext cx="4079475" cy="4122605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9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709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31" hasCustomPrompt="1"/>
          </p:nvPr>
        </p:nvSpPr>
        <p:spPr>
          <a:xfrm>
            <a:off x="4377433" y="1943368"/>
            <a:ext cx="3449450" cy="6829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11" name="Espace réservé pour une image  10"/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5732288" y="1267842"/>
            <a:ext cx="648000" cy="64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18" name="Espace réservé pour une image  10"/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414657" y="1267842"/>
            <a:ext cx="648000" cy="64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20" name="Espace réservé pour une image  10"/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2031070" y="1267842"/>
            <a:ext cx="648000" cy="6480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picto</a:t>
            </a:r>
          </a:p>
        </p:txBody>
      </p:sp>
      <p:sp>
        <p:nvSpPr>
          <p:cNvPr id="93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4372259" y="2620929"/>
            <a:ext cx="3454623" cy="2666518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4" name="Espace réservé du texte 8"/>
          <p:cNvSpPr>
            <a:spLocks noGrp="1"/>
          </p:cNvSpPr>
          <p:nvPr>
            <p:ph type="body" sz="quarter" idx="40" hasCustomPrompt="1"/>
          </p:nvPr>
        </p:nvSpPr>
        <p:spPr>
          <a:xfrm>
            <a:off x="8067933" y="1943368"/>
            <a:ext cx="3449450" cy="6829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95" name="Espace réservé du texte 7"/>
          <p:cNvSpPr>
            <a:spLocks noGrp="1"/>
          </p:cNvSpPr>
          <p:nvPr>
            <p:ph type="body" sz="quarter" idx="41" hasCustomPrompt="1"/>
          </p:nvPr>
        </p:nvSpPr>
        <p:spPr>
          <a:xfrm>
            <a:off x="8067932" y="2620929"/>
            <a:ext cx="3449450" cy="2666518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6" name="Espace réservé du texte 8"/>
          <p:cNvSpPr>
            <a:spLocks noGrp="1"/>
          </p:cNvSpPr>
          <p:nvPr>
            <p:ph type="body" sz="quarter" idx="42" hasCustomPrompt="1"/>
          </p:nvPr>
        </p:nvSpPr>
        <p:spPr>
          <a:xfrm>
            <a:off x="686933" y="1943368"/>
            <a:ext cx="3449450" cy="6829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500" b="1" i="0">
                <a:solidFill>
                  <a:schemeClr val="accent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3pPr marL="215529" indent="-216000">
              <a:spcBef>
                <a:spcPts val="200"/>
              </a:spcBef>
              <a:buClr>
                <a:schemeClr val="accent3"/>
              </a:buClr>
              <a:buSzPct val="140000"/>
              <a:defRPr sz="1600"/>
            </a:lvl3pPr>
            <a:lvl4pPr marL="720000" indent="-216000">
              <a:spcBef>
                <a:spcPts val="200"/>
              </a:spcBef>
              <a:buClr>
                <a:schemeClr val="accent3"/>
              </a:buClr>
              <a:buFont typeface="Courier New" charset="0"/>
              <a:buChar char="o"/>
              <a:defRPr sz="1400"/>
            </a:lvl4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97" name="Espace réservé du texte 7"/>
          <p:cNvSpPr>
            <a:spLocks noGrp="1"/>
          </p:cNvSpPr>
          <p:nvPr>
            <p:ph type="body" sz="quarter" idx="43" hasCustomPrompt="1"/>
          </p:nvPr>
        </p:nvSpPr>
        <p:spPr>
          <a:xfrm>
            <a:off x="681759" y="2620929"/>
            <a:ext cx="3454623" cy="2666518"/>
          </a:xfrm>
          <a:prstGeom prst="rect">
            <a:avLst/>
          </a:prstGeom>
        </p:spPr>
        <p:txBody>
          <a:bodyPr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SzPct val="140000"/>
              <a:defRPr sz="14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1"/>
              </a:buClr>
              <a:buFont typeface="Courier New" charset="0"/>
              <a:buChar char="o"/>
              <a:defRPr sz="12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2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30" name="Espace réservé du texte 5">
            <a:extLst>
              <a:ext uri="{FF2B5EF4-FFF2-40B4-BE49-F238E27FC236}">
                <a16:creationId xmlns:a16="http://schemas.microsoft.com/office/drawing/2014/main" id="{0EFAB26A-C1D7-5646-9F2F-D81F851EBD87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5">
            <a:extLst>
              <a:ext uri="{FF2B5EF4-FFF2-40B4-BE49-F238E27FC236}">
                <a16:creationId xmlns:a16="http://schemas.microsoft.com/office/drawing/2014/main" id="{CE58E496-9C53-6242-B46F-910295B58CE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272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01" y="313898"/>
            <a:ext cx="1289042" cy="64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93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-Photo&amp;Triangles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B79C281-E504-5A4F-8538-9ED2C77E551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0" name="Grouper 79"/>
          <p:cNvGrpSpPr/>
          <p:nvPr userDrawn="1"/>
        </p:nvGrpSpPr>
        <p:grpSpPr>
          <a:xfrm>
            <a:off x="213726" y="1"/>
            <a:ext cx="12008939" cy="6859379"/>
            <a:chOff x="213726" y="1"/>
            <a:chExt cx="12008939" cy="6859379"/>
          </a:xfrm>
        </p:grpSpPr>
        <p:grpSp>
          <p:nvGrpSpPr>
            <p:cNvPr id="50" name="Grouper 49"/>
            <p:cNvGrpSpPr/>
            <p:nvPr userDrawn="1"/>
          </p:nvGrpSpPr>
          <p:grpSpPr>
            <a:xfrm>
              <a:off x="213726" y="1380"/>
              <a:ext cx="11997459" cy="6858000"/>
              <a:chOff x="929639" y="0"/>
              <a:chExt cx="11997459" cy="6858000"/>
            </a:xfrm>
          </p:grpSpPr>
          <p:pic>
            <p:nvPicPr>
              <p:cNvPr id="4" name="Image 3"/>
              <p:cNvPicPr>
                <a:picLocks noChangeAspect="1"/>
              </p:cNvPicPr>
              <p:nvPr userDrawn="1"/>
            </p:nvPicPr>
            <p:blipFill rotWithShape="1"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r="1596"/>
              <a:stretch/>
            </p:blipFill>
            <p:spPr>
              <a:xfrm>
                <a:off x="929639" y="0"/>
                <a:ext cx="11997459" cy="6858000"/>
              </a:xfrm>
              <a:prstGeom prst="rect">
                <a:avLst/>
              </a:prstGeom>
            </p:spPr>
          </p:pic>
          <p:sp>
            <p:nvSpPr>
              <p:cNvPr id="49" name="Rectangle 48"/>
              <p:cNvSpPr/>
              <p:nvPr userDrawn="1"/>
            </p:nvSpPr>
            <p:spPr>
              <a:xfrm>
                <a:off x="3083859" y="0"/>
                <a:ext cx="9843239" cy="6858000"/>
              </a:xfrm>
              <a:prstGeom prst="rect">
                <a:avLst/>
              </a:prstGeom>
              <a:gradFill flip="none" rotWithShape="1">
                <a:gsLst>
                  <a:gs pos="60000">
                    <a:schemeClr val="bg1"/>
                  </a:gs>
                  <a:gs pos="35000">
                    <a:schemeClr val="bg1">
                      <a:alpha val="0"/>
                    </a:schemeClr>
                  </a:gs>
                </a:gsLst>
                <a:lin ang="21000000" scaled="0"/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fr-FR" sz="1400" kern="120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79" name="Forme libre 78"/>
            <p:cNvSpPr/>
            <p:nvPr userDrawn="1"/>
          </p:nvSpPr>
          <p:spPr>
            <a:xfrm flipV="1">
              <a:off x="5620952" y="1"/>
              <a:ext cx="6601713" cy="3925715"/>
            </a:xfrm>
            <a:custGeom>
              <a:avLst/>
              <a:gdLst>
                <a:gd name="connsiteX0" fmla="*/ 2125585 w 6601713"/>
                <a:gd name="connsiteY0" fmla="*/ 3925715 h 3925715"/>
                <a:gd name="connsiteX1" fmla="*/ 6601713 w 6601713"/>
                <a:gd name="connsiteY1" fmla="*/ 3925715 h 3925715"/>
                <a:gd name="connsiteX2" fmla="*/ 6601713 w 6601713"/>
                <a:gd name="connsiteY2" fmla="*/ 2699676 h 3925715"/>
                <a:gd name="connsiteX3" fmla="*/ 6601713 w 6601713"/>
                <a:gd name="connsiteY3" fmla="*/ 1596854 h 3925715"/>
                <a:gd name="connsiteX4" fmla="*/ 6601713 w 6601713"/>
                <a:gd name="connsiteY4" fmla="*/ 6706 h 3925715"/>
                <a:gd name="connsiteX5" fmla="*/ 2452112 w 6601713"/>
                <a:gd name="connsiteY5" fmla="*/ 0 h 3925715"/>
                <a:gd name="connsiteX6" fmla="*/ 1137394 w 6601713"/>
                <a:gd name="connsiteY6" fmla="*/ 779811 h 3925715"/>
                <a:gd name="connsiteX7" fmla="*/ 1132120 w 6601713"/>
                <a:gd name="connsiteY7" fmla="*/ 795388 h 3925715"/>
                <a:gd name="connsiteX8" fmla="*/ 1116245 w 6601713"/>
                <a:gd name="connsiteY8" fmla="*/ 843014 h 3925715"/>
                <a:gd name="connsiteX9" fmla="*/ 1068154 w 6601713"/>
                <a:gd name="connsiteY9" fmla="*/ 867060 h 3925715"/>
                <a:gd name="connsiteX10" fmla="*/ 1018869 w 6601713"/>
                <a:gd name="connsiteY10" fmla="*/ 851942 h 3925715"/>
                <a:gd name="connsiteX11" fmla="*/ 945719 w 6601713"/>
                <a:gd name="connsiteY11" fmla="*/ 892212 h 3925715"/>
                <a:gd name="connsiteX12" fmla="*/ 55811 w 6601713"/>
                <a:gd name="connsiteY12" fmla="*/ 1410216 h 3925715"/>
                <a:gd name="connsiteX13" fmla="*/ 43096 w 6601713"/>
                <a:gd name="connsiteY13" fmla="*/ 1417558 h 3925715"/>
                <a:gd name="connsiteX14" fmla="*/ 43096 w 6601713"/>
                <a:gd name="connsiteY14" fmla="*/ 1477378 h 3925715"/>
                <a:gd name="connsiteX15" fmla="*/ 3381 w 6601713"/>
                <a:gd name="connsiteY15" fmla="*/ 1501998 h 3925715"/>
                <a:gd name="connsiteX16" fmla="*/ 3093 w 6601713"/>
                <a:gd name="connsiteY16" fmla="*/ 1596854 h 3925715"/>
                <a:gd name="connsiteX17" fmla="*/ 280 w 6601713"/>
                <a:gd name="connsiteY17" fmla="*/ 1596854 h 3925715"/>
                <a:gd name="connsiteX18" fmla="*/ 1687 w 6601713"/>
                <a:gd name="connsiteY18" fmla="*/ 2059615 h 3925715"/>
                <a:gd name="connsiteX19" fmla="*/ 0 w 6601713"/>
                <a:gd name="connsiteY19" fmla="*/ 2614443 h 3925715"/>
                <a:gd name="connsiteX20" fmla="*/ 3381 w 6601713"/>
                <a:gd name="connsiteY20" fmla="*/ 2617254 h 3925715"/>
                <a:gd name="connsiteX21" fmla="*/ 3381 w 6601713"/>
                <a:gd name="connsiteY21" fmla="*/ 2617393 h 3925715"/>
                <a:gd name="connsiteX22" fmla="*/ 4036 w 6601713"/>
                <a:gd name="connsiteY22" fmla="*/ 2617799 h 3925715"/>
                <a:gd name="connsiteX23" fmla="*/ 43096 w 6601713"/>
                <a:gd name="connsiteY23" fmla="*/ 2650279 h 3925715"/>
                <a:gd name="connsiteX24" fmla="*/ 43096 w 6601713"/>
                <a:gd name="connsiteY24" fmla="*/ 2699676 h 3925715"/>
                <a:gd name="connsiteX25" fmla="*/ 54013 w 6601713"/>
                <a:gd name="connsiteY25" fmla="*/ 2699676 h 3925715"/>
                <a:gd name="connsiteX26" fmla="*/ 55811 w 6601713"/>
                <a:gd name="connsiteY26" fmla="*/ 2709175 h 3925715"/>
                <a:gd name="connsiteX27" fmla="*/ 1005369 w 6601713"/>
                <a:gd name="connsiteY27" fmla="*/ 3260298 h 3925715"/>
                <a:gd name="connsiteX28" fmla="*/ 1056227 w 6601713"/>
                <a:gd name="connsiteY28" fmla="*/ 3240404 h 3925715"/>
                <a:gd name="connsiteX29" fmla="*/ 1113070 w 6601713"/>
                <a:gd name="connsiteY29" fmla="*/ 3270027 h 3925715"/>
                <a:gd name="connsiteX30" fmla="*/ 1125770 w 6601713"/>
                <a:gd name="connsiteY30" fmla="*/ 3324003 h 3925715"/>
                <a:gd name="connsiteX31" fmla="*/ 1137394 w 6601713"/>
                <a:gd name="connsiteY31" fmla="*/ 3339580 h 3925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6601713" h="3925715">
                  <a:moveTo>
                    <a:pt x="2125585" y="3925715"/>
                  </a:moveTo>
                  <a:lnTo>
                    <a:pt x="6601713" y="3925715"/>
                  </a:lnTo>
                  <a:lnTo>
                    <a:pt x="6601713" y="2699676"/>
                  </a:lnTo>
                  <a:lnTo>
                    <a:pt x="6601713" y="1596854"/>
                  </a:lnTo>
                  <a:lnTo>
                    <a:pt x="6601713" y="6706"/>
                  </a:lnTo>
                  <a:lnTo>
                    <a:pt x="2452112" y="0"/>
                  </a:lnTo>
                  <a:lnTo>
                    <a:pt x="1137394" y="779811"/>
                  </a:lnTo>
                  <a:lnTo>
                    <a:pt x="1132120" y="795388"/>
                  </a:lnTo>
                  <a:lnTo>
                    <a:pt x="1116245" y="843014"/>
                  </a:lnTo>
                  <a:lnTo>
                    <a:pt x="1068154" y="867060"/>
                  </a:lnTo>
                  <a:lnTo>
                    <a:pt x="1018869" y="851942"/>
                  </a:lnTo>
                  <a:lnTo>
                    <a:pt x="945719" y="892212"/>
                  </a:lnTo>
                  <a:lnTo>
                    <a:pt x="55811" y="1410216"/>
                  </a:lnTo>
                  <a:lnTo>
                    <a:pt x="43096" y="1417558"/>
                  </a:lnTo>
                  <a:lnTo>
                    <a:pt x="43096" y="1477378"/>
                  </a:lnTo>
                  <a:lnTo>
                    <a:pt x="3381" y="1501998"/>
                  </a:lnTo>
                  <a:lnTo>
                    <a:pt x="3093" y="1596854"/>
                  </a:lnTo>
                  <a:lnTo>
                    <a:pt x="280" y="1596854"/>
                  </a:lnTo>
                  <a:lnTo>
                    <a:pt x="1687" y="2059615"/>
                  </a:lnTo>
                  <a:lnTo>
                    <a:pt x="0" y="2614443"/>
                  </a:lnTo>
                  <a:lnTo>
                    <a:pt x="3381" y="2617254"/>
                  </a:lnTo>
                  <a:lnTo>
                    <a:pt x="3381" y="2617393"/>
                  </a:lnTo>
                  <a:lnTo>
                    <a:pt x="4036" y="2617799"/>
                  </a:lnTo>
                  <a:lnTo>
                    <a:pt x="43096" y="2650279"/>
                  </a:lnTo>
                  <a:lnTo>
                    <a:pt x="43096" y="2699676"/>
                  </a:lnTo>
                  <a:lnTo>
                    <a:pt x="54013" y="2699676"/>
                  </a:lnTo>
                  <a:lnTo>
                    <a:pt x="55811" y="2709175"/>
                  </a:lnTo>
                  <a:lnTo>
                    <a:pt x="1005369" y="3260298"/>
                  </a:lnTo>
                  <a:lnTo>
                    <a:pt x="1056227" y="3240404"/>
                  </a:lnTo>
                  <a:lnTo>
                    <a:pt x="1113070" y="3270027"/>
                  </a:lnTo>
                  <a:lnTo>
                    <a:pt x="1125770" y="3324003"/>
                  </a:lnTo>
                  <a:lnTo>
                    <a:pt x="1137394" y="333958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 kern="1200" err="1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grpSp>
        <p:nvGrpSpPr>
          <p:cNvPr id="9" name="Grouper 8"/>
          <p:cNvGrpSpPr>
            <a:grpSpLocks noChangeAspect="1"/>
          </p:cNvGrpSpPr>
          <p:nvPr userDrawn="1"/>
        </p:nvGrpSpPr>
        <p:grpSpPr>
          <a:xfrm>
            <a:off x="7344048" y="1749890"/>
            <a:ext cx="3779520" cy="384264"/>
            <a:chOff x="1122363" y="720725"/>
            <a:chExt cx="4278312" cy="434975"/>
          </a:xfrm>
        </p:grpSpPr>
        <p:sp>
          <p:nvSpPr>
            <p:cNvPr id="10" name="Freeform 1"/>
            <p:cNvSpPr>
              <a:spLocks noChangeArrowheads="1"/>
            </p:cNvSpPr>
            <p:nvPr/>
          </p:nvSpPr>
          <p:spPr bwMode="auto">
            <a:xfrm>
              <a:off x="1557338" y="966788"/>
              <a:ext cx="119062" cy="104775"/>
            </a:xfrm>
            <a:custGeom>
              <a:avLst/>
              <a:gdLst>
                <a:gd name="T0" fmla="*/ 0 w 330"/>
                <a:gd name="T1" fmla="*/ 100 h 293"/>
                <a:gd name="T2" fmla="*/ 189 w 330"/>
                <a:gd name="T3" fmla="*/ 0 h 293"/>
                <a:gd name="T4" fmla="*/ 329 w 330"/>
                <a:gd name="T5" fmla="*/ 292 h 293"/>
                <a:gd name="T6" fmla="*/ 119 w 330"/>
                <a:gd name="T7" fmla="*/ 292 h 293"/>
                <a:gd name="T8" fmla="*/ 62 w 330"/>
                <a:gd name="T9" fmla="*/ 257 h 293"/>
                <a:gd name="T10" fmla="*/ 0 w 330"/>
                <a:gd name="T11" fmla="*/ 1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0" h="293">
                  <a:moveTo>
                    <a:pt x="0" y="100"/>
                  </a:moveTo>
                  <a:lnTo>
                    <a:pt x="189" y="0"/>
                  </a:lnTo>
                  <a:lnTo>
                    <a:pt x="329" y="292"/>
                  </a:lnTo>
                  <a:lnTo>
                    <a:pt x="119" y="292"/>
                  </a:lnTo>
                  <a:cubicBezTo>
                    <a:pt x="119" y="292"/>
                    <a:pt x="79" y="292"/>
                    <a:pt x="62" y="257"/>
                  </a:cubicBezTo>
                  <a:cubicBezTo>
                    <a:pt x="47" y="214"/>
                    <a:pt x="0" y="100"/>
                    <a:pt x="0" y="10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" name="Freeform 2"/>
            <p:cNvSpPr>
              <a:spLocks noChangeArrowheads="1"/>
            </p:cNvSpPr>
            <p:nvPr/>
          </p:nvSpPr>
          <p:spPr bwMode="auto">
            <a:xfrm>
              <a:off x="1146175" y="1104900"/>
              <a:ext cx="546100" cy="49213"/>
            </a:xfrm>
            <a:custGeom>
              <a:avLst/>
              <a:gdLst>
                <a:gd name="T0" fmla="*/ 757 w 1515"/>
                <a:gd name="T1" fmla="*/ 134 h 135"/>
                <a:gd name="T2" fmla="*/ 0 w 1515"/>
                <a:gd name="T3" fmla="*/ 134 h 135"/>
                <a:gd name="T4" fmla="*/ 0 w 1515"/>
                <a:gd name="T5" fmla="*/ 0 h 135"/>
                <a:gd name="T6" fmla="*/ 1514 w 1515"/>
                <a:gd name="T7" fmla="*/ 0 h 135"/>
                <a:gd name="T8" fmla="*/ 1514 w 1515"/>
                <a:gd name="T9" fmla="*/ 134 h 135"/>
                <a:gd name="T10" fmla="*/ 757 w 1515"/>
                <a:gd name="T11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5" h="135">
                  <a:moveTo>
                    <a:pt x="757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514" y="0"/>
                  </a:lnTo>
                  <a:lnTo>
                    <a:pt x="1514" y="134"/>
                  </a:lnTo>
                  <a:lnTo>
                    <a:pt x="757" y="134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" name="Freeform 3"/>
            <p:cNvSpPr>
              <a:spLocks noChangeArrowheads="1"/>
            </p:cNvSpPr>
            <p:nvPr/>
          </p:nvSpPr>
          <p:spPr bwMode="auto">
            <a:xfrm>
              <a:off x="1584325" y="739775"/>
              <a:ext cx="147638" cy="120650"/>
            </a:xfrm>
            <a:custGeom>
              <a:avLst/>
              <a:gdLst>
                <a:gd name="T0" fmla="*/ 411 w 412"/>
                <a:gd name="T1" fmla="*/ 155 h 333"/>
                <a:gd name="T2" fmla="*/ 117 w 412"/>
                <a:gd name="T3" fmla="*/ 312 h 333"/>
                <a:gd name="T4" fmla="*/ 40 w 412"/>
                <a:gd name="T5" fmla="*/ 297 h 333"/>
                <a:gd name="T6" fmla="*/ 0 w 412"/>
                <a:gd name="T7" fmla="*/ 197 h 333"/>
                <a:gd name="T8" fmla="*/ 45 w 412"/>
                <a:gd name="T9" fmla="*/ 192 h 333"/>
                <a:gd name="T10" fmla="*/ 411 w 412"/>
                <a:gd name="T11" fmla="*/ 0 h 333"/>
                <a:gd name="T12" fmla="*/ 411 w 412"/>
                <a:gd name="T13" fmla="*/ 155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333">
                  <a:moveTo>
                    <a:pt x="411" y="155"/>
                  </a:moveTo>
                  <a:cubicBezTo>
                    <a:pt x="411" y="155"/>
                    <a:pt x="172" y="292"/>
                    <a:pt x="117" y="312"/>
                  </a:cubicBezTo>
                  <a:cubicBezTo>
                    <a:pt x="65" y="332"/>
                    <a:pt x="47" y="304"/>
                    <a:pt x="40" y="297"/>
                  </a:cubicBezTo>
                  <a:cubicBezTo>
                    <a:pt x="25" y="277"/>
                    <a:pt x="2" y="207"/>
                    <a:pt x="0" y="197"/>
                  </a:cubicBezTo>
                  <a:cubicBezTo>
                    <a:pt x="2" y="197"/>
                    <a:pt x="15" y="200"/>
                    <a:pt x="45" y="192"/>
                  </a:cubicBezTo>
                  <a:cubicBezTo>
                    <a:pt x="82" y="182"/>
                    <a:pt x="409" y="0"/>
                    <a:pt x="411" y="0"/>
                  </a:cubicBezTo>
                  <a:lnTo>
                    <a:pt x="411" y="155"/>
                  </a:lnTo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" name="Freeform 4"/>
            <p:cNvSpPr>
              <a:spLocks noChangeArrowheads="1"/>
            </p:cNvSpPr>
            <p:nvPr/>
          </p:nvSpPr>
          <p:spPr bwMode="auto">
            <a:xfrm>
              <a:off x="1122363" y="765175"/>
              <a:ext cx="609600" cy="347663"/>
            </a:xfrm>
            <a:custGeom>
              <a:avLst/>
              <a:gdLst>
                <a:gd name="T0" fmla="*/ 1313 w 1695"/>
                <a:gd name="T1" fmla="*/ 366 h 964"/>
                <a:gd name="T2" fmla="*/ 1156 w 1695"/>
                <a:gd name="T3" fmla="*/ 20 h 964"/>
                <a:gd name="T4" fmla="*/ 929 w 1695"/>
                <a:gd name="T5" fmla="*/ 20 h 964"/>
                <a:gd name="T6" fmla="*/ 610 w 1695"/>
                <a:gd name="T7" fmla="*/ 614 h 964"/>
                <a:gd name="T8" fmla="*/ 867 w 1695"/>
                <a:gd name="T9" fmla="*/ 535 h 964"/>
                <a:gd name="T10" fmla="*/ 1029 w 1695"/>
                <a:gd name="T11" fmla="*/ 207 h 964"/>
                <a:gd name="T12" fmla="*/ 1131 w 1695"/>
                <a:gd name="T13" fmla="*/ 463 h 964"/>
                <a:gd name="T14" fmla="*/ 750 w 1695"/>
                <a:gd name="T15" fmla="*/ 634 h 964"/>
                <a:gd name="T16" fmla="*/ 197 w 1695"/>
                <a:gd name="T17" fmla="*/ 649 h 964"/>
                <a:gd name="T18" fmla="*/ 683 w 1695"/>
                <a:gd name="T19" fmla="*/ 184 h 964"/>
                <a:gd name="T20" fmla="*/ 780 w 1695"/>
                <a:gd name="T21" fmla="*/ 174 h 964"/>
                <a:gd name="T22" fmla="*/ 735 w 1695"/>
                <a:gd name="T23" fmla="*/ 42 h 964"/>
                <a:gd name="T24" fmla="*/ 638 w 1695"/>
                <a:gd name="T25" fmla="*/ 7 h 964"/>
                <a:gd name="T26" fmla="*/ 75 w 1695"/>
                <a:gd name="T27" fmla="*/ 391 h 964"/>
                <a:gd name="T28" fmla="*/ 165 w 1695"/>
                <a:gd name="T29" fmla="*/ 766 h 964"/>
                <a:gd name="T30" fmla="*/ 845 w 1695"/>
                <a:gd name="T31" fmla="*/ 786 h 964"/>
                <a:gd name="T32" fmla="*/ 1692 w 1695"/>
                <a:gd name="T33" fmla="*/ 341 h 964"/>
                <a:gd name="T34" fmla="*/ 1692 w 1695"/>
                <a:gd name="T35" fmla="*/ 159 h 964"/>
                <a:gd name="T36" fmla="*/ 1313 w 1695"/>
                <a:gd name="T37" fmla="*/ 366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95" h="964">
                  <a:moveTo>
                    <a:pt x="1313" y="366"/>
                  </a:moveTo>
                  <a:lnTo>
                    <a:pt x="1156" y="20"/>
                  </a:lnTo>
                  <a:lnTo>
                    <a:pt x="929" y="20"/>
                  </a:lnTo>
                  <a:lnTo>
                    <a:pt x="610" y="614"/>
                  </a:lnTo>
                  <a:cubicBezTo>
                    <a:pt x="610" y="614"/>
                    <a:pt x="767" y="609"/>
                    <a:pt x="867" y="535"/>
                  </a:cubicBezTo>
                  <a:cubicBezTo>
                    <a:pt x="892" y="520"/>
                    <a:pt x="964" y="331"/>
                    <a:pt x="1029" y="207"/>
                  </a:cubicBezTo>
                  <a:lnTo>
                    <a:pt x="1131" y="463"/>
                  </a:lnTo>
                  <a:cubicBezTo>
                    <a:pt x="977" y="542"/>
                    <a:pt x="830" y="612"/>
                    <a:pt x="750" y="634"/>
                  </a:cubicBezTo>
                  <a:cubicBezTo>
                    <a:pt x="541" y="694"/>
                    <a:pt x="287" y="731"/>
                    <a:pt x="197" y="649"/>
                  </a:cubicBezTo>
                  <a:cubicBezTo>
                    <a:pt x="112" y="572"/>
                    <a:pt x="309" y="254"/>
                    <a:pt x="683" y="184"/>
                  </a:cubicBezTo>
                  <a:cubicBezTo>
                    <a:pt x="742" y="172"/>
                    <a:pt x="780" y="174"/>
                    <a:pt x="780" y="174"/>
                  </a:cubicBezTo>
                  <a:cubicBezTo>
                    <a:pt x="780" y="174"/>
                    <a:pt x="755" y="65"/>
                    <a:pt x="735" y="42"/>
                  </a:cubicBezTo>
                  <a:cubicBezTo>
                    <a:pt x="708" y="7"/>
                    <a:pt x="680" y="0"/>
                    <a:pt x="638" y="7"/>
                  </a:cubicBezTo>
                  <a:cubicBezTo>
                    <a:pt x="556" y="12"/>
                    <a:pt x="212" y="105"/>
                    <a:pt x="75" y="391"/>
                  </a:cubicBezTo>
                  <a:cubicBezTo>
                    <a:pt x="0" y="555"/>
                    <a:pt x="100" y="719"/>
                    <a:pt x="165" y="766"/>
                  </a:cubicBezTo>
                  <a:cubicBezTo>
                    <a:pt x="194" y="789"/>
                    <a:pt x="391" y="963"/>
                    <a:pt x="845" y="786"/>
                  </a:cubicBezTo>
                  <a:cubicBezTo>
                    <a:pt x="1290" y="612"/>
                    <a:pt x="1692" y="341"/>
                    <a:pt x="1692" y="341"/>
                  </a:cubicBezTo>
                  <a:lnTo>
                    <a:pt x="1692" y="159"/>
                  </a:lnTo>
                  <a:cubicBezTo>
                    <a:pt x="1694" y="154"/>
                    <a:pt x="1520" y="257"/>
                    <a:pt x="1313" y="36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" name="Freeform 5"/>
            <p:cNvSpPr>
              <a:spLocks noChangeArrowheads="1"/>
            </p:cNvSpPr>
            <p:nvPr/>
          </p:nvSpPr>
          <p:spPr bwMode="auto">
            <a:xfrm>
              <a:off x="1884363" y="1014413"/>
              <a:ext cx="136525" cy="139700"/>
            </a:xfrm>
            <a:custGeom>
              <a:avLst/>
              <a:gdLst>
                <a:gd name="T0" fmla="*/ 0 w 380"/>
                <a:gd name="T1" fmla="*/ 62 h 387"/>
                <a:gd name="T2" fmla="*/ 0 w 380"/>
                <a:gd name="T3" fmla="*/ 0 h 387"/>
                <a:gd name="T4" fmla="*/ 379 w 380"/>
                <a:gd name="T5" fmla="*/ 0 h 387"/>
                <a:gd name="T6" fmla="*/ 379 w 380"/>
                <a:gd name="T7" fmla="*/ 62 h 387"/>
                <a:gd name="T8" fmla="*/ 229 w 380"/>
                <a:gd name="T9" fmla="*/ 62 h 387"/>
                <a:gd name="T10" fmla="*/ 229 w 380"/>
                <a:gd name="T11" fmla="*/ 386 h 387"/>
                <a:gd name="T12" fmla="*/ 147 w 380"/>
                <a:gd name="T13" fmla="*/ 386 h 387"/>
                <a:gd name="T14" fmla="*/ 147 w 380"/>
                <a:gd name="T15" fmla="*/ 62 h 387"/>
                <a:gd name="T16" fmla="*/ 0 w 380"/>
                <a:gd name="T17" fmla="*/ 6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0" h="387">
                  <a:moveTo>
                    <a:pt x="0" y="62"/>
                  </a:moveTo>
                  <a:lnTo>
                    <a:pt x="0" y="0"/>
                  </a:lnTo>
                  <a:lnTo>
                    <a:pt x="379" y="0"/>
                  </a:lnTo>
                  <a:lnTo>
                    <a:pt x="379" y="62"/>
                  </a:lnTo>
                  <a:lnTo>
                    <a:pt x="229" y="62"/>
                  </a:lnTo>
                  <a:lnTo>
                    <a:pt x="229" y="386"/>
                  </a:lnTo>
                  <a:lnTo>
                    <a:pt x="147" y="386"/>
                  </a:lnTo>
                  <a:lnTo>
                    <a:pt x="147" y="62"/>
                  </a:lnTo>
                  <a:lnTo>
                    <a:pt x="0" y="6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" name="Freeform 6"/>
            <p:cNvSpPr>
              <a:spLocks noChangeArrowheads="1"/>
            </p:cNvSpPr>
            <p:nvPr/>
          </p:nvSpPr>
          <p:spPr bwMode="auto">
            <a:xfrm>
              <a:off x="2051050" y="1014413"/>
              <a:ext cx="128588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7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" name="Freeform 7"/>
            <p:cNvSpPr>
              <a:spLocks noChangeArrowheads="1"/>
            </p:cNvSpPr>
            <p:nvPr/>
          </p:nvSpPr>
          <p:spPr bwMode="auto">
            <a:xfrm>
              <a:off x="2208213" y="1011238"/>
              <a:ext cx="152400" cy="144462"/>
            </a:xfrm>
            <a:custGeom>
              <a:avLst/>
              <a:gdLst>
                <a:gd name="T0" fmla="*/ 247 w 425"/>
                <a:gd name="T1" fmla="*/ 0 h 400"/>
                <a:gd name="T2" fmla="*/ 419 w 425"/>
                <a:gd name="T3" fmla="*/ 55 h 400"/>
                <a:gd name="T4" fmla="*/ 381 w 425"/>
                <a:gd name="T5" fmla="*/ 105 h 400"/>
                <a:gd name="T6" fmla="*/ 252 w 425"/>
                <a:gd name="T7" fmla="*/ 60 h 400"/>
                <a:gd name="T8" fmla="*/ 90 w 425"/>
                <a:gd name="T9" fmla="*/ 199 h 400"/>
                <a:gd name="T10" fmla="*/ 252 w 425"/>
                <a:gd name="T11" fmla="*/ 339 h 400"/>
                <a:gd name="T12" fmla="*/ 386 w 425"/>
                <a:gd name="T13" fmla="*/ 292 h 400"/>
                <a:gd name="T14" fmla="*/ 424 w 425"/>
                <a:gd name="T15" fmla="*/ 341 h 400"/>
                <a:gd name="T16" fmla="*/ 244 w 425"/>
                <a:gd name="T17" fmla="*/ 399 h 400"/>
                <a:gd name="T18" fmla="*/ 0 w 425"/>
                <a:gd name="T19" fmla="*/ 199 h 400"/>
                <a:gd name="T20" fmla="*/ 247 w 425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5" h="400">
                  <a:moveTo>
                    <a:pt x="247" y="0"/>
                  </a:moveTo>
                  <a:cubicBezTo>
                    <a:pt x="307" y="0"/>
                    <a:pt x="369" y="18"/>
                    <a:pt x="419" y="55"/>
                  </a:cubicBezTo>
                  <a:lnTo>
                    <a:pt x="381" y="105"/>
                  </a:lnTo>
                  <a:cubicBezTo>
                    <a:pt x="339" y="75"/>
                    <a:pt x="304" y="60"/>
                    <a:pt x="252" y="60"/>
                  </a:cubicBezTo>
                  <a:cubicBezTo>
                    <a:pt x="160" y="60"/>
                    <a:pt x="90" y="117"/>
                    <a:pt x="90" y="199"/>
                  </a:cubicBezTo>
                  <a:cubicBezTo>
                    <a:pt x="90" y="282"/>
                    <a:pt x="162" y="339"/>
                    <a:pt x="252" y="339"/>
                  </a:cubicBezTo>
                  <a:cubicBezTo>
                    <a:pt x="307" y="339"/>
                    <a:pt x="344" y="321"/>
                    <a:pt x="386" y="292"/>
                  </a:cubicBezTo>
                  <a:lnTo>
                    <a:pt x="424" y="341"/>
                  </a:lnTo>
                  <a:cubicBezTo>
                    <a:pt x="371" y="379"/>
                    <a:pt x="307" y="399"/>
                    <a:pt x="244" y="399"/>
                  </a:cubicBezTo>
                  <a:cubicBezTo>
                    <a:pt x="120" y="399"/>
                    <a:pt x="0" y="324"/>
                    <a:pt x="0" y="199"/>
                  </a:cubicBezTo>
                  <a:cubicBezTo>
                    <a:pt x="5" y="72"/>
                    <a:pt x="122" y="0"/>
                    <a:pt x="247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" name="Freeform 8"/>
            <p:cNvSpPr>
              <a:spLocks noChangeArrowheads="1"/>
            </p:cNvSpPr>
            <p:nvPr/>
          </p:nvSpPr>
          <p:spPr bwMode="auto">
            <a:xfrm>
              <a:off x="2395538" y="1014413"/>
              <a:ext cx="146050" cy="139700"/>
            </a:xfrm>
            <a:custGeom>
              <a:avLst/>
              <a:gdLst>
                <a:gd name="T0" fmla="*/ 0 w 405"/>
                <a:gd name="T1" fmla="*/ 0 h 387"/>
                <a:gd name="T2" fmla="*/ 83 w 405"/>
                <a:gd name="T3" fmla="*/ 0 h 387"/>
                <a:gd name="T4" fmla="*/ 83 w 405"/>
                <a:gd name="T5" fmla="*/ 150 h 387"/>
                <a:gd name="T6" fmla="*/ 322 w 405"/>
                <a:gd name="T7" fmla="*/ 150 h 387"/>
                <a:gd name="T8" fmla="*/ 322 w 405"/>
                <a:gd name="T9" fmla="*/ 0 h 387"/>
                <a:gd name="T10" fmla="*/ 404 w 405"/>
                <a:gd name="T11" fmla="*/ 0 h 387"/>
                <a:gd name="T12" fmla="*/ 404 w 405"/>
                <a:gd name="T13" fmla="*/ 386 h 387"/>
                <a:gd name="T14" fmla="*/ 322 w 405"/>
                <a:gd name="T15" fmla="*/ 386 h 387"/>
                <a:gd name="T16" fmla="*/ 322 w 405"/>
                <a:gd name="T17" fmla="*/ 212 h 387"/>
                <a:gd name="T18" fmla="*/ 83 w 405"/>
                <a:gd name="T19" fmla="*/ 212 h 387"/>
                <a:gd name="T20" fmla="*/ 83 w 405"/>
                <a:gd name="T21" fmla="*/ 386 h 387"/>
                <a:gd name="T22" fmla="*/ 0 w 405"/>
                <a:gd name="T23" fmla="*/ 386 h 387"/>
                <a:gd name="T24" fmla="*/ 0 w 405"/>
                <a:gd name="T2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5" h="387">
                  <a:moveTo>
                    <a:pt x="0" y="0"/>
                  </a:moveTo>
                  <a:lnTo>
                    <a:pt x="83" y="0"/>
                  </a:lnTo>
                  <a:lnTo>
                    <a:pt x="83" y="150"/>
                  </a:lnTo>
                  <a:lnTo>
                    <a:pt x="322" y="150"/>
                  </a:lnTo>
                  <a:lnTo>
                    <a:pt x="322" y="0"/>
                  </a:lnTo>
                  <a:lnTo>
                    <a:pt x="404" y="0"/>
                  </a:lnTo>
                  <a:lnTo>
                    <a:pt x="404" y="386"/>
                  </a:lnTo>
                  <a:lnTo>
                    <a:pt x="322" y="386"/>
                  </a:lnTo>
                  <a:lnTo>
                    <a:pt x="322" y="212"/>
                  </a:lnTo>
                  <a:lnTo>
                    <a:pt x="83" y="212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" name="Freeform 9"/>
            <p:cNvSpPr>
              <a:spLocks noChangeArrowheads="1"/>
            </p:cNvSpPr>
            <p:nvPr/>
          </p:nvSpPr>
          <p:spPr bwMode="auto">
            <a:xfrm>
              <a:off x="2584450" y="1014413"/>
              <a:ext cx="144463" cy="139700"/>
            </a:xfrm>
            <a:custGeom>
              <a:avLst/>
              <a:gdLst>
                <a:gd name="T0" fmla="*/ 82 w 402"/>
                <a:gd name="T1" fmla="*/ 112 h 387"/>
                <a:gd name="T2" fmla="*/ 82 w 402"/>
                <a:gd name="T3" fmla="*/ 386 h 387"/>
                <a:gd name="T4" fmla="*/ 0 w 402"/>
                <a:gd name="T5" fmla="*/ 386 h 387"/>
                <a:gd name="T6" fmla="*/ 0 w 402"/>
                <a:gd name="T7" fmla="*/ 0 h 387"/>
                <a:gd name="T8" fmla="*/ 82 w 402"/>
                <a:gd name="T9" fmla="*/ 0 h 387"/>
                <a:gd name="T10" fmla="*/ 319 w 402"/>
                <a:gd name="T11" fmla="*/ 274 h 387"/>
                <a:gd name="T12" fmla="*/ 319 w 402"/>
                <a:gd name="T13" fmla="*/ 0 h 387"/>
                <a:gd name="T14" fmla="*/ 401 w 402"/>
                <a:gd name="T15" fmla="*/ 0 h 387"/>
                <a:gd name="T16" fmla="*/ 401 w 402"/>
                <a:gd name="T17" fmla="*/ 386 h 387"/>
                <a:gd name="T18" fmla="*/ 319 w 402"/>
                <a:gd name="T19" fmla="*/ 386 h 387"/>
                <a:gd name="T20" fmla="*/ 82 w 402"/>
                <a:gd name="T21" fmla="*/ 11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2" h="387">
                  <a:moveTo>
                    <a:pt x="82" y="112"/>
                  </a:move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82" y="0"/>
                  </a:lnTo>
                  <a:lnTo>
                    <a:pt x="319" y="274"/>
                  </a:lnTo>
                  <a:lnTo>
                    <a:pt x="319" y="0"/>
                  </a:lnTo>
                  <a:lnTo>
                    <a:pt x="401" y="0"/>
                  </a:lnTo>
                  <a:lnTo>
                    <a:pt x="401" y="386"/>
                  </a:lnTo>
                  <a:lnTo>
                    <a:pt x="319" y="386"/>
                  </a:lnTo>
                  <a:lnTo>
                    <a:pt x="82" y="11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" name="Freeform 10"/>
            <p:cNvSpPr>
              <a:spLocks noChangeArrowheads="1"/>
            </p:cNvSpPr>
            <p:nvPr/>
          </p:nvSpPr>
          <p:spPr bwMode="auto">
            <a:xfrm>
              <a:off x="2763838" y="1011238"/>
              <a:ext cx="176212" cy="144462"/>
            </a:xfrm>
            <a:custGeom>
              <a:avLst/>
              <a:gdLst>
                <a:gd name="T0" fmla="*/ 0 w 489"/>
                <a:gd name="T1" fmla="*/ 199 h 400"/>
                <a:gd name="T2" fmla="*/ 244 w 489"/>
                <a:gd name="T3" fmla="*/ 0 h 400"/>
                <a:gd name="T4" fmla="*/ 488 w 489"/>
                <a:gd name="T5" fmla="*/ 199 h 400"/>
                <a:gd name="T6" fmla="*/ 244 w 489"/>
                <a:gd name="T7" fmla="*/ 399 h 400"/>
                <a:gd name="T8" fmla="*/ 0 w 489"/>
                <a:gd name="T9" fmla="*/ 199 h 400"/>
                <a:gd name="T10" fmla="*/ 85 w 489"/>
                <a:gd name="T11" fmla="*/ 199 h 400"/>
                <a:gd name="T12" fmla="*/ 244 w 489"/>
                <a:gd name="T13" fmla="*/ 339 h 400"/>
                <a:gd name="T14" fmla="*/ 404 w 489"/>
                <a:gd name="T15" fmla="*/ 199 h 400"/>
                <a:gd name="T16" fmla="*/ 244 w 489"/>
                <a:gd name="T17" fmla="*/ 60 h 400"/>
                <a:gd name="T18" fmla="*/ 85 w 489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8" y="90"/>
                    <a:pt x="488" y="199"/>
                  </a:cubicBezTo>
                  <a:cubicBezTo>
                    <a:pt x="488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5" y="199"/>
                  </a:moveTo>
                  <a:cubicBezTo>
                    <a:pt x="85" y="277"/>
                    <a:pt x="150" y="339"/>
                    <a:pt x="244" y="339"/>
                  </a:cubicBezTo>
                  <a:cubicBezTo>
                    <a:pt x="339" y="339"/>
                    <a:pt x="404" y="277"/>
                    <a:pt x="404" y="199"/>
                  </a:cubicBezTo>
                  <a:cubicBezTo>
                    <a:pt x="404" y="122"/>
                    <a:pt x="338" y="60"/>
                    <a:pt x="244" y="60"/>
                  </a:cubicBezTo>
                  <a:cubicBezTo>
                    <a:pt x="149" y="60"/>
                    <a:pt x="85" y="122"/>
                    <a:pt x="85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" name="Freeform 11"/>
            <p:cNvSpPr>
              <a:spLocks noChangeArrowheads="1"/>
            </p:cNvSpPr>
            <p:nvPr/>
          </p:nvSpPr>
          <p:spPr bwMode="auto">
            <a:xfrm>
              <a:off x="2974975" y="1014413"/>
              <a:ext cx="117475" cy="139700"/>
            </a:xfrm>
            <a:custGeom>
              <a:avLst/>
              <a:gdLst>
                <a:gd name="T0" fmla="*/ 0 w 328"/>
                <a:gd name="T1" fmla="*/ 0 h 387"/>
                <a:gd name="T2" fmla="*/ 82 w 328"/>
                <a:gd name="T3" fmla="*/ 0 h 387"/>
                <a:gd name="T4" fmla="*/ 82 w 328"/>
                <a:gd name="T5" fmla="*/ 324 h 387"/>
                <a:gd name="T6" fmla="*/ 327 w 328"/>
                <a:gd name="T7" fmla="*/ 324 h 387"/>
                <a:gd name="T8" fmla="*/ 327 w 328"/>
                <a:gd name="T9" fmla="*/ 386 h 387"/>
                <a:gd name="T10" fmla="*/ 0 w 328"/>
                <a:gd name="T11" fmla="*/ 386 h 387"/>
                <a:gd name="T12" fmla="*/ 0 w 32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387">
                  <a:moveTo>
                    <a:pt x="0" y="0"/>
                  </a:moveTo>
                  <a:lnTo>
                    <a:pt x="82" y="0"/>
                  </a:lnTo>
                  <a:lnTo>
                    <a:pt x="82" y="324"/>
                  </a:lnTo>
                  <a:lnTo>
                    <a:pt x="327" y="324"/>
                  </a:lnTo>
                  <a:lnTo>
                    <a:pt x="327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" name="Freeform 12"/>
            <p:cNvSpPr>
              <a:spLocks noChangeArrowheads="1"/>
            </p:cNvSpPr>
            <p:nvPr/>
          </p:nvSpPr>
          <p:spPr bwMode="auto">
            <a:xfrm>
              <a:off x="3105150" y="1011238"/>
              <a:ext cx="176213" cy="144462"/>
            </a:xfrm>
            <a:custGeom>
              <a:avLst/>
              <a:gdLst>
                <a:gd name="T0" fmla="*/ 0 w 490"/>
                <a:gd name="T1" fmla="*/ 199 h 400"/>
                <a:gd name="T2" fmla="*/ 244 w 490"/>
                <a:gd name="T3" fmla="*/ 0 h 400"/>
                <a:gd name="T4" fmla="*/ 489 w 490"/>
                <a:gd name="T5" fmla="*/ 199 h 400"/>
                <a:gd name="T6" fmla="*/ 244 w 490"/>
                <a:gd name="T7" fmla="*/ 399 h 400"/>
                <a:gd name="T8" fmla="*/ 0 w 490"/>
                <a:gd name="T9" fmla="*/ 199 h 400"/>
                <a:gd name="T10" fmla="*/ 87 w 490"/>
                <a:gd name="T11" fmla="*/ 199 h 400"/>
                <a:gd name="T12" fmla="*/ 247 w 490"/>
                <a:gd name="T13" fmla="*/ 339 h 400"/>
                <a:gd name="T14" fmla="*/ 406 w 490"/>
                <a:gd name="T15" fmla="*/ 199 h 400"/>
                <a:gd name="T16" fmla="*/ 247 w 490"/>
                <a:gd name="T17" fmla="*/ 60 h 400"/>
                <a:gd name="T18" fmla="*/ 87 w 490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0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9" y="90"/>
                    <a:pt x="489" y="199"/>
                  </a:cubicBezTo>
                  <a:cubicBezTo>
                    <a:pt x="489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7" y="199"/>
                  </a:moveTo>
                  <a:cubicBezTo>
                    <a:pt x="87" y="277"/>
                    <a:pt x="152" y="339"/>
                    <a:pt x="247" y="339"/>
                  </a:cubicBezTo>
                  <a:cubicBezTo>
                    <a:pt x="342" y="339"/>
                    <a:pt x="406" y="277"/>
                    <a:pt x="406" y="199"/>
                  </a:cubicBezTo>
                  <a:cubicBezTo>
                    <a:pt x="406" y="122"/>
                    <a:pt x="342" y="60"/>
                    <a:pt x="247" y="60"/>
                  </a:cubicBezTo>
                  <a:cubicBezTo>
                    <a:pt x="152" y="60"/>
                    <a:pt x="87" y="122"/>
                    <a:pt x="87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" name="Freeform 13"/>
            <p:cNvSpPr>
              <a:spLocks noChangeArrowheads="1"/>
            </p:cNvSpPr>
            <p:nvPr/>
          </p:nvSpPr>
          <p:spPr bwMode="auto">
            <a:xfrm>
              <a:off x="3306763" y="1011238"/>
              <a:ext cx="158750" cy="142875"/>
            </a:xfrm>
            <a:custGeom>
              <a:avLst/>
              <a:gdLst>
                <a:gd name="T0" fmla="*/ 244 w 439"/>
                <a:gd name="T1" fmla="*/ 0 h 397"/>
                <a:gd name="T2" fmla="*/ 416 w 439"/>
                <a:gd name="T3" fmla="*/ 55 h 397"/>
                <a:gd name="T4" fmla="*/ 378 w 439"/>
                <a:gd name="T5" fmla="*/ 105 h 397"/>
                <a:gd name="T6" fmla="*/ 249 w 439"/>
                <a:gd name="T7" fmla="*/ 60 h 397"/>
                <a:gd name="T8" fmla="*/ 87 w 439"/>
                <a:gd name="T9" fmla="*/ 199 h 397"/>
                <a:gd name="T10" fmla="*/ 246 w 439"/>
                <a:gd name="T11" fmla="*/ 339 h 397"/>
                <a:gd name="T12" fmla="*/ 356 w 439"/>
                <a:gd name="T13" fmla="*/ 309 h 397"/>
                <a:gd name="T14" fmla="*/ 356 w 439"/>
                <a:gd name="T15" fmla="*/ 234 h 397"/>
                <a:gd name="T16" fmla="*/ 239 w 439"/>
                <a:gd name="T17" fmla="*/ 234 h 397"/>
                <a:gd name="T18" fmla="*/ 239 w 439"/>
                <a:gd name="T19" fmla="*/ 174 h 397"/>
                <a:gd name="T20" fmla="*/ 438 w 439"/>
                <a:gd name="T21" fmla="*/ 174 h 397"/>
                <a:gd name="T22" fmla="*/ 438 w 439"/>
                <a:gd name="T23" fmla="*/ 336 h 397"/>
                <a:gd name="T24" fmla="*/ 244 w 439"/>
                <a:gd name="T25" fmla="*/ 396 h 397"/>
                <a:gd name="T26" fmla="*/ 2 w 439"/>
                <a:gd name="T27" fmla="*/ 197 h 397"/>
                <a:gd name="T28" fmla="*/ 244 w 439"/>
                <a:gd name="T2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9" h="397">
                  <a:moveTo>
                    <a:pt x="244" y="0"/>
                  </a:moveTo>
                  <a:cubicBezTo>
                    <a:pt x="304" y="0"/>
                    <a:pt x="366" y="18"/>
                    <a:pt x="416" y="55"/>
                  </a:cubicBezTo>
                  <a:lnTo>
                    <a:pt x="378" y="105"/>
                  </a:lnTo>
                  <a:cubicBezTo>
                    <a:pt x="336" y="75"/>
                    <a:pt x="301" y="60"/>
                    <a:pt x="249" y="60"/>
                  </a:cubicBezTo>
                  <a:cubicBezTo>
                    <a:pt x="157" y="60"/>
                    <a:pt x="87" y="115"/>
                    <a:pt x="87" y="199"/>
                  </a:cubicBezTo>
                  <a:cubicBezTo>
                    <a:pt x="87" y="282"/>
                    <a:pt x="149" y="339"/>
                    <a:pt x="246" y="339"/>
                  </a:cubicBezTo>
                  <a:cubicBezTo>
                    <a:pt x="289" y="339"/>
                    <a:pt x="329" y="326"/>
                    <a:pt x="356" y="309"/>
                  </a:cubicBezTo>
                  <a:lnTo>
                    <a:pt x="356" y="234"/>
                  </a:lnTo>
                  <a:lnTo>
                    <a:pt x="239" y="234"/>
                  </a:lnTo>
                  <a:lnTo>
                    <a:pt x="239" y="174"/>
                  </a:lnTo>
                  <a:lnTo>
                    <a:pt x="438" y="174"/>
                  </a:lnTo>
                  <a:lnTo>
                    <a:pt x="438" y="336"/>
                  </a:lnTo>
                  <a:cubicBezTo>
                    <a:pt x="391" y="369"/>
                    <a:pt x="326" y="396"/>
                    <a:pt x="244" y="396"/>
                  </a:cubicBezTo>
                  <a:cubicBezTo>
                    <a:pt x="99" y="396"/>
                    <a:pt x="2" y="309"/>
                    <a:pt x="2" y="197"/>
                  </a:cubicBezTo>
                  <a:cubicBezTo>
                    <a:pt x="0" y="72"/>
                    <a:pt x="117" y="0"/>
                    <a:pt x="244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3" name="Freeform 14"/>
            <p:cNvSpPr>
              <a:spLocks noChangeArrowheads="1"/>
            </p:cNvSpPr>
            <p:nvPr/>
          </p:nvSpPr>
          <p:spPr bwMode="auto">
            <a:xfrm>
              <a:off x="3505200" y="1014413"/>
              <a:ext cx="30163" cy="139700"/>
            </a:xfrm>
            <a:custGeom>
              <a:avLst/>
              <a:gdLst>
                <a:gd name="T0" fmla="*/ 0 w 83"/>
                <a:gd name="T1" fmla="*/ 0 h 387"/>
                <a:gd name="T2" fmla="*/ 82 w 83"/>
                <a:gd name="T3" fmla="*/ 0 h 387"/>
                <a:gd name="T4" fmla="*/ 82 w 83"/>
                <a:gd name="T5" fmla="*/ 386 h 387"/>
                <a:gd name="T6" fmla="*/ 0 w 83"/>
                <a:gd name="T7" fmla="*/ 386 h 387"/>
                <a:gd name="T8" fmla="*/ 0 w 83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387">
                  <a:moveTo>
                    <a:pt x="0" y="0"/>
                  </a:moveTo>
                  <a:lnTo>
                    <a:pt x="82" y="0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4" name="Freeform 15"/>
            <p:cNvSpPr>
              <a:spLocks noChangeArrowheads="1"/>
            </p:cNvSpPr>
            <p:nvPr/>
          </p:nvSpPr>
          <p:spPr bwMode="auto">
            <a:xfrm>
              <a:off x="3576638" y="1014413"/>
              <a:ext cx="128587" cy="139700"/>
            </a:xfrm>
            <a:custGeom>
              <a:avLst/>
              <a:gdLst>
                <a:gd name="T0" fmla="*/ 0 w 357"/>
                <a:gd name="T1" fmla="*/ 274 h 387"/>
                <a:gd name="T2" fmla="*/ 0 w 357"/>
                <a:gd name="T3" fmla="*/ 0 h 387"/>
                <a:gd name="T4" fmla="*/ 349 w 357"/>
                <a:gd name="T5" fmla="*/ 0 h 387"/>
                <a:gd name="T6" fmla="*/ 349 w 357"/>
                <a:gd name="T7" fmla="*/ 62 h 387"/>
                <a:gd name="T8" fmla="*/ 82 w 357"/>
                <a:gd name="T9" fmla="*/ 62 h 387"/>
                <a:gd name="T10" fmla="*/ 82 w 357"/>
                <a:gd name="T11" fmla="*/ 154 h 387"/>
                <a:gd name="T12" fmla="*/ 326 w 357"/>
                <a:gd name="T13" fmla="*/ 154 h 387"/>
                <a:gd name="T14" fmla="*/ 326 w 357"/>
                <a:gd name="T15" fmla="*/ 214 h 387"/>
                <a:gd name="T16" fmla="*/ 82 w 357"/>
                <a:gd name="T17" fmla="*/ 214 h 387"/>
                <a:gd name="T18" fmla="*/ 82 w 357"/>
                <a:gd name="T19" fmla="*/ 274 h 387"/>
                <a:gd name="T20" fmla="*/ 130 w 357"/>
                <a:gd name="T21" fmla="*/ 323 h 387"/>
                <a:gd name="T22" fmla="*/ 356 w 357"/>
                <a:gd name="T23" fmla="*/ 323 h 387"/>
                <a:gd name="T24" fmla="*/ 356 w 357"/>
                <a:gd name="T25" fmla="*/ 386 h 387"/>
                <a:gd name="T26" fmla="*/ 110 w 357"/>
                <a:gd name="T27" fmla="*/ 386 h 387"/>
                <a:gd name="T28" fmla="*/ 0 w 357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7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2" y="62"/>
                  </a:lnTo>
                  <a:lnTo>
                    <a:pt x="82" y="154"/>
                  </a:lnTo>
                  <a:lnTo>
                    <a:pt x="326" y="154"/>
                  </a:lnTo>
                  <a:lnTo>
                    <a:pt x="326" y="214"/>
                  </a:lnTo>
                  <a:lnTo>
                    <a:pt x="82" y="214"/>
                  </a:lnTo>
                  <a:lnTo>
                    <a:pt x="82" y="274"/>
                  </a:lnTo>
                  <a:cubicBezTo>
                    <a:pt x="82" y="308"/>
                    <a:pt x="97" y="323"/>
                    <a:pt x="130" y="323"/>
                  </a:cubicBezTo>
                  <a:lnTo>
                    <a:pt x="356" y="323"/>
                  </a:lnTo>
                  <a:lnTo>
                    <a:pt x="356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" name="Freeform 16"/>
            <p:cNvSpPr>
              <a:spLocks noChangeArrowheads="1"/>
            </p:cNvSpPr>
            <p:nvPr/>
          </p:nvSpPr>
          <p:spPr bwMode="auto">
            <a:xfrm>
              <a:off x="373221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5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7 w 417"/>
                <a:gd name="T17" fmla="*/ 110 h 400"/>
                <a:gd name="T18" fmla="*/ 210 w 417"/>
                <a:gd name="T19" fmla="*/ 60 h 400"/>
                <a:gd name="T20" fmla="*/ 103 w 417"/>
                <a:gd name="T21" fmla="*/ 105 h 400"/>
                <a:gd name="T22" fmla="*/ 215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8" y="319"/>
                    <a:pt x="157" y="336"/>
                    <a:pt x="215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2" y="20"/>
                    <a:pt x="404" y="55"/>
                  </a:cubicBezTo>
                  <a:lnTo>
                    <a:pt x="367" y="110"/>
                  </a:lnTo>
                  <a:cubicBezTo>
                    <a:pt x="324" y="77"/>
                    <a:pt x="265" y="60"/>
                    <a:pt x="210" y="60"/>
                  </a:cubicBezTo>
                  <a:cubicBezTo>
                    <a:pt x="155" y="60"/>
                    <a:pt x="103" y="77"/>
                    <a:pt x="103" y="105"/>
                  </a:cubicBezTo>
                  <a:cubicBezTo>
                    <a:pt x="103" y="130"/>
                    <a:pt x="152" y="142"/>
                    <a:pt x="215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8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" name="Freeform 17"/>
            <p:cNvSpPr>
              <a:spLocks noChangeArrowheads="1"/>
            </p:cNvSpPr>
            <p:nvPr/>
          </p:nvSpPr>
          <p:spPr bwMode="auto">
            <a:xfrm>
              <a:off x="4159250" y="1011238"/>
              <a:ext cx="150813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4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1" y="20"/>
                    <a:pt x="404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5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5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7" name="Freeform 18"/>
            <p:cNvSpPr>
              <a:spLocks noChangeArrowheads="1"/>
            </p:cNvSpPr>
            <p:nvPr/>
          </p:nvSpPr>
          <p:spPr bwMode="auto">
            <a:xfrm>
              <a:off x="433863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8" name="Freeform 19"/>
            <p:cNvSpPr>
              <a:spLocks noChangeArrowheads="1"/>
            </p:cNvSpPr>
            <p:nvPr/>
          </p:nvSpPr>
          <p:spPr bwMode="auto">
            <a:xfrm>
              <a:off x="4505325" y="1014413"/>
              <a:ext cx="142875" cy="139700"/>
            </a:xfrm>
            <a:custGeom>
              <a:avLst/>
              <a:gdLst>
                <a:gd name="T0" fmla="*/ 207 w 397"/>
                <a:gd name="T1" fmla="*/ 0 h 387"/>
                <a:gd name="T2" fmla="*/ 384 w 397"/>
                <a:gd name="T3" fmla="*/ 125 h 387"/>
                <a:gd name="T4" fmla="*/ 269 w 397"/>
                <a:gd name="T5" fmla="*/ 239 h 387"/>
                <a:gd name="T6" fmla="*/ 396 w 397"/>
                <a:gd name="T7" fmla="*/ 386 h 387"/>
                <a:gd name="T8" fmla="*/ 299 w 397"/>
                <a:gd name="T9" fmla="*/ 386 h 387"/>
                <a:gd name="T10" fmla="*/ 185 w 397"/>
                <a:gd name="T11" fmla="*/ 252 h 387"/>
                <a:gd name="T12" fmla="*/ 82 w 397"/>
                <a:gd name="T13" fmla="*/ 252 h 387"/>
                <a:gd name="T14" fmla="*/ 82 w 397"/>
                <a:gd name="T15" fmla="*/ 386 h 387"/>
                <a:gd name="T16" fmla="*/ 0 w 397"/>
                <a:gd name="T17" fmla="*/ 386 h 387"/>
                <a:gd name="T18" fmla="*/ 0 w 397"/>
                <a:gd name="T19" fmla="*/ 0 h 387"/>
                <a:gd name="T20" fmla="*/ 207 w 397"/>
                <a:gd name="T21" fmla="*/ 0 h 387"/>
                <a:gd name="T22" fmla="*/ 202 w 397"/>
                <a:gd name="T23" fmla="*/ 192 h 387"/>
                <a:gd name="T24" fmla="*/ 299 w 397"/>
                <a:gd name="T25" fmla="*/ 125 h 387"/>
                <a:gd name="T26" fmla="*/ 202 w 397"/>
                <a:gd name="T27" fmla="*/ 62 h 387"/>
                <a:gd name="T28" fmla="*/ 82 w 397"/>
                <a:gd name="T29" fmla="*/ 62 h 387"/>
                <a:gd name="T30" fmla="*/ 82 w 397"/>
                <a:gd name="T31" fmla="*/ 192 h 387"/>
                <a:gd name="T32" fmla="*/ 202 w 397"/>
                <a:gd name="T33" fmla="*/ 19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7" h="387">
                  <a:moveTo>
                    <a:pt x="207" y="0"/>
                  </a:moveTo>
                  <a:cubicBezTo>
                    <a:pt x="304" y="0"/>
                    <a:pt x="384" y="40"/>
                    <a:pt x="384" y="125"/>
                  </a:cubicBezTo>
                  <a:cubicBezTo>
                    <a:pt x="384" y="192"/>
                    <a:pt x="337" y="227"/>
                    <a:pt x="269" y="239"/>
                  </a:cubicBezTo>
                  <a:lnTo>
                    <a:pt x="396" y="386"/>
                  </a:lnTo>
                  <a:lnTo>
                    <a:pt x="299" y="386"/>
                  </a:lnTo>
                  <a:lnTo>
                    <a:pt x="185" y="252"/>
                  </a:lnTo>
                  <a:lnTo>
                    <a:pt x="82" y="252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207" y="0"/>
                  </a:lnTo>
                  <a:close/>
                  <a:moveTo>
                    <a:pt x="202" y="192"/>
                  </a:moveTo>
                  <a:cubicBezTo>
                    <a:pt x="259" y="192"/>
                    <a:pt x="299" y="167"/>
                    <a:pt x="299" y="125"/>
                  </a:cubicBezTo>
                  <a:cubicBezTo>
                    <a:pt x="299" y="85"/>
                    <a:pt x="264" y="62"/>
                    <a:pt x="202" y="62"/>
                  </a:cubicBezTo>
                  <a:lnTo>
                    <a:pt x="82" y="62"/>
                  </a:lnTo>
                  <a:lnTo>
                    <a:pt x="82" y="192"/>
                  </a:lnTo>
                  <a:lnTo>
                    <a:pt x="202" y="192"/>
                  </a:ln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9" name="Freeform 20"/>
            <p:cNvSpPr>
              <a:spLocks noChangeArrowheads="1"/>
            </p:cNvSpPr>
            <p:nvPr/>
          </p:nvSpPr>
          <p:spPr bwMode="auto">
            <a:xfrm>
              <a:off x="4657725" y="1014413"/>
              <a:ext cx="169863" cy="139700"/>
            </a:xfrm>
            <a:custGeom>
              <a:avLst/>
              <a:gdLst>
                <a:gd name="T0" fmla="*/ 469 w 470"/>
                <a:gd name="T1" fmla="*/ 0 h 387"/>
                <a:gd name="T2" fmla="*/ 277 w 470"/>
                <a:gd name="T3" fmla="*/ 386 h 387"/>
                <a:gd name="T4" fmla="*/ 192 w 470"/>
                <a:gd name="T5" fmla="*/ 386 h 387"/>
                <a:gd name="T6" fmla="*/ 0 w 470"/>
                <a:gd name="T7" fmla="*/ 0 h 387"/>
                <a:gd name="T8" fmla="*/ 95 w 470"/>
                <a:gd name="T9" fmla="*/ 0 h 387"/>
                <a:gd name="T10" fmla="*/ 239 w 470"/>
                <a:gd name="T11" fmla="*/ 304 h 387"/>
                <a:gd name="T12" fmla="*/ 384 w 470"/>
                <a:gd name="T13" fmla="*/ 0 h 387"/>
                <a:gd name="T14" fmla="*/ 469 w 470"/>
                <a:gd name="T1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0" h="387">
                  <a:moveTo>
                    <a:pt x="469" y="0"/>
                  </a:moveTo>
                  <a:lnTo>
                    <a:pt x="277" y="386"/>
                  </a:lnTo>
                  <a:lnTo>
                    <a:pt x="192" y="386"/>
                  </a:lnTo>
                  <a:lnTo>
                    <a:pt x="0" y="0"/>
                  </a:lnTo>
                  <a:lnTo>
                    <a:pt x="95" y="0"/>
                  </a:lnTo>
                  <a:lnTo>
                    <a:pt x="239" y="304"/>
                  </a:lnTo>
                  <a:lnTo>
                    <a:pt x="384" y="0"/>
                  </a:lnTo>
                  <a:lnTo>
                    <a:pt x="469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" name="Freeform 21"/>
            <p:cNvSpPr>
              <a:spLocks noChangeArrowheads="1"/>
            </p:cNvSpPr>
            <p:nvPr/>
          </p:nvSpPr>
          <p:spPr bwMode="auto">
            <a:xfrm>
              <a:off x="4846638" y="1014413"/>
              <a:ext cx="30162" cy="139700"/>
            </a:xfrm>
            <a:custGeom>
              <a:avLst/>
              <a:gdLst>
                <a:gd name="T0" fmla="*/ 0 w 84"/>
                <a:gd name="T1" fmla="*/ 0 h 387"/>
                <a:gd name="T2" fmla="*/ 83 w 84"/>
                <a:gd name="T3" fmla="*/ 0 h 387"/>
                <a:gd name="T4" fmla="*/ 83 w 84"/>
                <a:gd name="T5" fmla="*/ 386 h 387"/>
                <a:gd name="T6" fmla="*/ 0 w 84"/>
                <a:gd name="T7" fmla="*/ 386 h 387"/>
                <a:gd name="T8" fmla="*/ 0 w 84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87">
                  <a:moveTo>
                    <a:pt x="0" y="0"/>
                  </a:moveTo>
                  <a:lnTo>
                    <a:pt x="83" y="0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1" name="Freeform 22"/>
            <p:cNvSpPr>
              <a:spLocks noChangeArrowheads="1"/>
            </p:cNvSpPr>
            <p:nvPr/>
          </p:nvSpPr>
          <p:spPr bwMode="auto">
            <a:xfrm>
              <a:off x="4910138" y="1011238"/>
              <a:ext cx="152400" cy="144462"/>
            </a:xfrm>
            <a:custGeom>
              <a:avLst/>
              <a:gdLst>
                <a:gd name="T0" fmla="*/ 246 w 424"/>
                <a:gd name="T1" fmla="*/ 0 h 400"/>
                <a:gd name="T2" fmla="*/ 418 w 424"/>
                <a:gd name="T3" fmla="*/ 55 h 400"/>
                <a:gd name="T4" fmla="*/ 381 w 424"/>
                <a:gd name="T5" fmla="*/ 105 h 400"/>
                <a:gd name="T6" fmla="*/ 251 w 424"/>
                <a:gd name="T7" fmla="*/ 60 h 400"/>
                <a:gd name="T8" fmla="*/ 89 w 424"/>
                <a:gd name="T9" fmla="*/ 199 h 400"/>
                <a:gd name="T10" fmla="*/ 251 w 424"/>
                <a:gd name="T11" fmla="*/ 339 h 400"/>
                <a:gd name="T12" fmla="*/ 386 w 424"/>
                <a:gd name="T13" fmla="*/ 292 h 400"/>
                <a:gd name="T14" fmla="*/ 423 w 424"/>
                <a:gd name="T15" fmla="*/ 341 h 400"/>
                <a:gd name="T16" fmla="*/ 244 w 424"/>
                <a:gd name="T17" fmla="*/ 399 h 400"/>
                <a:gd name="T18" fmla="*/ 0 w 424"/>
                <a:gd name="T19" fmla="*/ 199 h 400"/>
                <a:gd name="T20" fmla="*/ 246 w 424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4" h="400">
                  <a:moveTo>
                    <a:pt x="246" y="0"/>
                  </a:moveTo>
                  <a:cubicBezTo>
                    <a:pt x="306" y="0"/>
                    <a:pt x="368" y="18"/>
                    <a:pt x="418" y="55"/>
                  </a:cubicBezTo>
                  <a:lnTo>
                    <a:pt x="381" y="105"/>
                  </a:lnTo>
                  <a:cubicBezTo>
                    <a:pt x="338" y="75"/>
                    <a:pt x="304" y="60"/>
                    <a:pt x="251" y="60"/>
                  </a:cubicBezTo>
                  <a:cubicBezTo>
                    <a:pt x="159" y="60"/>
                    <a:pt x="89" y="117"/>
                    <a:pt x="89" y="199"/>
                  </a:cubicBezTo>
                  <a:cubicBezTo>
                    <a:pt x="89" y="282"/>
                    <a:pt x="162" y="339"/>
                    <a:pt x="251" y="339"/>
                  </a:cubicBezTo>
                  <a:cubicBezTo>
                    <a:pt x="306" y="339"/>
                    <a:pt x="343" y="321"/>
                    <a:pt x="386" y="292"/>
                  </a:cubicBezTo>
                  <a:lnTo>
                    <a:pt x="423" y="341"/>
                  </a:lnTo>
                  <a:cubicBezTo>
                    <a:pt x="371" y="379"/>
                    <a:pt x="306" y="399"/>
                    <a:pt x="244" y="399"/>
                  </a:cubicBezTo>
                  <a:cubicBezTo>
                    <a:pt x="119" y="399"/>
                    <a:pt x="0" y="324"/>
                    <a:pt x="0" y="199"/>
                  </a:cubicBezTo>
                  <a:cubicBezTo>
                    <a:pt x="5" y="72"/>
                    <a:pt x="122" y="0"/>
                    <a:pt x="246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2" name="Freeform 23"/>
            <p:cNvSpPr>
              <a:spLocks noChangeArrowheads="1"/>
            </p:cNvSpPr>
            <p:nvPr/>
          </p:nvSpPr>
          <p:spPr bwMode="auto">
            <a:xfrm>
              <a:off x="509428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3" name="Freeform 24"/>
            <p:cNvSpPr>
              <a:spLocks noChangeArrowheads="1"/>
            </p:cNvSpPr>
            <p:nvPr/>
          </p:nvSpPr>
          <p:spPr bwMode="auto">
            <a:xfrm>
              <a:off x="524986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7 w 417"/>
                <a:gd name="T3" fmla="*/ 282 h 400"/>
                <a:gd name="T4" fmla="*/ 214 w 417"/>
                <a:gd name="T5" fmla="*/ 336 h 400"/>
                <a:gd name="T6" fmla="*/ 326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3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1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7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6" y="336"/>
                    <a:pt x="326" y="319"/>
                    <a:pt x="326" y="289"/>
                  </a:cubicBezTo>
                  <a:cubicBezTo>
                    <a:pt x="326" y="259"/>
                    <a:pt x="271" y="247"/>
                    <a:pt x="207" y="234"/>
                  </a:cubicBezTo>
                  <a:cubicBezTo>
                    <a:pt x="119" y="214"/>
                    <a:pt x="15" y="194"/>
                    <a:pt x="15" y="117"/>
                  </a:cubicBezTo>
                  <a:cubicBezTo>
                    <a:pt x="15" y="45"/>
                    <a:pt x="104" y="0"/>
                    <a:pt x="207" y="0"/>
                  </a:cubicBezTo>
                  <a:cubicBezTo>
                    <a:pt x="276" y="0"/>
                    <a:pt x="351" y="20"/>
                    <a:pt x="403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4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1" y="396"/>
                  </a:cubicBezTo>
                  <a:cubicBezTo>
                    <a:pt x="137" y="399"/>
                    <a:pt x="57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4" name="Freeform 25"/>
            <p:cNvSpPr>
              <a:spLocks noChangeArrowheads="1"/>
            </p:cNvSpPr>
            <p:nvPr/>
          </p:nvSpPr>
          <p:spPr bwMode="auto">
            <a:xfrm>
              <a:off x="1874838" y="769938"/>
              <a:ext cx="203200" cy="192087"/>
            </a:xfrm>
            <a:custGeom>
              <a:avLst/>
              <a:gdLst>
                <a:gd name="T0" fmla="*/ 326 w 564"/>
                <a:gd name="T1" fmla="*/ 0 h 533"/>
                <a:gd name="T2" fmla="*/ 555 w 564"/>
                <a:gd name="T3" fmla="*/ 72 h 533"/>
                <a:gd name="T4" fmla="*/ 503 w 564"/>
                <a:gd name="T5" fmla="*/ 139 h 533"/>
                <a:gd name="T6" fmla="*/ 331 w 564"/>
                <a:gd name="T7" fmla="*/ 80 h 533"/>
                <a:gd name="T8" fmla="*/ 114 w 564"/>
                <a:gd name="T9" fmla="*/ 267 h 533"/>
                <a:gd name="T10" fmla="*/ 331 w 564"/>
                <a:gd name="T11" fmla="*/ 453 h 533"/>
                <a:gd name="T12" fmla="*/ 510 w 564"/>
                <a:gd name="T13" fmla="*/ 391 h 533"/>
                <a:gd name="T14" fmla="*/ 563 w 564"/>
                <a:gd name="T15" fmla="*/ 458 h 533"/>
                <a:gd name="T16" fmla="*/ 323 w 564"/>
                <a:gd name="T17" fmla="*/ 532 h 533"/>
                <a:gd name="T18" fmla="*/ 0 w 564"/>
                <a:gd name="T19" fmla="*/ 267 h 533"/>
                <a:gd name="T20" fmla="*/ 326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7"/>
                  </a:cubicBezTo>
                  <a:cubicBezTo>
                    <a:pt x="114" y="376"/>
                    <a:pt x="209" y="453"/>
                    <a:pt x="331" y="453"/>
                  </a:cubicBezTo>
                  <a:cubicBezTo>
                    <a:pt x="403" y="453"/>
                    <a:pt x="453" y="431"/>
                    <a:pt x="510" y="391"/>
                  </a:cubicBezTo>
                  <a:lnTo>
                    <a:pt x="563" y="458"/>
                  </a:lnTo>
                  <a:cubicBezTo>
                    <a:pt x="493" y="507"/>
                    <a:pt x="408" y="532"/>
                    <a:pt x="323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5" name="Freeform 26"/>
            <p:cNvSpPr>
              <a:spLocks noChangeArrowheads="1"/>
            </p:cNvSpPr>
            <p:nvPr/>
          </p:nvSpPr>
          <p:spPr bwMode="auto">
            <a:xfrm>
              <a:off x="2117725" y="773113"/>
              <a:ext cx="188913" cy="184150"/>
            </a:xfrm>
            <a:custGeom>
              <a:avLst/>
              <a:gdLst>
                <a:gd name="T0" fmla="*/ 276 w 526"/>
                <a:gd name="T1" fmla="*/ 0 h 513"/>
                <a:gd name="T2" fmla="*/ 510 w 526"/>
                <a:gd name="T3" fmla="*/ 164 h 513"/>
                <a:gd name="T4" fmla="*/ 358 w 526"/>
                <a:gd name="T5" fmla="*/ 319 h 513"/>
                <a:gd name="T6" fmla="*/ 525 w 526"/>
                <a:gd name="T7" fmla="*/ 512 h 513"/>
                <a:gd name="T8" fmla="*/ 396 w 526"/>
                <a:gd name="T9" fmla="*/ 512 h 513"/>
                <a:gd name="T10" fmla="*/ 244 w 526"/>
                <a:gd name="T11" fmla="*/ 334 h 513"/>
                <a:gd name="T12" fmla="*/ 109 w 526"/>
                <a:gd name="T13" fmla="*/ 334 h 513"/>
                <a:gd name="T14" fmla="*/ 109 w 526"/>
                <a:gd name="T15" fmla="*/ 512 h 513"/>
                <a:gd name="T16" fmla="*/ 0 w 526"/>
                <a:gd name="T17" fmla="*/ 512 h 513"/>
                <a:gd name="T18" fmla="*/ 0 w 526"/>
                <a:gd name="T19" fmla="*/ 0 h 513"/>
                <a:gd name="T20" fmla="*/ 276 w 526"/>
                <a:gd name="T21" fmla="*/ 0 h 513"/>
                <a:gd name="T22" fmla="*/ 269 w 526"/>
                <a:gd name="T23" fmla="*/ 254 h 513"/>
                <a:gd name="T24" fmla="*/ 396 w 526"/>
                <a:gd name="T25" fmla="*/ 167 h 513"/>
                <a:gd name="T26" fmla="*/ 266 w 526"/>
                <a:gd name="T27" fmla="*/ 82 h 513"/>
                <a:gd name="T28" fmla="*/ 109 w 526"/>
                <a:gd name="T29" fmla="*/ 82 h 513"/>
                <a:gd name="T30" fmla="*/ 109 w 526"/>
                <a:gd name="T31" fmla="*/ 254 h 513"/>
                <a:gd name="T32" fmla="*/ 269 w 526"/>
                <a:gd name="T33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6" h="513">
                  <a:moveTo>
                    <a:pt x="276" y="0"/>
                  </a:moveTo>
                  <a:cubicBezTo>
                    <a:pt x="406" y="0"/>
                    <a:pt x="510" y="52"/>
                    <a:pt x="510" y="164"/>
                  </a:cubicBezTo>
                  <a:cubicBezTo>
                    <a:pt x="510" y="252"/>
                    <a:pt x="446" y="299"/>
                    <a:pt x="358" y="319"/>
                  </a:cubicBezTo>
                  <a:lnTo>
                    <a:pt x="525" y="512"/>
                  </a:lnTo>
                  <a:lnTo>
                    <a:pt x="396" y="512"/>
                  </a:lnTo>
                  <a:lnTo>
                    <a:pt x="244" y="334"/>
                  </a:lnTo>
                  <a:lnTo>
                    <a:pt x="109" y="334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276" y="0"/>
                  </a:lnTo>
                  <a:close/>
                  <a:moveTo>
                    <a:pt x="269" y="254"/>
                  </a:moveTo>
                  <a:cubicBezTo>
                    <a:pt x="346" y="254"/>
                    <a:pt x="396" y="222"/>
                    <a:pt x="396" y="167"/>
                  </a:cubicBezTo>
                  <a:cubicBezTo>
                    <a:pt x="396" y="112"/>
                    <a:pt x="348" y="82"/>
                    <a:pt x="266" y="82"/>
                  </a:cubicBezTo>
                  <a:lnTo>
                    <a:pt x="109" y="82"/>
                  </a:lnTo>
                  <a:lnTo>
                    <a:pt x="109" y="254"/>
                  </a:lnTo>
                  <a:lnTo>
                    <a:pt x="269" y="254"/>
                  </a:lnTo>
                  <a:close/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6" name="Freeform 27"/>
            <p:cNvSpPr>
              <a:spLocks noChangeArrowheads="1"/>
            </p:cNvSpPr>
            <p:nvPr/>
          </p:nvSpPr>
          <p:spPr bwMode="auto">
            <a:xfrm>
              <a:off x="2346325" y="720725"/>
              <a:ext cx="171450" cy="238125"/>
            </a:xfrm>
            <a:custGeom>
              <a:avLst/>
              <a:gdLst>
                <a:gd name="T0" fmla="*/ 0 w 477"/>
                <a:gd name="T1" fmla="*/ 511 h 660"/>
                <a:gd name="T2" fmla="*/ 0 w 477"/>
                <a:gd name="T3" fmla="*/ 144 h 660"/>
                <a:gd name="T4" fmla="*/ 466 w 477"/>
                <a:gd name="T5" fmla="*/ 144 h 660"/>
                <a:gd name="T6" fmla="*/ 466 w 477"/>
                <a:gd name="T7" fmla="*/ 227 h 660"/>
                <a:gd name="T8" fmla="*/ 110 w 477"/>
                <a:gd name="T9" fmla="*/ 227 h 660"/>
                <a:gd name="T10" fmla="*/ 110 w 477"/>
                <a:gd name="T11" fmla="*/ 351 h 660"/>
                <a:gd name="T12" fmla="*/ 436 w 477"/>
                <a:gd name="T13" fmla="*/ 351 h 660"/>
                <a:gd name="T14" fmla="*/ 436 w 477"/>
                <a:gd name="T15" fmla="*/ 431 h 660"/>
                <a:gd name="T16" fmla="*/ 110 w 477"/>
                <a:gd name="T17" fmla="*/ 431 h 660"/>
                <a:gd name="T18" fmla="*/ 110 w 477"/>
                <a:gd name="T19" fmla="*/ 511 h 660"/>
                <a:gd name="T20" fmla="*/ 175 w 477"/>
                <a:gd name="T21" fmla="*/ 578 h 660"/>
                <a:gd name="T22" fmla="*/ 476 w 477"/>
                <a:gd name="T23" fmla="*/ 578 h 660"/>
                <a:gd name="T24" fmla="*/ 476 w 477"/>
                <a:gd name="T25" fmla="*/ 659 h 660"/>
                <a:gd name="T26" fmla="*/ 150 w 477"/>
                <a:gd name="T27" fmla="*/ 659 h 660"/>
                <a:gd name="T28" fmla="*/ 0 w 477"/>
                <a:gd name="T29" fmla="*/ 511 h 660"/>
                <a:gd name="T30" fmla="*/ 354 w 477"/>
                <a:gd name="T31" fmla="*/ 0 h 660"/>
                <a:gd name="T32" fmla="*/ 269 w 477"/>
                <a:gd name="T33" fmla="*/ 90 h 660"/>
                <a:gd name="T34" fmla="*/ 175 w 477"/>
                <a:gd name="T35" fmla="*/ 90 h 660"/>
                <a:gd name="T36" fmla="*/ 239 w 477"/>
                <a:gd name="T37" fmla="*/ 0 h 660"/>
                <a:gd name="T38" fmla="*/ 354 w 477"/>
                <a:gd name="T39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7" h="660">
                  <a:moveTo>
                    <a:pt x="0" y="511"/>
                  </a:moveTo>
                  <a:lnTo>
                    <a:pt x="0" y="144"/>
                  </a:lnTo>
                  <a:lnTo>
                    <a:pt x="466" y="144"/>
                  </a:lnTo>
                  <a:lnTo>
                    <a:pt x="466" y="227"/>
                  </a:lnTo>
                  <a:lnTo>
                    <a:pt x="110" y="227"/>
                  </a:lnTo>
                  <a:lnTo>
                    <a:pt x="110" y="351"/>
                  </a:lnTo>
                  <a:lnTo>
                    <a:pt x="436" y="351"/>
                  </a:lnTo>
                  <a:lnTo>
                    <a:pt x="436" y="431"/>
                  </a:lnTo>
                  <a:lnTo>
                    <a:pt x="110" y="431"/>
                  </a:lnTo>
                  <a:lnTo>
                    <a:pt x="110" y="511"/>
                  </a:lnTo>
                  <a:cubicBezTo>
                    <a:pt x="110" y="555"/>
                    <a:pt x="132" y="578"/>
                    <a:pt x="175" y="578"/>
                  </a:cubicBezTo>
                  <a:lnTo>
                    <a:pt x="476" y="578"/>
                  </a:lnTo>
                  <a:lnTo>
                    <a:pt x="476" y="659"/>
                  </a:lnTo>
                  <a:lnTo>
                    <a:pt x="150" y="659"/>
                  </a:lnTo>
                  <a:cubicBezTo>
                    <a:pt x="55" y="659"/>
                    <a:pt x="0" y="605"/>
                    <a:pt x="0" y="511"/>
                  </a:cubicBezTo>
                  <a:close/>
                  <a:moveTo>
                    <a:pt x="354" y="0"/>
                  </a:moveTo>
                  <a:lnTo>
                    <a:pt x="269" y="90"/>
                  </a:lnTo>
                  <a:lnTo>
                    <a:pt x="175" y="90"/>
                  </a:lnTo>
                  <a:lnTo>
                    <a:pt x="239" y="0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7" name="Freeform 28"/>
            <p:cNvSpPr>
              <a:spLocks noChangeArrowheads="1"/>
            </p:cNvSpPr>
            <p:nvPr/>
          </p:nvSpPr>
          <p:spPr bwMode="auto">
            <a:xfrm>
              <a:off x="2563813" y="773113"/>
              <a:ext cx="203200" cy="184150"/>
            </a:xfrm>
            <a:custGeom>
              <a:avLst/>
              <a:gdLst>
                <a:gd name="T0" fmla="*/ 0 w 564"/>
                <a:gd name="T1" fmla="*/ 0 h 513"/>
                <a:gd name="T2" fmla="*/ 231 w 564"/>
                <a:gd name="T3" fmla="*/ 0 h 513"/>
                <a:gd name="T4" fmla="*/ 563 w 564"/>
                <a:gd name="T5" fmla="*/ 257 h 513"/>
                <a:gd name="T6" fmla="*/ 231 w 564"/>
                <a:gd name="T7" fmla="*/ 512 h 513"/>
                <a:gd name="T8" fmla="*/ 0 w 564"/>
                <a:gd name="T9" fmla="*/ 512 h 513"/>
                <a:gd name="T10" fmla="*/ 0 w 564"/>
                <a:gd name="T11" fmla="*/ 0 h 513"/>
                <a:gd name="T12" fmla="*/ 239 w 564"/>
                <a:gd name="T13" fmla="*/ 431 h 513"/>
                <a:gd name="T14" fmla="*/ 448 w 564"/>
                <a:gd name="T15" fmla="*/ 257 h 513"/>
                <a:gd name="T16" fmla="*/ 239 w 564"/>
                <a:gd name="T17" fmla="*/ 82 h 513"/>
                <a:gd name="T18" fmla="*/ 109 w 564"/>
                <a:gd name="T19" fmla="*/ 82 h 513"/>
                <a:gd name="T20" fmla="*/ 109 w 564"/>
                <a:gd name="T21" fmla="*/ 431 h 513"/>
                <a:gd name="T22" fmla="*/ 239 w 564"/>
                <a:gd name="T23" fmla="*/ 431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4" h="513">
                  <a:moveTo>
                    <a:pt x="0" y="0"/>
                  </a:moveTo>
                  <a:lnTo>
                    <a:pt x="231" y="0"/>
                  </a:lnTo>
                  <a:cubicBezTo>
                    <a:pt x="431" y="0"/>
                    <a:pt x="563" y="102"/>
                    <a:pt x="563" y="257"/>
                  </a:cubicBezTo>
                  <a:cubicBezTo>
                    <a:pt x="563" y="411"/>
                    <a:pt x="431" y="512"/>
                    <a:pt x="231" y="512"/>
                  </a:cubicBezTo>
                  <a:lnTo>
                    <a:pt x="0" y="512"/>
                  </a:lnTo>
                  <a:lnTo>
                    <a:pt x="0" y="0"/>
                  </a:lnTo>
                  <a:close/>
                  <a:moveTo>
                    <a:pt x="239" y="431"/>
                  </a:moveTo>
                  <a:cubicBezTo>
                    <a:pt x="363" y="431"/>
                    <a:pt x="448" y="361"/>
                    <a:pt x="448" y="257"/>
                  </a:cubicBezTo>
                  <a:cubicBezTo>
                    <a:pt x="448" y="152"/>
                    <a:pt x="363" y="82"/>
                    <a:pt x="239" y="82"/>
                  </a:cubicBezTo>
                  <a:lnTo>
                    <a:pt x="109" y="82"/>
                  </a:lnTo>
                  <a:lnTo>
                    <a:pt x="109" y="431"/>
                  </a:lnTo>
                  <a:lnTo>
                    <a:pt x="239" y="431"/>
                  </a:lnTo>
                  <a:close/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" name="Freeform 29"/>
            <p:cNvSpPr>
              <a:spLocks noChangeArrowheads="1"/>
            </p:cNvSpPr>
            <p:nvPr/>
          </p:nvSpPr>
          <p:spPr bwMode="auto">
            <a:xfrm>
              <a:off x="2808288" y="773113"/>
              <a:ext cx="39687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" name="Freeform 30"/>
            <p:cNvSpPr>
              <a:spLocks noChangeArrowheads="1"/>
            </p:cNvSpPr>
            <p:nvPr/>
          </p:nvSpPr>
          <p:spPr bwMode="auto">
            <a:xfrm>
              <a:off x="2887663" y="773113"/>
              <a:ext cx="182562" cy="184150"/>
            </a:xfrm>
            <a:custGeom>
              <a:avLst/>
              <a:gdLst>
                <a:gd name="T0" fmla="*/ 0 w 506"/>
                <a:gd name="T1" fmla="*/ 82 h 513"/>
                <a:gd name="T2" fmla="*/ 0 w 506"/>
                <a:gd name="T3" fmla="*/ 0 h 513"/>
                <a:gd name="T4" fmla="*/ 505 w 506"/>
                <a:gd name="T5" fmla="*/ 0 h 513"/>
                <a:gd name="T6" fmla="*/ 505 w 506"/>
                <a:gd name="T7" fmla="*/ 82 h 513"/>
                <a:gd name="T8" fmla="*/ 309 w 506"/>
                <a:gd name="T9" fmla="*/ 82 h 513"/>
                <a:gd name="T10" fmla="*/ 309 w 506"/>
                <a:gd name="T11" fmla="*/ 512 h 513"/>
                <a:gd name="T12" fmla="*/ 199 w 506"/>
                <a:gd name="T13" fmla="*/ 512 h 513"/>
                <a:gd name="T14" fmla="*/ 199 w 506"/>
                <a:gd name="T15" fmla="*/ 82 h 513"/>
                <a:gd name="T16" fmla="*/ 0 w 506"/>
                <a:gd name="T17" fmla="*/ 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6" h="513">
                  <a:moveTo>
                    <a:pt x="0" y="82"/>
                  </a:moveTo>
                  <a:lnTo>
                    <a:pt x="0" y="0"/>
                  </a:lnTo>
                  <a:lnTo>
                    <a:pt x="505" y="0"/>
                  </a:lnTo>
                  <a:lnTo>
                    <a:pt x="505" y="82"/>
                  </a:lnTo>
                  <a:lnTo>
                    <a:pt x="309" y="82"/>
                  </a:lnTo>
                  <a:lnTo>
                    <a:pt x="309" y="512"/>
                  </a:lnTo>
                  <a:lnTo>
                    <a:pt x="199" y="512"/>
                  </a:lnTo>
                  <a:lnTo>
                    <a:pt x="199" y="82"/>
                  </a:lnTo>
                  <a:lnTo>
                    <a:pt x="0" y="82"/>
                  </a:lnTo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0" name="Freeform 31"/>
            <p:cNvSpPr>
              <a:spLocks noChangeArrowheads="1"/>
            </p:cNvSpPr>
            <p:nvPr/>
          </p:nvSpPr>
          <p:spPr bwMode="auto">
            <a:xfrm>
              <a:off x="3168650" y="773113"/>
              <a:ext cx="231775" cy="184150"/>
            </a:xfrm>
            <a:custGeom>
              <a:avLst/>
              <a:gdLst>
                <a:gd name="T0" fmla="*/ 458 w 646"/>
                <a:gd name="T1" fmla="*/ 389 h 513"/>
                <a:gd name="T2" fmla="*/ 174 w 646"/>
                <a:gd name="T3" fmla="*/ 389 h 513"/>
                <a:gd name="T4" fmla="*/ 112 w 646"/>
                <a:gd name="T5" fmla="*/ 512 h 513"/>
                <a:gd name="T6" fmla="*/ 0 w 646"/>
                <a:gd name="T7" fmla="*/ 512 h 513"/>
                <a:gd name="T8" fmla="*/ 266 w 646"/>
                <a:gd name="T9" fmla="*/ 0 h 513"/>
                <a:gd name="T10" fmla="*/ 378 w 646"/>
                <a:gd name="T11" fmla="*/ 0 h 513"/>
                <a:gd name="T12" fmla="*/ 645 w 646"/>
                <a:gd name="T13" fmla="*/ 512 h 513"/>
                <a:gd name="T14" fmla="*/ 518 w 646"/>
                <a:gd name="T15" fmla="*/ 512 h 513"/>
                <a:gd name="T16" fmla="*/ 458 w 646"/>
                <a:gd name="T17" fmla="*/ 389 h 513"/>
                <a:gd name="T18" fmla="*/ 418 w 646"/>
                <a:gd name="T19" fmla="*/ 309 h 513"/>
                <a:gd name="T20" fmla="*/ 316 w 646"/>
                <a:gd name="T21" fmla="*/ 105 h 513"/>
                <a:gd name="T22" fmla="*/ 214 w 646"/>
                <a:gd name="T23" fmla="*/ 309 h 513"/>
                <a:gd name="T24" fmla="*/ 418 w 646"/>
                <a:gd name="T25" fmla="*/ 309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6" h="513">
                  <a:moveTo>
                    <a:pt x="458" y="389"/>
                  </a:moveTo>
                  <a:lnTo>
                    <a:pt x="174" y="389"/>
                  </a:lnTo>
                  <a:lnTo>
                    <a:pt x="112" y="512"/>
                  </a:lnTo>
                  <a:lnTo>
                    <a:pt x="0" y="512"/>
                  </a:lnTo>
                  <a:lnTo>
                    <a:pt x="266" y="0"/>
                  </a:lnTo>
                  <a:lnTo>
                    <a:pt x="378" y="0"/>
                  </a:lnTo>
                  <a:lnTo>
                    <a:pt x="645" y="512"/>
                  </a:lnTo>
                  <a:lnTo>
                    <a:pt x="518" y="512"/>
                  </a:lnTo>
                  <a:lnTo>
                    <a:pt x="458" y="389"/>
                  </a:lnTo>
                  <a:close/>
                  <a:moveTo>
                    <a:pt x="418" y="309"/>
                  </a:moveTo>
                  <a:lnTo>
                    <a:pt x="316" y="105"/>
                  </a:lnTo>
                  <a:lnTo>
                    <a:pt x="214" y="309"/>
                  </a:lnTo>
                  <a:lnTo>
                    <a:pt x="418" y="309"/>
                  </a:lnTo>
                  <a:close/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" name="Freeform 32"/>
            <p:cNvSpPr>
              <a:spLocks noChangeArrowheads="1"/>
            </p:cNvSpPr>
            <p:nvPr/>
          </p:nvSpPr>
          <p:spPr bwMode="auto">
            <a:xfrm>
              <a:off x="3411538" y="769938"/>
              <a:ext cx="209550" cy="190500"/>
            </a:xfrm>
            <a:custGeom>
              <a:avLst/>
              <a:gdLst>
                <a:gd name="T0" fmla="*/ 326 w 581"/>
                <a:gd name="T1" fmla="*/ 0 h 531"/>
                <a:gd name="T2" fmla="*/ 555 w 581"/>
                <a:gd name="T3" fmla="*/ 72 h 531"/>
                <a:gd name="T4" fmla="*/ 503 w 581"/>
                <a:gd name="T5" fmla="*/ 139 h 531"/>
                <a:gd name="T6" fmla="*/ 331 w 581"/>
                <a:gd name="T7" fmla="*/ 80 h 531"/>
                <a:gd name="T8" fmla="*/ 114 w 581"/>
                <a:gd name="T9" fmla="*/ 264 h 531"/>
                <a:gd name="T10" fmla="*/ 326 w 581"/>
                <a:gd name="T11" fmla="*/ 451 h 531"/>
                <a:gd name="T12" fmla="*/ 471 w 581"/>
                <a:gd name="T13" fmla="*/ 411 h 531"/>
                <a:gd name="T14" fmla="*/ 471 w 581"/>
                <a:gd name="T15" fmla="*/ 314 h 531"/>
                <a:gd name="T16" fmla="*/ 316 w 581"/>
                <a:gd name="T17" fmla="*/ 314 h 531"/>
                <a:gd name="T18" fmla="*/ 316 w 581"/>
                <a:gd name="T19" fmla="*/ 234 h 531"/>
                <a:gd name="T20" fmla="*/ 580 w 581"/>
                <a:gd name="T21" fmla="*/ 234 h 531"/>
                <a:gd name="T22" fmla="*/ 580 w 581"/>
                <a:gd name="T23" fmla="*/ 451 h 531"/>
                <a:gd name="T24" fmla="*/ 321 w 581"/>
                <a:gd name="T25" fmla="*/ 530 h 531"/>
                <a:gd name="T26" fmla="*/ 0 w 581"/>
                <a:gd name="T27" fmla="*/ 264 h 531"/>
                <a:gd name="T28" fmla="*/ 326 w 581"/>
                <a:gd name="T2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1" h="531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4"/>
                  </a:cubicBezTo>
                  <a:cubicBezTo>
                    <a:pt x="114" y="374"/>
                    <a:pt x="199" y="451"/>
                    <a:pt x="326" y="451"/>
                  </a:cubicBezTo>
                  <a:cubicBezTo>
                    <a:pt x="383" y="451"/>
                    <a:pt x="436" y="436"/>
                    <a:pt x="471" y="411"/>
                  </a:cubicBezTo>
                  <a:lnTo>
                    <a:pt x="471" y="314"/>
                  </a:lnTo>
                  <a:lnTo>
                    <a:pt x="316" y="314"/>
                  </a:lnTo>
                  <a:lnTo>
                    <a:pt x="316" y="234"/>
                  </a:lnTo>
                  <a:lnTo>
                    <a:pt x="580" y="234"/>
                  </a:lnTo>
                  <a:lnTo>
                    <a:pt x="580" y="451"/>
                  </a:lnTo>
                  <a:cubicBezTo>
                    <a:pt x="518" y="495"/>
                    <a:pt x="431" y="530"/>
                    <a:pt x="321" y="530"/>
                  </a:cubicBezTo>
                  <a:cubicBezTo>
                    <a:pt x="127" y="530"/>
                    <a:pt x="0" y="416"/>
                    <a:pt x="0" y="264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" name="Freeform 33"/>
            <p:cNvSpPr>
              <a:spLocks noChangeArrowheads="1"/>
            </p:cNvSpPr>
            <p:nvPr/>
          </p:nvSpPr>
          <p:spPr bwMode="auto">
            <a:xfrm>
              <a:off x="3670300" y="773113"/>
              <a:ext cx="190500" cy="184150"/>
            </a:xfrm>
            <a:custGeom>
              <a:avLst/>
              <a:gdLst>
                <a:gd name="T0" fmla="*/ 3 w 529"/>
                <a:gd name="T1" fmla="*/ 0 h 513"/>
                <a:gd name="T2" fmla="*/ 279 w 529"/>
                <a:gd name="T3" fmla="*/ 0 h 513"/>
                <a:gd name="T4" fmla="*/ 513 w 529"/>
                <a:gd name="T5" fmla="*/ 164 h 513"/>
                <a:gd name="T6" fmla="*/ 361 w 529"/>
                <a:gd name="T7" fmla="*/ 319 h 513"/>
                <a:gd name="T8" fmla="*/ 528 w 529"/>
                <a:gd name="T9" fmla="*/ 512 h 513"/>
                <a:gd name="T10" fmla="*/ 399 w 529"/>
                <a:gd name="T11" fmla="*/ 512 h 513"/>
                <a:gd name="T12" fmla="*/ 247 w 529"/>
                <a:gd name="T13" fmla="*/ 334 h 513"/>
                <a:gd name="T14" fmla="*/ 110 w 529"/>
                <a:gd name="T15" fmla="*/ 334 h 513"/>
                <a:gd name="T16" fmla="*/ 110 w 529"/>
                <a:gd name="T17" fmla="*/ 512 h 513"/>
                <a:gd name="T18" fmla="*/ 0 w 529"/>
                <a:gd name="T19" fmla="*/ 512 h 513"/>
                <a:gd name="T20" fmla="*/ 0 w 529"/>
                <a:gd name="T21" fmla="*/ 0 h 513"/>
                <a:gd name="T22" fmla="*/ 3 w 529"/>
                <a:gd name="T23" fmla="*/ 0 h 513"/>
                <a:gd name="T24" fmla="*/ 272 w 529"/>
                <a:gd name="T25" fmla="*/ 254 h 513"/>
                <a:gd name="T26" fmla="*/ 399 w 529"/>
                <a:gd name="T27" fmla="*/ 167 h 513"/>
                <a:gd name="T28" fmla="*/ 269 w 529"/>
                <a:gd name="T29" fmla="*/ 82 h 513"/>
                <a:gd name="T30" fmla="*/ 110 w 529"/>
                <a:gd name="T31" fmla="*/ 82 h 513"/>
                <a:gd name="T32" fmla="*/ 110 w 529"/>
                <a:gd name="T33" fmla="*/ 254 h 513"/>
                <a:gd name="T34" fmla="*/ 272 w 529"/>
                <a:gd name="T35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9" h="513">
                  <a:moveTo>
                    <a:pt x="3" y="0"/>
                  </a:moveTo>
                  <a:lnTo>
                    <a:pt x="279" y="0"/>
                  </a:lnTo>
                  <a:cubicBezTo>
                    <a:pt x="409" y="0"/>
                    <a:pt x="513" y="52"/>
                    <a:pt x="513" y="164"/>
                  </a:cubicBezTo>
                  <a:cubicBezTo>
                    <a:pt x="513" y="252"/>
                    <a:pt x="448" y="299"/>
                    <a:pt x="361" y="319"/>
                  </a:cubicBezTo>
                  <a:lnTo>
                    <a:pt x="528" y="512"/>
                  </a:lnTo>
                  <a:lnTo>
                    <a:pt x="399" y="512"/>
                  </a:lnTo>
                  <a:lnTo>
                    <a:pt x="247" y="334"/>
                  </a:lnTo>
                  <a:lnTo>
                    <a:pt x="110" y="334"/>
                  </a:lnTo>
                  <a:lnTo>
                    <a:pt x="110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3" y="0"/>
                  </a:lnTo>
                  <a:close/>
                  <a:moveTo>
                    <a:pt x="272" y="254"/>
                  </a:moveTo>
                  <a:cubicBezTo>
                    <a:pt x="349" y="254"/>
                    <a:pt x="399" y="222"/>
                    <a:pt x="399" y="167"/>
                  </a:cubicBezTo>
                  <a:cubicBezTo>
                    <a:pt x="399" y="112"/>
                    <a:pt x="351" y="82"/>
                    <a:pt x="269" y="82"/>
                  </a:cubicBezTo>
                  <a:lnTo>
                    <a:pt x="110" y="82"/>
                  </a:lnTo>
                  <a:lnTo>
                    <a:pt x="110" y="254"/>
                  </a:lnTo>
                  <a:lnTo>
                    <a:pt x="272" y="254"/>
                  </a:lnTo>
                  <a:close/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" name="Freeform 34"/>
            <p:cNvSpPr>
              <a:spLocks noChangeArrowheads="1"/>
            </p:cNvSpPr>
            <p:nvPr/>
          </p:nvSpPr>
          <p:spPr bwMode="auto">
            <a:xfrm>
              <a:off x="3905250" y="773113"/>
              <a:ext cx="39688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" name="Freeform 35"/>
            <p:cNvSpPr>
              <a:spLocks noChangeArrowheads="1"/>
            </p:cNvSpPr>
            <p:nvPr/>
          </p:nvSpPr>
          <p:spPr bwMode="auto">
            <a:xfrm>
              <a:off x="3989388" y="769938"/>
              <a:ext cx="203200" cy="192087"/>
            </a:xfrm>
            <a:custGeom>
              <a:avLst/>
              <a:gdLst>
                <a:gd name="T0" fmla="*/ 327 w 564"/>
                <a:gd name="T1" fmla="*/ 0 h 533"/>
                <a:gd name="T2" fmla="*/ 556 w 564"/>
                <a:gd name="T3" fmla="*/ 72 h 533"/>
                <a:gd name="T4" fmla="*/ 504 w 564"/>
                <a:gd name="T5" fmla="*/ 139 h 533"/>
                <a:gd name="T6" fmla="*/ 332 w 564"/>
                <a:gd name="T7" fmla="*/ 80 h 533"/>
                <a:gd name="T8" fmla="*/ 115 w 564"/>
                <a:gd name="T9" fmla="*/ 267 h 533"/>
                <a:gd name="T10" fmla="*/ 332 w 564"/>
                <a:gd name="T11" fmla="*/ 453 h 533"/>
                <a:gd name="T12" fmla="*/ 511 w 564"/>
                <a:gd name="T13" fmla="*/ 391 h 533"/>
                <a:gd name="T14" fmla="*/ 563 w 564"/>
                <a:gd name="T15" fmla="*/ 458 h 533"/>
                <a:gd name="T16" fmla="*/ 324 w 564"/>
                <a:gd name="T17" fmla="*/ 532 h 533"/>
                <a:gd name="T18" fmla="*/ 0 w 564"/>
                <a:gd name="T19" fmla="*/ 267 h 533"/>
                <a:gd name="T20" fmla="*/ 327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7" y="0"/>
                  </a:moveTo>
                  <a:cubicBezTo>
                    <a:pt x="406" y="0"/>
                    <a:pt x="489" y="25"/>
                    <a:pt x="556" y="72"/>
                  </a:cubicBezTo>
                  <a:lnTo>
                    <a:pt x="504" y="139"/>
                  </a:lnTo>
                  <a:cubicBezTo>
                    <a:pt x="449" y="102"/>
                    <a:pt x="401" y="80"/>
                    <a:pt x="332" y="80"/>
                  </a:cubicBezTo>
                  <a:cubicBezTo>
                    <a:pt x="210" y="80"/>
                    <a:pt x="115" y="154"/>
                    <a:pt x="115" y="267"/>
                  </a:cubicBezTo>
                  <a:cubicBezTo>
                    <a:pt x="115" y="376"/>
                    <a:pt x="210" y="453"/>
                    <a:pt x="332" y="453"/>
                  </a:cubicBezTo>
                  <a:cubicBezTo>
                    <a:pt x="404" y="453"/>
                    <a:pt x="454" y="431"/>
                    <a:pt x="511" y="391"/>
                  </a:cubicBezTo>
                  <a:lnTo>
                    <a:pt x="563" y="458"/>
                  </a:lnTo>
                  <a:cubicBezTo>
                    <a:pt x="494" y="507"/>
                    <a:pt x="409" y="532"/>
                    <a:pt x="324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3" y="97"/>
                    <a:pt x="160" y="0"/>
                    <a:pt x="327" y="0"/>
                  </a:cubicBezTo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5" name="Freeform 36"/>
            <p:cNvSpPr>
              <a:spLocks noChangeArrowheads="1"/>
            </p:cNvSpPr>
            <p:nvPr/>
          </p:nvSpPr>
          <p:spPr bwMode="auto">
            <a:xfrm>
              <a:off x="4213225" y="769938"/>
              <a:ext cx="233363" cy="192087"/>
            </a:xfrm>
            <a:custGeom>
              <a:avLst/>
              <a:gdLst>
                <a:gd name="T0" fmla="*/ 0 w 648"/>
                <a:gd name="T1" fmla="*/ 267 h 533"/>
                <a:gd name="T2" fmla="*/ 324 w 648"/>
                <a:gd name="T3" fmla="*/ 0 h 533"/>
                <a:gd name="T4" fmla="*/ 647 w 648"/>
                <a:gd name="T5" fmla="*/ 267 h 533"/>
                <a:gd name="T6" fmla="*/ 324 w 648"/>
                <a:gd name="T7" fmla="*/ 532 h 533"/>
                <a:gd name="T8" fmla="*/ 0 w 648"/>
                <a:gd name="T9" fmla="*/ 267 h 533"/>
                <a:gd name="T10" fmla="*/ 114 w 648"/>
                <a:gd name="T11" fmla="*/ 267 h 533"/>
                <a:gd name="T12" fmla="*/ 326 w 648"/>
                <a:gd name="T13" fmla="*/ 453 h 533"/>
                <a:gd name="T14" fmla="*/ 538 w 648"/>
                <a:gd name="T15" fmla="*/ 267 h 533"/>
                <a:gd name="T16" fmla="*/ 326 w 648"/>
                <a:gd name="T17" fmla="*/ 80 h 533"/>
                <a:gd name="T18" fmla="*/ 114 w 648"/>
                <a:gd name="T19" fmla="*/ 267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8" h="533">
                  <a:moveTo>
                    <a:pt x="0" y="267"/>
                  </a:moveTo>
                  <a:cubicBezTo>
                    <a:pt x="0" y="122"/>
                    <a:pt x="135" y="0"/>
                    <a:pt x="324" y="0"/>
                  </a:cubicBezTo>
                  <a:cubicBezTo>
                    <a:pt x="514" y="0"/>
                    <a:pt x="647" y="120"/>
                    <a:pt x="647" y="267"/>
                  </a:cubicBezTo>
                  <a:cubicBezTo>
                    <a:pt x="647" y="411"/>
                    <a:pt x="513" y="532"/>
                    <a:pt x="324" y="532"/>
                  </a:cubicBezTo>
                  <a:cubicBezTo>
                    <a:pt x="134" y="530"/>
                    <a:pt x="0" y="411"/>
                    <a:pt x="0" y="267"/>
                  </a:cubicBezTo>
                  <a:close/>
                  <a:moveTo>
                    <a:pt x="114" y="267"/>
                  </a:moveTo>
                  <a:cubicBezTo>
                    <a:pt x="114" y="371"/>
                    <a:pt x="199" y="453"/>
                    <a:pt x="326" y="453"/>
                  </a:cubicBezTo>
                  <a:cubicBezTo>
                    <a:pt x="451" y="453"/>
                    <a:pt x="538" y="371"/>
                    <a:pt x="538" y="267"/>
                  </a:cubicBezTo>
                  <a:cubicBezTo>
                    <a:pt x="538" y="162"/>
                    <a:pt x="453" y="80"/>
                    <a:pt x="326" y="80"/>
                  </a:cubicBezTo>
                  <a:cubicBezTo>
                    <a:pt x="199" y="80"/>
                    <a:pt x="114" y="162"/>
                    <a:pt x="114" y="267"/>
                  </a:cubicBezTo>
                  <a:close/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" name="Freeform 37"/>
            <p:cNvSpPr>
              <a:spLocks noChangeArrowheads="1"/>
            </p:cNvSpPr>
            <p:nvPr/>
          </p:nvSpPr>
          <p:spPr bwMode="auto">
            <a:xfrm>
              <a:off x="4487863" y="773113"/>
              <a:ext cx="157162" cy="184150"/>
            </a:xfrm>
            <a:custGeom>
              <a:avLst/>
              <a:gdLst>
                <a:gd name="T0" fmla="*/ 0 w 437"/>
                <a:gd name="T1" fmla="*/ 0 h 513"/>
                <a:gd name="T2" fmla="*/ 110 w 437"/>
                <a:gd name="T3" fmla="*/ 0 h 513"/>
                <a:gd name="T4" fmla="*/ 110 w 437"/>
                <a:gd name="T5" fmla="*/ 431 h 513"/>
                <a:gd name="T6" fmla="*/ 436 w 437"/>
                <a:gd name="T7" fmla="*/ 431 h 513"/>
                <a:gd name="T8" fmla="*/ 436 w 437"/>
                <a:gd name="T9" fmla="*/ 512 h 513"/>
                <a:gd name="T10" fmla="*/ 0 w 437"/>
                <a:gd name="T11" fmla="*/ 512 h 513"/>
                <a:gd name="T12" fmla="*/ 0 w 437"/>
                <a:gd name="T13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" h="513">
                  <a:moveTo>
                    <a:pt x="0" y="0"/>
                  </a:moveTo>
                  <a:lnTo>
                    <a:pt x="110" y="0"/>
                  </a:lnTo>
                  <a:lnTo>
                    <a:pt x="110" y="431"/>
                  </a:lnTo>
                  <a:lnTo>
                    <a:pt x="436" y="431"/>
                  </a:lnTo>
                  <a:lnTo>
                    <a:pt x="436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" name="Freeform 38"/>
            <p:cNvSpPr>
              <a:spLocks noChangeArrowheads="1"/>
            </p:cNvSpPr>
            <p:nvPr/>
          </p:nvSpPr>
          <p:spPr bwMode="auto">
            <a:xfrm>
              <a:off x="4675188" y="771525"/>
              <a:ext cx="171450" cy="185738"/>
            </a:xfrm>
            <a:custGeom>
              <a:avLst/>
              <a:gdLst>
                <a:gd name="T0" fmla="*/ 0 w 477"/>
                <a:gd name="T1" fmla="*/ 367 h 516"/>
                <a:gd name="T2" fmla="*/ 0 w 477"/>
                <a:gd name="T3" fmla="*/ 0 h 516"/>
                <a:gd name="T4" fmla="*/ 466 w 477"/>
                <a:gd name="T5" fmla="*/ 0 h 516"/>
                <a:gd name="T6" fmla="*/ 466 w 477"/>
                <a:gd name="T7" fmla="*/ 83 h 516"/>
                <a:gd name="T8" fmla="*/ 110 w 477"/>
                <a:gd name="T9" fmla="*/ 83 h 516"/>
                <a:gd name="T10" fmla="*/ 110 w 477"/>
                <a:gd name="T11" fmla="*/ 207 h 516"/>
                <a:gd name="T12" fmla="*/ 436 w 477"/>
                <a:gd name="T13" fmla="*/ 207 h 516"/>
                <a:gd name="T14" fmla="*/ 436 w 477"/>
                <a:gd name="T15" fmla="*/ 287 h 516"/>
                <a:gd name="T16" fmla="*/ 110 w 477"/>
                <a:gd name="T17" fmla="*/ 287 h 516"/>
                <a:gd name="T18" fmla="*/ 110 w 477"/>
                <a:gd name="T19" fmla="*/ 367 h 516"/>
                <a:gd name="T20" fmla="*/ 174 w 477"/>
                <a:gd name="T21" fmla="*/ 434 h 516"/>
                <a:gd name="T22" fmla="*/ 476 w 477"/>
                <a:gd name="T23" fmla="*/ 434 h 516"/>
                <a:gd name="T24" fmla="*/ 476 w 477"/>
                <a:gd name="T25" fmla="*/ 515 h 516"/>
                <a:gd name="T26" fmla="*/ 150 w 477"/>
                <a:gd name="T27" fmla="*/ 515 h 516"/>
                <a:gd name="T28" fmla="*/ 0 w 477"/>
                <a:gd name="T29" fmla="*/ 367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16">
                  <a:moveTo>
                    <a:pt x="0" y="367"/>
                  </a:moveTo>
                  <a:lnTo>
                    <a:pt x="0" y="0"/>
                  </a:lnTo>
                  <a:lnTo>
                    <a:pt x="466" y="0"/>
                  </a:lnTo>
                  <a:lnTo>
                    <a:pt x="466" y="83"/>
                  </a:lnTo>
                  <a:lnTo>
                    <a:pt x="110" y="83"/>
                  </a:lnTo>
                  <a:lnTo>
                    <a:pt x="110" y="207"/>
                  </a:lnTo>
                  <a:lnTo>
                    <a:pt x="436" y="207"/>
                  </a:lnTo>
                  <a:lnTo>
                    <a:pt x="436" y="287"/>
                  </a:lnTo>
                  <a:lnTo>
                    <a:pt x="110" y="287"/>
                  </a:lnTo>
                  <a:lnTo>
                    <a:pt x="110" y="367"/>
                  </a:lnTo>
                  <a:cubicBezTo>
                    <a:pt x="110" y="411"/>
                    <a:pt x="132" y="434"/>
                    <a:pt x="174" y="434"/>
                  </a:cubicBezTo>
                  <a:lnTo>
                    <a:pt x="476" y="434"/>
                  </a:lnTo>
                  <a:lnTo>
                    <a:pt x="476" y="515"/>
                  </a:lnTo>
                  <a:lnTo>
                    <a:pt x="150" y="515"/>
                  </a:lnTo>
                  <a:cubicBezTo>
                    <a:pt x="55" y="515"/>
                    <a:pt x="0" y="461"/>
                    <a:pt x="0" y="367"/>
                  </a:cubicBezTo>
                </a:path>
              </a:pathLst>
            </a:custGeom>
            <a:solidFill>
              <a:srgbClr val="00785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8" name="Freeform 39"/>
            <p:cNvSpPr>
              <a:spLocks noChangeArrowheads="1"/>
            </p:cNvSpPr>
            <p:nvPr/>
          </p:nvSpPr>
          <p:spPr bwMode="auto">
            <a:xfrm>
              <a:off x="3967163" y="1012825"/>
              <a:ext cx="127000" cy="142875"/>
            </a:xfrm>
            <a:custGeom>
              <a:avLst/>
              <a:gdLst>
                <a:gd name="T0" fmla="*/ 246 w 354"/>
                <a:gd name="T1" fmla="*/ 343 h 397"/>
                <a:gd name="T2" fmla="*/ 127 w 354"/>
                <a:gd name="T3" fmla="*/ 393 h 397"/>
                <a:gd name="T4" fmla="*/ 0 w 354"/>
                <a:gd name="T5" fmla="*/ 284 h 397"/>
                <a:gd name="T6" fmla="*/ 0 w 354"/>
                <a:gd name="T7" fmla="*/ 284 h 397"/>
                <a:gd name="T8" fmla="*/ 82 w 354"/>
                <a:gd name="T9" fmla="*/ 176 h 397"/>
                <a:gd name="T10" fmla="*/ 49 w 354"/>
                <a:gd name="T11" fmla="*/ 97 h 397"/>
                <a:gd name="T12" fmla="*/ 49 w 354"/>
                <a:gd name="T13" fmla="*/ 97 h 397"/>
                <a:gd name="T14" fmla="*/ 162 w 354"/>
                <a:gd name="T15" fmla="*/ 0 h 397"/>
                <a:gd name="T16" fmla="*/ 266 w 354"/>
                <a:gd name="T17" fmla="*/ 92 h 397"/>
                <a:gd name="T18" fmla="*/ 266 w 354"/>
                <a:gd name="T19" fmla="*/ 92 h 397"/>
                <a:gd name="T20" fmla="*/ 181 w 354"/>
                <a:gd name="T21" fmla="*/ 191 h 397"/>
                <a:gd name="T22" fmla="*/ 249 w 354"/>
                <a:gd name="T23" fmla="*/ 259 h 397"/>
                <a:gd name="T24" fmla="*/ 291 w 354"/>
                <a:gd name="T25" fmla="*/ 184 h 397"/>
                <a:gd name="T26" fmla="*/ 343 w 354"/>
                <a:gd name="T27" fmla="*/ 211 h 397"/>
                <a:gd name="T28" fmla="*/ 291 w 354"/>
                <a:gd name="T29" fmla="*/ 299 h 397"/>
                <a:gd name="T30" fmla="*/ 353 w 354"/>
                <a:gd name="T31" fmla="*/ 361 h 397"/>
                <a:gd name="T32" fmla="*/ 304 w 354"/>
                <a:gd name="T33" fmla="*/ 396 h 397"/>
                <a:gd name="T34" fmla="*/ 246 w 354"/>
                <a:gd name="T35" fmla="*/ 343 h 397"/>
                <a:gd name="T36" fmla="*/ 209 w 354"/>
                <a:gd name="T37" fmla="*/ 304 h 397"/>
                <a:gd name="T38" fmla="*/ 122 w 354"/>
                <a:gd name="T39" fmla="*/ 216 h 397"/>
                <a:gd name="T40" fmla="*/ 69 w 354"/>
                <a:gd name="T41" fmla="*/ 281 h 397"/>
                <a:gd name="T42" fmla="*/ 69 w 354"/>
                <a:gd name="T43" fmla="*/ 281 h 397"/>
                <a:gd name="T44" fmla="*/ 134 w 354"/>
                <a:gd name="T45" fmla="*/ 338 h 397"/>
                <a:gd name="T46" fmla="*/ 209 w 354"/>
                <a:gd name="T47" fmla="*/ 304 h 397"/>
                <a:gd name="T48" fmla="*/ 206 w 354"/>
                <a:gd name="T49" fmla="*/ 94 h 397"/>
                <a:gd name="T50" fmla="*/ 206 w 354"/>
                <a:gd name="T51" fmla="*/ 94 h 397"/>
                <a:gd name="T52" fmla="*/ 162 w 354"/>
                <a:gd name="T53" fmla="*/ 49 h 397"/>
                <a:gd name="T54" fmla="*/ 114 w 354"/>
                <a:gd name="T55" fmla="*/ 97 h 397"/>
                <a:gd name="T56" fmla="*/ 114 w 354"/>
                <a:gd name="T57" fmla="*/ 97 h 397"/>
                <a:gd name="T58" fmla="*/ 144 w 354"/>
                <a:gd name="T59" fmla="*/ 154 h 397"/>
                <a:gd name="T60" fmla="*/ 206 w 354"/>
                <a:gd name="T61" fmla="*/ 9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4" h="397">
                  <a:moveTo>
                    <a:pt x="246" y="343"/>
                  </a:moveTo>
                  <a:cubicBezTo>
                    <a:pt x="214" y="373"/>
                    <a:pt x="174" y="393"/>
                    <a:pt x="127" y="393"/>
                  </a:cubicBezTo>
                  <a:cubicBezTo>
                    <a:pt x="54" y="393"/>
                    <a:pt x="0" y="351"/>
                    <a:pt x="0" y="284"/>
                  </a:cubicBezTo>
                  <a:lnTo>
                    <a:pt x="0" y="284"/>
                  </a:lnTo>
                  <a:cubicBezTo>
                    <a:pt x="0" y="234"/>
                    <a:pt x="30" y="199"/>
                    <a:pt x="82" y="176"/>
                  </a:cubicBezTo>
                  <a:cubicBezTo>
                    <a:pt x="59" y="149"/>
                    <a:pt x="49" y="124"/>
                    <a:pt x="49" y="97"/>
                  </a:cubicBezTo>
                  <a:lnTo>
                    <a:pt x="49" y="97"/>
                  </a:lnTo>
                  <a:cubicBezTo>
                    <a:pt x="49" y="44"/>
                    <a:pt x="92" y="0"/>
                    <a:pt x="162" y="0"/>
                  </a:cubicBezTo>
                  <a:cubicBezTo>
                    <a:pt x="224" y="0"/>
                    <a:pt x="266" y="42"/>
                    <a:pt x="266" y="92"/>
                  </a:cubicBezTo>
                  <a:lnTo>
                    <a:pt x="266" y="92"/>
                  </a:lnTo>
                  <a:cubicBezTo>
                    <a:pt x="266" y="142"/>
                    <a:pt x="231" y="174"/>
                    <a:pt x="181" y="191"/>
                  </a:cubicBezTo>
                  <a:lnTo>
                    <a:pt x="249" y="259"/>
                  </a:lnTo>
                  <a:cubicBezTo>
                    <a:pt x="264" y="236"/>
                    <a:pt x="279" y="211"/>
                    <a:pt x="291" y="184"/>
                  </a:cubicBezTo>
                  <a:lnTo>
                    <a:pt x="343" y="211"/>
                  </a:lnTo>
                  <a:cubicBezTo>
                    <a:pt x="328" y="241"/>
                    <a:pt x="311" y="274"/>
                    <a:pt x="291" y="299"/>
                  </a:cubicBezTo>
                  <a:lnTo>
                    <a:pt x="353" y="361"/>
                  </a:lnTo>
                  <a:lnTo>
                    <a:pt x="304" y="396"/>
                  </a:lnTo>
                  <a:lnTo>
                    <a:pt x="246" y="343"/>
                  </a:lnTo>
                  <a:close/>
                  <a:moveTo>
                    <a:pt x="209" y="304"/>
                  </a:moveTo>
                  <a:lnTo>
                    <a:pt x="122" y="216"/>
                  </a:lnTo>
                  <a:cubicBezTo>
                    <a:pt x="84" y="231"/>
                    <a:pt x="69" y="256"/>
                    <a:pt x="69" y="281"/>
                  </a:cubicBezTo>
                  <a:lnTo>
                    <a:pt x="69" y="281"/>
                  </a:lnTo>
                  <a:cubicBezTo>
                    <a:pt x="69" y="313"/>
                    <a:pt x="97" y="338"/>
                    <a:pt x="134" y="338"/>
                  </a:cubicBezTo>
                  <a:cubicBezTo>
                    <a:pt x="162" y="338"/>
                    <a:pt x="186" y="326"/>
                    <a:pt x="209" y="304"/>
                  </a:cubicBezTo>
                  <a:close/>
                  <a:moveTo>
                    <a:pt x="206" y="94"/>
                  </a:moveTo>
                  <a:lnTo>
                    <a:pt x="206" y="94"/>
                  </a:lnTo>
                  <a:cubicBezTo>
                    <a:pt x="206" y="67"/>
                    <a:pt x="190" y="49"/>
                    <a:pt x="162" y="49"/>
                  </a:cubicBezTo>
                  <a:cubicBezTo>
                    <a:pt x="135" y="49"/>
                    <a:pt x="114" y="69"/>
                    <a:pt x="114" y="97"/>
                  </a:cubicBezTo>
                  <a:lnTo>
                    <a:pt x="114" y="97"/>
                  </a:lnTo>
                  <a:cubicBezTo>
                    <a:pt x="114" y="117"/>
                    <a:pt x="122" y="132"/>
                    <a:pt x="144" y="154"/>
                  </a:cubicBezTo>
                  <a:cubicBezTo>
                    <a:pt x="184" y="139"/>
                    <a:pt x="206" y="122"/>
                    <a:pt x="206" y="94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9" name="Forme libre 58"/>
          <p:cNvSpPr/>
          <p:nvPr userDrawn="1"/>
        </p:nvSpPr>
        <p:spPr>
          <a:xfrm>
            <a:off x="4572311" y="3975100"/>
            <a:ext cx="7658558" cy="533401"/>
          </a:xfrm>
          <a:custGeom>
            <a:avLst/>
            <a:gdLst>
              <a:gd name="connsiteX0" fmla="*/ 627078 w 7658558"/>
              <a:gd name="connsiteY0" fmla="*/ 0 h 533401"/>
              <a:gd name="connsiteX1" fmla="*/ 7658558 w 7658558"/>
              <a:gd name="connsiteY1" fmla="*/ 0 h 533401"/>
              <a:gd name="connsiteX2" fmla="*/ 7653306 w 7658558"/>
              <a:gd name="connsiteY2" fmla="*/ 533401 h 533401"/>
              <a:gd name="connsiteX3" fmla="*/ 200692 w 7658558"/>
              <a:gd name="connsiteY3" fmla="*/ 533401 h 533401"/>
              <a:gd name="connsiteX4" fmla="*/ 0 w 7658558"/>
              <a:gd name="connsiteY4" fmla="*/ 417091 h 533401"/>
              <a:gd name="connsiteX5" fmla="*/ 1325 w 7658558"/>
              <a:gd name="connsiteY5" fmla="*/ 361935 h 533401"/>
              <a:gd name="connsiteX6" fmla="*/ 487401 w 7658558"/>
              <a:gd name="connsiteY6" fmla="*/ 80789 h 53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58558" h="533401">
                <a:moveTo>
                  <a:pt x="627078" y="0"/>
                </a:moveTo>
                <a:lnTo>
                  <a:pt x="7658558" y="0"/>
                </a:lnTo>
                <a:lnTo>
                  <a:pt x="7653306" y="533401"/>
                </a:lnTo>
                <a:lnTo>
                  <a:pt x="200692" y="533401"/>
                </a:lnTo>
                <a:lnTo>
                  <a:pt x="0" y="417091"/>
                </a:lnTo>
                <a:cubicBezTo>
                  <a:pt x="442" y="398706"/>
                  <a:pt x="883" y="380321"/>
                  <a:pt x="1325" y="361935"/>
                </a:cubicBezTo>
                <a:cubicBezTo>
                  <a:pt x="162821" y="266632"/>
                  <a:pt x="325111" y="173711"/>
                  <a:pt x="487401" y="8078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2" name="Forme libre 61"/>
          <p:cNvSpPr/>
          <p:nvPr userDrawn="1"/>
        </p:nvSpPr>
        <p:spPr>
          <a:xfrm>
            <a:off x="4773003" y="4508500"/>
            <a:ext cx="7452614" cy="259646"/>
          </a:xfrm>
          <a:custGeom>
            <a:avLst/>
            <a:gdLst>
              <a:gd name="connsiteX0" fmla="*/ 0 w 7452614"/>
              <a:gd name="connsiteY0" fmla="*/ 0 h 259646"/>
              <a:gd name="connsiteX1" fmla="*/ 7452614 w 7452614"/>
              <a:gd name="connsiteY1" fmla="*/ 0 h 259646"/>
              <a:gd name="connsiteX2" fmla="*/ 7450057 w 7452614"/>
              <a:gd name="connsiteY2" fmla="*/ 259646 h 259646"/>
              <a:gd name="connsiteX3" fmla="*/ 448017 w 7452614"/>
              <a:gd name="connsiteY3" fmla="*/ 259646 h 259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52614" h="259646">
                <a:moveTo>
                  <a:pt x="0" y="0"/>
                </a:moveTo>
                <a:lnTo>
                  <a:pt x="7452614" y="0"/>
                </a:lnTo>
                <a:lnTo>
                  <a:pt x="7450057" y="259646"/>
                </a:lnTo>
                <a:lnTo>
                  <a:pt x="448017" y="259646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3" name="Espace réservé du texte 4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289215" y="3970592"/>
            <a:ext cx="5258180" cy="536527"/>
          </a:xfrm>
          <a:prstGeom prst="rect">
            <a:avLst/>
          </a:prstGeom>
          <a:ln w="50800">
            <a:noFill/>
          </a:ln>
        </p:spPr>
        <p:txBody>
          <a:bodyPr tIns="108000" anchor="b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0" i="0" spc="300">
                <a:ln w="22225">
                  <a:solidFill>
                    <a:schemeClr val="bg1"/>
                  </a:solidFill>
                </a:ln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54" name="Espace réservé du texte 4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296813" y="4507119"/>
            <a:ext cx="5258180" cy="236527"/>
          </a:xfrm>
          <a:prstGeom prst="rect">
            <a:avLst/>
          </a:prstGeom>
          <a:ln w="50800">
            <a:noFill/>
          </a:ln>
        </p:spPr>
        <p:txBody>
          <a:bodyPr tIns="36000" bIns="0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b="1" i="0" spc="300">
                <a:ln w="22225">
                  <a:noFill/>
                </a:ln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DATE ENTITÉ</a:t>
            </a:r>
          </a:p>
        </p:txBody>
      </p:sp>
      <p:sp>
        <p:nvSpPr>
          <p:cNvPr id="55" name="Espace réservé du texte 42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620952" y="4768146"/>
            <a:ext cx="6341857" cy="26764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>
            <a:noFill/>
          </a:ln>
        </p:spPr>
        <p:txBody>
          <a:bodyPr tIns="36000" bIns="0" anchor="b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b="0" i="0" spc="300">
                <a:ln w="22225">
                  <a:noFill/>
                </a:ln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</a:defRPr>
            </a:lvl1pPr>
            <a:lvl2pPr marL="561412" indent="0">
              <a:buNone/>
              <a:defRPr/>
            </a:lvl2pPr>
            <a:lvl3pPr marL="1122823" indent="0">
              <a:buNone/>
              <a:defRPr/>
            </a:lvl3pPr>
            <a:lvl4pPr marL="1684234" indent="0">
              <a:buNone/>
              <a:defRPr/>
            </a:lvl4pPr>
            <a:lvl5pPr marL="2245644" indent="0">
              <a:buNone/>
              <a:defRPr/>
            </a:lvl5pPr>
          </a:lstStyle>
          <a:p>
            <a:pPr lvl="0"/>
            <a:r>
              <a:rPr lang="fr-FR"/>
              <a:t>Informations</a:t>
            </a:r>
          </a:p>
        </p:txBody>
      </p:sp>
      <p:sp>
        <p:nvSpPr>
          <p:cNvPr id="60" name="Forme libre 59"/>
          <p:cNvSpPr>
            <a:spLocks noChangeArrowheads="1"/>
          </p:cNvSpPr>
          <p:nvPr userDrawn="1"/>
        </p:nvSpPr>
        <p:spPr bwMode="auto">
          <a:xfrm>
            <a:off x="8935014" y="5244050"/>
            <a:ext cx="199593" cy="200828"/>
          </a:xfrm>
          <a:custGeom>
            <a:avLst/>
            <a:gdLst>
              <a:gd name="connsiteX0" fmla="*/ 414579 w 769578"/>
              <a:gd name="connsiteY0" fmla="*/ 348464 h 774340"/>
              <a:gd name="connsiteX1" fmla="*/ 414579 w 769578"/>
              <a:gd name="connsiteY1" fmla="*/ 349445 h 774340"/>
              <a:gd name="connsiteX2" fmla="*/ 413858 w 769578"/>
              <a:gd name="connsiteY2" fmla="*/ 349445 h 774340"/>
              <a:gd name="connsiteX3" fmla="*/ 118003 w 769578"/>
              <a:gd name="connsiteY3" fmla="*/ 298488 h 774340"/>
              <a:gd name="connsiteX4" fmla="*/ 118003 w 769578"/>
              <a:gd name="connsiteY4" fmla="*/ 647340 h 774340"/>
              <a:gd name="connsiteX5" fmla="*/ 234924 w 769578"/>
              <a:gd name="connsiteY5" fmla="*/ 647340 h 774340"/>
              <a:gd name="connsiteX6" fmla="*/ 234924 w 769578"/>
              <a:gd name="connsiteY6" fmla="*/ 298488 h 774340"/>
              <a:gd name="connsiteX7" fmla="*/ 519889 w 769578"/>
              <a:gd name="connsiteY7" fmla="*/ 290513 h 774340"/>
              <a:gd name="connsiteX8" fmla="*/ 428092 w 769578"/>
              <a:gd name="connsiteY8" fmla="*/ 330080 h 774340"/>
              <a:gd name="connsiteX9" fmla="*/ 414579 w 769578"/>
              <a:gd name="connsiteY9" fmla="*/ 348464 h 774340"/>
              <a:gd name="connsiteX10" fmla="*/ 414579 w 769578"/>
              <a:gd name="connsiteY10" fmla="*/ 298778 h 774340"/>
              <a:gd name="connsiteX11" fmla="*/ 298450 w 769578"/>
              <a:gd name="connsiteY11" fmla="*/ 298778 h 774340"/>
              <a:gd name="connsiteX12" fmla="*/ 298450 w 769578"/>
              <a:gd name="connsiteY12" fmla="*/ 647341 h 774340"/>
              <a:gd name="connsiteX13" fmla="*/ 414579 w 769578"/>
              <a:gd name="connsiteY13" fmla="*/ 647341 h 774340"/>
              <a:gd name="connsiteX14" fmla="*/ 414579 w 769578"/>
              <a:gd name="connsiteY14" fmla="*/ 452577 h 774340"/>
              <a:gd name="connsiteX15" fmla="*/ 418546 w 769578"/>
              <a:gd name="connsiteY15" fmla="*/ 424189 h 774340"/>
              <a:gd name="connsiteX16" fmla="*/ 478414 w 769578"/>
              <a:gd name="connsiteY16" fmla="*/ 382146 h 774340"/>
              <a:gd name="connsiteX17" fmla="*/ 537200 w 769578"/>
              <a:gd name="connsiteY17" fmla="*/ 460842 h 774340"/>
              <a:gd name="connsiteX18" fmla="*/ 537200 w 769578"/>
              <a:gd name="connsiteY18" fmla="*/ 647341 h 774340"/>
              <a:gd name="connsiteX19" fmla="*/ 653689 w 769578"/>
              <a:gd name="connsiteY19" fmla="*/ 647341 h 774340"/>
              <a:gd name="connsiteX20" fmla="*/ 653689 w 769578"/>
              <a:gd name="connsiteY20" fmla="*/ 447187 h 774340"/>
              <a:gd name="connsiteX21" fmla="*/ 519889 w 769578"/>
              <a:gd name="connsiteY21" fmla="*/ 290513 h 774340"/>
              <a:gd name="connsiteX22" fmla="*/ 177369 w 769578"/>
              <a:gd name="connsiteY22" fmla="*/ 130175 h 774340"/>
              <a:gd name="connsiteX23" fmla="*/ 111125 w 769578"/>
              <a:gd name="connsiteY23" fmla="*/ 190235 h 774340"/>
              <a:gd name="connsiteX24" fmla="*/ 175559 w 769578"/>
              <a:gd name="connsiteY24" fmla="*/ 250655 h 774340"/>
              <a:gd name="connsiteX25" fmla="*/ 176283 w 769578"/>
              <a:gd name="connsiteY25" fmla="*/ 250655 h 774340"/>
              <a:gd name="connsiteX26" fmla="*/ 242526 w 769578"/>
              <a:gd name="connsiteY26" fmla="*/ 190235 h 774340"/>
              <a:gd name="connsiteX27" fmla="*/ 177369 w 769578"/>
              <a:gd name="connsiteY27" fmla="*/ 130175 h 774340"/>
              <a:gd name="connsiteX28" fmla="*/ 56873 w 769578"/>
              <a:gd name="connsiteY28" fmla="*/ 0 h 774340"/>
              <a:gd name="connsiteX29" fmla="*/ 712706 w 769578"/>
              <a:gd name="connsiteY29" fmla="*/ 0 h 774340"/>
              <a:gd name="connsiteX30" fmla="*/ 769578 w 769578"/>
              <a:gd name="connsiteY30" fmla="*/ 55799 h 774340"/>
              <a:gd name="connsiteX31" fmla="*/ 769578 w 769578"/>
              <a:gd name="connsiteY31" fmla="*/ 718542 h 774340"/>
              <a:gd name="connsiteX32" fmla="*/ 712706 w 769578"/>
              <a:gd name="connsiteY32" fmla="*/ 774340 h 774340"/>
              <a:gd name="connsiteX33" fmla="*/ 56873 w 769578"/>
              <a:gd name="connsiteY33" fmla="*/ 774340 h 774340"/>
              <a:gd name="connsiteX34" fmla="*/ 0 w 769578"/>
              <a:gd name="connsiteY34" fmla="*/ 718542 h 774340"/>
              <a:gd name="connsiteX35" fmla="*/ 0 w 769578"/>
              <a:gd name="connsiteY35" fmla="*/ 55799 h 774340"/>
              <a:gd name="connsiteX36" fmla="*/ 56873 w 769578"/>
              <a:gd name="connsiteY36" fmla="*/ 0 h 774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69578" h="774340">
                <a:moveTo>
                  <a:pt x="414579" y="348464"/>
                </a:moveTo>
                <a:lnTo>
                  <a:pt x="414579" y="349445"/>
                </a:lnTo>
                <a:lnTo>
                  <a:pt x="413858" y="349445"/>
                </a:lnTo>
                <a:close/>
                <a:moveTo>
                  <a:pt x="118003" y="298488"/>
                </a:moveTo>
                <a:lnTo>
                  <a:pt x="118003" y="647340"/>
                </a:lnTo>
                <a:lnTo>
                  <a:pt x="234924" y="647340"/>
                </a:lnTo>
                <a:lnTo>
                  <a:pt x="234924" y="298488"/>
                </a:lnTo>
                <a:close/>
                <a:moveTo>
                  <a:pt x="519889" y="290513"/>
                </a:moveTo>
                <a:cubicBezTo>
                  <a:pt x="472554" y="290513"/>
                  <a:pt x="445302" y="310120"/>
                  <a:pt x="428092" y="330080"/>
                </a:cubicBezTo>
                <a:lnTo>
                  <a:pt x="414579" y="348464"/>
                </a:lnTo>
                <a:lnTo>
                  <a:pt x="414579" y="298778"/>
                </a:lnTo>
                <a:lnTo>
                  <a:pt x="298450" y="298778"/>
                </a:lnTo>
                <a:cubicBezTo>
                  <a:pt x="299893" y="331478"/>
                  <a:pt x="298450" y="647341"/>
                  <a:pt x="298450" y="647341"/>
                </a:cubicBezTo>
                <a:lnTo>
                  <a:pt x="414579" y="647341"/>
                </a:lnTo>
                <a:lnTo>
                  <a:pt x="414579" y="452577"/>
                </a:lnTo>
                <a:cubicBezTo>
                  <a:pt x="414579" y="442156"/>
                  <a:pt x="415661" y="431735"/>
                  <a:pt x="418546" y="424189"/>
                </a:cubicBezTo>
                <a:cubicBezTo>
                  <a:pt x="426841" y="403347"/>
                  <a:pt x="446316" y="382146"/>
                  <a:pt x="478414" y="382146"/>
                </a:cubicBezTo>
                <a:cubicBezTo>
                  <a:pt x="520610" y="382146"/>
                  <a:pt x="537200" y="413768"/>
                  <a:pt x="537200" y="460842"/>
                </a:cubicBezTo>
                <a:lnTo>
                  <a:pt x="537200" y="647341"/>
                </a:lnTo>
                <a:lnTo>
                  <a:pt x="653689" y="647341"/>
                </a:lnTo>
                <a:lnTo>
                  <a:pt x="653689" y="447187"/>
                </a:lnTo>
                <a:cubicBezTo>
                  <a:pt x="653689" y="340462"/>
                  <a:pt x="596346" y="290513"/>
                  <a:pt x="519889" y="290513"/>
                </a:cubicBezTo>
                <a:close/>
                <a:moveTo>
                  <a:pt x="177369" y="130175"/>
                </a:moveTo>
                <a:cubicBezTo>
                  <a:pt x="137188" y="130175"/>
                  <a:pt x="111125" y="156069"/>
                  <a:pt x="111125" y="190235"/>
                </a:cubicBezTo>
                <a:cubicBezTo>
                  <a:pt x="111125" y="224042"/>
                  <a:pt x="136464" y="250655"/>
                  <a:pt x="175559" y="250655"/>
                </a:cubicBezTo>
                <a:lnTo>
                  <a:pt x="176283" y="250655"/>
                </a:lnTo>
                <a:cubicBezTo>
                  <a:pt x="217187" y="250655"/>
                  <a:pt x="242526" y="224042"/>
                  <a:pt x="242526" y="190235"/>
                </a:cubicBezTo>
                <a:cubicBezTo>
                  <a:pt x="241802" y="156069"/>
                  <a:pt x="217187" y="130175"/>
                  <a:pt x="177369" y="130175"/>
                </a:cubicBezTo>
                <a:close/>
                <a:moveTo>
                  <a:pt x="56873" y="0"/>
                </a:moveTo>
                <a:lnTo>
                  <a:pt x="712706" y="0"/>
                </a:lnTo>
                <a:cubicBezTo>
                  <a:pt x="744022" y="0"/>
                  <a:pt x="769578" y="24839"/>
                  <a:pt x="769578" y="55799"/>
                </a:cubicBezTo>
                <a:lnTo>
                  <a:pt x="769578" y="718542"/>
                </a:lnTo>
                <a:cubicBezTo>
                  <a:pt x="769578" y="749501"/>
                  <a:pt x="744022" y="774340"/>
                  <a:pt x="712706" y="774340"/>
                </a:cubicBezTo>
                <a:lnTo>
                  <a:pt x="56873" y="774340"/>
                </a:lnTo>
                <a:cubicBezTo>
                  <a:pt x="25197" y="774340"/>
                  <a:pt x="0" y="749501"/>
                  <a:pt x="0" y="718542"/>
                </a:cubicBezTo>
                <a:lnTo>
                  <a:pt x="0" y="55799"/>
                </a:lnTo>
                <a:cubicBezTo>
                  <a:pt x="0" y="24839"/>
                  <a:pt x="25197" y="0"/>
                  <a:pt x="568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fr-FR"/>
          </a:p>
        </p:txBody>
      </p:sp>
      <p:sp>
        <p:nvSpPr>
          <p:cNvPr id="61" name="Freeform 16"/>
          <p:cNvSpPr>
            <a:spLocks noChangeArrowheads="1"/>
          </p:cNvSpPr>
          <p:nvPr userDrawn="1"/>
        </p:nvSpPr>
        <p:spPr bwMode="auto">
          <a:xfrm>
            <a:off x="8600113" y="5237159"/>
            <a:ext cx="239257" cy="194467"/>
          </a:xfrm>
          <a:custGeom>
            <a:avLst/>
            <a:gdLst>
              <a:gd name="T0" fmla="*/ 7553 w 8410"/>
              <a:gd name="T1" fmla="*/ 1926 h 6835"/>
              <a:gd name="T2" fmla="*/ 7548 w 8410"/>
              <a:gd name="T3" fmla="*/ 1703 h 6835"/>
              <a:gd name="T4" fmla="*/ 8409 w 8410"/>
              <a:gd name="T5" fmla="*/ 809 h 6835"/>
              <a:gd name="T6" fmla="*/ 7418 w 8410"/>
              <a:gd name="T7" fmla="*/ 1081 h 6835"/>
              <a:gd name="T8" fmla="*/ 8177 w 8410"/>
              <a:gd name="T9" fmla="*/ 127 h 6835"/>
              <a:gd name="T10" fmla="*/ 7081 w 8410"/>
              <a:gd name="T11" fmla="*/ 545 h 6835"/>
              <a:gd name="T12" fmla="*/ 5822 w 8410"/>
              <a:gd name="T13" fmla="*/ 0 h 6835"/>
              <a:gd name="T14" fmla="*/ 4097 w 8410"/>
              <a:gd name="T15" fmla="*/ 1725 h 6835"/>
              <a:gd name="T16" fmla="*/ 4142 w 8410"/>
              <a:gd name="T17" fmla="*/ 2119 h 6835"/>
              <a:gd name="T18" fmla="*/ 586 w 8410"/>
              <a:gd name="T19" fmla="*/ 316 h 6835"/>
              <a:gd name="T20" fmla="*/ 352 w 8410"/>
              <a:gd name="T21" fmla="*/ 1183 h 6835"/>
              <a:gd name="T22" fmla="*/ 1120 w 8410"/>
              <a:gd name="T23" fmla="*/ 2620 h 6835"/>
              <a:gd name="T24" fmla="*/ 338 w 8410"/>
              <a:gd name="T25" fmla="*/ 2404 h 6835"/>
              <a:gd name="T26" fmla="*/ 338 w 8410"/>
              <a:gd name="T27" fmla="*/ 2426 h 6835"/>
              <a:gd name="T28" fmla="*/ 1722 w 8410"/>
              <a:gd name="T29" fmla="*/ 4116 h 6835"/>
              <a:gd name="T30" fmla="*/ 1267 w 8410"/>
              <a:gd name="T31" fmla="*/ 4177 h 6835"/>
              <a:gd name="T32" fmla="*/ 943 w 8410"/>
              <a:gd name="T33" fmla="*/ 4146 h 6835"/>
              <a:gd name="T34" fmla="*/ 2555 w 8410"/>
              <a:gd name="T35" fmla="*/ 5344 h 6835"/>
              <a:gd name="T36" fmla="*/ 412 w 8410"/>
              <a:gd name="T37" fmla="*/ 6083 h 6835"/>
              <a:gd name="T38" fmla="*/ 0 w 8410"/>
              <a:gd name="T39" fmla="*/ 6059 h 6835"/>
              <a:gd name="T40" fmla="*/ 2645 w 8410"/>
              <a:gd name="T41" fmla="*/ 6834 h 6835"/>
              <a:gd name="T42" fmla="*/ 7553 w 8410"/>
              <a:gd name="T43" fmla="*/ 1926 h 68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8410" h="6835">
                <a:moveTo>
                  <a:pt x="7553" y="1926"/>
                </a:moveTo>
                <a:cubicBezTo>
                  <a:pt x="7553" y="1851"/>
                  <a:pt x="7551" y="1777"/>
                  <a:pt x="7548" y="1703"/>
                </a:cubicBezTo>
                <a:cubicBezTo>
                  <a:pt x="7885" y="1459"/>
                  <a:pt x="8178" y="1155"/>
                  <a:pt x="8409" y="809"/>
                </a:cubicBezTo>
                <a:cubicBezTo>
                  <a:pt x="8100" y="947"/>
                  <a:pt x="7767" y="1039"/>
                  <a:pt x="7418" y="1081"/>
                </a:cubicBezTo>
                <a:cubicBezTo>
                  <a:pt x="7774" y="867"/>
                  <a:pt x="8048" y="529"/>
                  <a:pt x="8177" y="127"/>
                </a:cubicBezTo>
                <a:cubicBezTo>
                  <a:pt x="7843" y="324"/>
                  <a:pt x="7474" y="468"/>
                  <a:pt x="7081" y="545"/>
                </a:cubicBezTo>
                <a:cubicBezTo>
                  <a:pt x="6766" y="210"/>
                  <a:pt x="6318" y="0"/>
                  <a:pt x="5822" y="0"/>
                </a:cubicBezTo>
                <a:cubicBezTo>
                  <a:pt x="4869" y="0"/>
                  <a:pt x="4097" y="773"/>
                  <a:pt x="4097" y="1725"/>
                </a:cubicBezTo>
                <a:cubicBezTo>
                  <a:pt x="4097" y="1861"/>
                  <a:pt x="4112" y="1993"/>
                  <a:pt x="4142" y="2119"/>
                </a:cubicBezTo>
                <a:cubicBezTo>
                  <a:pt x="2708" y="2047"/>
                  <a:pt x="1436" y="1360"/>
                  <a:pt x="586" y="316"/>
                </a:cubicBezTo>
                <a:cubicBezTo>
                  <a:pt x="437" y="571"/>
                  <a:pt x="352" y="867"/>
                  <a:pt x="352" y="1183"/>
                </a:cubicBezTo>
                <a:cubicBezTo>
                  <a:pt x="352" y="1782"/>
                  <a:pt x="657" y="2310"/>
                  <a:pt x="1120" y="2620"/>
                </a:cubicBezTo>
                <a:cubicBezTo>
                  <a:pt x="837" y="2611"/>
                  <a:pt x="571" y="2533"/>
                  <a:pt x="338" y="2404"/>
                </a:cubicBezTo>
                <a:cubicBezTo>
                  <a:pt x="338" y="2411"/>
                  <a:pt x="338" y="2418"/>
                  <a:pt x="338" y="2426"/>
                </a:cubicBezTo>
                <a:cubicBezTo>
                  <a:pt x="338" y="3261"/>
                  <a:pt x="933" y="3958"/>
                  <a:pt x="1722" y="4116"/>
                </a:cubicBezTo>
                <a:cubicBezTo>
                  <a:pt x="1577" y="4156"/>
                  <a:pt x="1425" y="4177"/>
                  <a:pt x="1267" y="4177"/>
                </a:cubicBezTo>
                <a:cubicBezTo>
                  <a:pt x="1156" y="4177"/>
                  <a:pt x="1048" y="4166"/>
                  <a:pt x="943" y="4146"/>
                </a:cubicBezTo>
                <a:cubicBezTo>
                  <a:pt x="1163" y="4831"/>
                  <a:pt x="1800" y="5330"/>
                  <a:pt x="2555" y="5344"/>
                </a:cubicBezTo>
                <a:cubicBezTo>
                  <a:pt x="1964" y="5807"/>
                  <a:pt x="1220" y="6083"/>
                  <a:pt x="412" y="6083"/>
                </a:cubicBezTo>
                <a:cubicBezTo>
                  <a:pt x="273" y="6083"/>
                  <a:pt x="135" y="6075"/>
                  <a:pt x="0" y="6059"/>
                </a:cubicBezTo>
                <a:cubicBezTo>
                  <a:pt x="764" y="6548"/>
                  <a:pt x="1671" y="6834"/>
                  <a:pt x="2645" y="6834"/>
                </a:cubicBezTo>
                <a:cubicBezTo>
                  <a:pt x="5818" y="6834"/>
                  <a:pt x="7553" y="4205"/>
                  <a:pt x="7553" y="192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8400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932871"/>
            <a:ext cx="12192000" cy="455157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0" i="0" spc="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52424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932871"/>
            <a:ext cx="12192000" cy="455157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0" i="0" spc="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25523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932871"/>
            <a:ext cx="12192000" cy="455157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0" i="0" spc="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520593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932871"/>
            <a:ext cx="12192000" cy="455157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0" i="0" spc="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52052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932871"/>
            <a:ext cx="12192000" cy="455157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="0" i="0" spc="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25495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179999" y="1151792"/>
            <a:ext cx="5614131" cy="5081954"/>
          </a:xfrm>
          <a:prstGeom prst="rect">
            <a:avLst/>
          </a:prstGeom>
        </p:spPr>
        <p:txBody>
          <a:bodyPr lIns="432000" rIns="144000">
            <a:norm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61" hasCustomPrompt="1"/>
          </p:nvPr>
        </p:nvSpPr>
        <p:spPr>
          <a:xfrm>
            <a:off x="6161698" y="1151792"/>
            <a:ext cx="5614131" cy="5081954"/>
          </a:xfrm>
          <a:prstGeom prst="rect">
            <a:avLst/>
          </a:prstGeom>
        </p:spPr>
        <p:txBody>
          <a:bodyPr lIns="432000" rIns="144000">
            <a:norm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85228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-01B_1bloc-2col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563271" y="1285875"/>
            <a:ext cx="11127986" cy="4828464"/>
          </a:xfrm>
          <a:prstGeom prst="rect">
            <a:avLst/>
          </a:prstGeom>
        </p:spPr>
        <p:txBody>
          <a:bodyPr lIns="0" numCol="2" spcCol="432000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buFontTx/>
              <a:buNone/>
              <a:defRPr sz="1800"/>
            </a:lvl1pPr>
            <a:lvl2pPr marL="504000" indent="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Tx/>
              <a:buNone/>
              <a:defRPr sz="18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488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  <p15:guide id="4" pos="347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3861">
          <p15:clr>
            <a:srgbClr val="FBAE40"/>
          </p15:clr>
        </p15:guide>
        <p15:guide id="7" pos="7378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616370" y="1151792"/>
            <a:ext cx="11406870" cy="5081954"/>
          </a:xfrm>
          <a:prstGeom prst="rect">
            <a:avLst/>
          </a:prstGeom>
        </p:spPr>
        <p:txBody>
          <a:bodyPr lIns="432000" rIns="144000">
            <a:norm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69347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  <p15:guide id="4" pos="121">
          <p15:clr>
            <a:srgbClr val="FBAE40"/>
          </p15:clr>
        </p15:guide>
        <p15:guide id="5" pos="393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616370" y="1151792"/>
            <a:ext cx="11406870" cy="5081954"/>
          </a:xfrm>
          <a:prstGeom prst="rect">
            <a:avLst/>
          </a:prstGeom>
        </p:spPr>
        <p:txBody>
          <a:bodyPr lIns="432000" rIns="144000">
            <a:norm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1678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  <p15:guide id="4" pos="121">
          <p15:clr>
            <a:srgbClr val="FBAE40"/>
          </p15:clr>
        </p15:guide>
        <p15:guide id="5" pos="393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616370" y="1151792"/>
            <a:ext cx="11406870" cy="5081954"/>
          </a:xfrm>
          <a:prstGeom prst="rect">
            <a:avLst/>
          </a:prstGeom>
        </p:spPr>
        <p:txBody>
          <a:bodyPr lIns="432000" rIns="144000">
            <a:norm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46865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  <p15:guide id="4" pos="121">
          <p15:clr>
            <a:srgbClr val="FBAE40"/>
          </p15:clr>
        </p15:guide>
        <p15:guide id="5" pos="393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616370" y="1151792"/>
            <a:ext cx="11406870" cy="5081954"/>
          </a:xfrm>
          <a:prstGeom prst="rect">
            <a:avLst/>
          </a:prstGeom>
        </p:spPr>
        <p:txBody>
          <a:bodyPr lIns="432000" rIns="144000">
            <a:norm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20818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840">
          <p15:clr>
            <a:srgbClr val="FBAE40"/>
          </p15:clr>
        </p15:guide>
        <p15:guide id="5" pos="393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616370" y="1151792"/>
            <a:ext cx="11406870" cy="5081954"/>
          </a:xfrm>
          <a:prstGeom prst="rect">
            <a:avLst/>
          </a:prstGeom>
        </p:spPr>
        <p:txBody>
          <a:bodyPr lIns="432000" rIns="144000">
            <a:norm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92048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  <p15:guide id="4" pos="121">
          <p15:clr>
            <a:srgbClr val="FBAE40"/>
          </p15:clr>
        </p15:guide>
        <p15:guide id="5" pos="393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837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573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742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654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0"/>
            <a:ext cx="12192000" cy="532339"/>
          </a:xfrm>
          <a:prstGeom prst="rect">
            <a:avLst/>
          </a:prstGeom>
        </p:spPr>
        <p:txBody>
          <a:bodyPr lIns="1152000" rIns="251999">
            <a:normAutofit/>
          </a:bodyPr>
          <a:lstStyle>
            <a:lvl1pPr algn="l"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563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FD BASE Style-0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409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D-Photo-A-T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4ADEAE-4EFF-D245-B433-39FB233FB4F6}"/>
              </a:ext>
            </a:extLst>
          </p:cNvPr>
          <p:cNvSpPr/>
          <p:nvPr userDrawn="1"/>
        </p:nvSpPr>
        <p:spPr>
          <a:xfrm>
            <a:off x="1" y="2800844"/>
            <a:ext cx="12192000" cy="1023938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D848335-C872-3D4C-9257-38485A2D96A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096000" y="2800844"/>
            <a:ext cx="6096000" cy="1023938"/>
          </a:xfrm>
          <a:prstGeom prst="rect">
            <a:avLst/>
          </a:prstGeom>
          <a:noFill/>
        </p:spPr>
        <p:txBody>
          <a:bodyPr lIns="0" rIns="360000" anchor="ctr" anchorCtr="0"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16" name="Espace réservé du texte 5">
            <a:extLst>
              <a:ext uri="{FF2B5EF4-FFF2-40B4-BE49-F238E27FC236}">
                <a16:creationId xmlns:a16="http://schemas.microsoft.com/office/drawing/2014/main" id="{407A701A-BAD0-D848-9158-F7DE27B1D47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096000" y="3931920"/>
            <a:ext cx="6096000" cy="459600"/>
          </a:xfrm>
          <a:prstGeom prst="rect">
            <a:avLst/>
          </a:prstGeom>
          <a:noFill/>
        </p:spPr>
        <p:txBody>
          <a:bodyPr lIns="360000" rIns="360000" anchor="ctr" anchorCtr="0">
            <a:normAutofit/>
          </a:bodyPr>
          <a:lstStyle>
            <a:lvl1pPr marL="0" indent="0" algn="ctr">
              <a:lnSpc>
                <a:spcPct val="100000"/>
              </a:lnSpc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30" name="Espace réservé pour une image  29">
            <a:extLst>
              <a:ext uri="{FF2B5EF4-FFF2-40B4-BE49-F238E27FC236}">
                <a16:creationId xmlns:a16="http://schemas.microsoft.com/office/drawing/2014/main" id="{F1FFE37B-956A-694C-BB04-72D410960C14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563270" y="193059"/>
            <a:ext cx="5457327" cy="6301203"/>
          </a:xfrm>
          <a:custGeom>
            <a:avLst/>
            <a:gdLst>
              <a:gd name="connsiteX0" fmla="*/ 117448 w 2368428"/>
              <a:gd name="connsiteY0" fmla="*/ 0 h 2734662"/>
              <a:gd name="connsiteX1" fmla="*/ 2368428 w 2368428"/>
              <a:gd name="connsiteY1" fmla="*/ 1299500 h 2734662"/>
              <a:gd name="connsiteX2" fmla="*/ 2368428 w 2368428"/>
              <a:gd name="connsiteY2" fmla="*/ 1435162 h 2734662"/>
              <a:gd name="connsiteX3" fmla="*/ 117448 w 2368428"/>
              <a:gd name="connsiteY3" fmla="*/ 2734662 h 2734662"/>
              <a:gd name="connsiteX4" fmla="*/ 0 w 2368428"/>
              <a:gd name="connsiteY4" fmla="*/ 2667156 h 2734662"/>
              <a:gd name="connsiteX5" fmla="*/ 0 w 2368428"/>
              <a:gd name="connsiteY5" fmla="*/ 68156 h 2734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68428" h="2734662">
                <a:moveTo>
                  <a:pt x="117448" y="0"/>
                </a:moveTo>
                <a:lnTo>
                  <a:pt x="2368428" y="1299500"/>
                </a:lnTo>
                <a:lnTo>
                  <a:pt x="2368428" y="1435162"/>
                </a:lnTo>
                <a:lnTo>
                  <a:pt x="117448" y="2734662"/>
                </a:lnTo>
                <a:lnTo>
                  <a:pt x="0" y="2667156"/>
                </a:lnTo>
                <a:lnTo>
                  <a:pt x="0" y="681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FontTx/>
              <a:buNone/>
              <a:defRPr sz="11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857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D-Photo-C-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  10">
            <a:extLst>
              <a:ext uri="{FF2B5EF4-FFF2-40B4-BE49-F238E27FC236}">
                <a16:creationId xmlns:a16="http://schemas.microsoft.com/office/drawing/2014/main" id="{4511C28C-91BE-174C-B452-0CADD469EEB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0" y="0"/>
            <a:ext cx="12192000" cy="612648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/>
            </a:lvl1pPr>
          </a:lstStyle>
          <a:p>
            <a:r>
              <a:rPr lang="fr-FR"/>
              <a:t>Photo/Visuel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2020 - Ce document est la propriété exclusive de CA-TS et ne peut être utilisé ou reproduit qu'avec son autorisation écrite</a:t>
            </a:r>
          </a:p>
        </p:txBody>
      </p:sp>
      <p:sp>
        <p:nvSpPr>
          <p:cNvPr id="10" name="Espace réservé du texte 25">
            <a:extLst>
              <a:ext uri="{FF2B5EF4-FFF2-40B4-BE49-F238E27FC236}">
                <a16:creationId xmlns:a16="http://schemas.microsoft.com/office/drawing/2014/main" id="{63B751A4-2F61-9E4E-A337-31CA031863E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-1055897" y="1655374"/>
            <a:ext cx="8316233" cy="1531096"/>
          </a:xfrm>
          <a:prstGeom prst="parallelogram">
            <a:avLst>
              <a:gd name="adj" fmla="val 67930"/>
            </a:avLst>
          </a:prstGeom>
          <a:solidFill>
            <a:schemeClr val="accent3"/>
          </a:solidFill>
        </p:spPr>
        <p:txBody>
          <a:bodyPr lIns="0" rIns="0" anchor="ctr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2000" b="1" i="0" spc="10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>
              <a:defRPr sz="1400" b="1">
                <a:solidFill>
                  <a:schemeClr val="accent6"/>
                </a:solidFill>
              </a:defRPr>
            </a:lvl2pPr>
            <a:lvl3pPr>
              <a:defRPr sz="1400" b="1">
                <a:solidFill>
                  <a:schemeClr val="accent6"/>
                </a:solidFill>
              </a:defRPr>
            </a:lvl3pPr>
            <a:lvl4pPr>
              <a:defRPr sz="1400" b="1">
                <a:solidFill>
                  <a:schemeClr val="accent6"/>
                </a:solidFill>
              </a:defRPr>
            </a:lvl4pPr>
            <a:lvl5pPr>
              <a:defRPr sz="1400" b="1">
                <a:solidFill>
                  <a:schemeClr val="accent6"/>
                </a:solidFill>
              </a:defRPr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11" name="Espace réservé du texte 25">
            <a:extLst>
              <a:ext uri="{FF2B5EF4-FFF2-40B4-BE49-F238E27FC236}">
                <a16:creationId xmlns:a16="http://schemas.microsoft.com/office/drawing/2014/main" id="{5FD9B7DA-D77A-D940-8AEA-4B5054C3FCA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31664" y="2855754"/>
            <a:ext cx="8316233" cy="1531096"/>
          </a:xfrm>
          <a:prstGeom prst="parallelogram">
            <a:avLst>
              <a:gd name="adj" fmla="val 67930"/>
            </a:avLst>
          </a:prstGeom>
          <a:solidFill>
            <a:schemeClr val="accent4"/>
          </a:solidFill>
        </p:spPr>
        <p:txBody>
          <a:bodyPr lIns="0" r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2000" b="1" i="0" spc="10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>
              <a:defRPr sz="1400" b="1">
                <a:solidFill>
                  <a:schemeClr val="accent6"/>
                </a:solidFill>
              </a:defRPr>
            </a:lvl2pPr>
            <a:lvl3pPr>
              <a:defRPr sz="1400" b="1">
                <a:solidFill>
                  <a:schemeClr val="accent6"/>
                </a:solidFill>
              </a:defRPr>
            </a:lvl3pPr>
            <a:lvl4pPr>
              <a:defRPr sz="1400" b="1">
                <a:solidFill>
                  <a:schemeClr val="accent6"/>
                </a:solidFill>
              </a:defRPr>
            </a:lvl4pPr>
            <a:lvl5pPr>
              <a:defRPr sz="1400" b="1">
                <a:solidFill>
                  <a:schemeClr val="accent6"/>
                </a:solidFill>
              </a:defRPr>
            </a:lvl5pPr>
          </a:lstStyle>
          <a:p>
            <a:pPr lvl="0"/>
            <a:r>
              <a:rPr lang="fr-FR"/>
              <a:t>MODIFIER LE TEXTE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23EB4284-C372-694D-B72C-CA6648B6FF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0" y="4473852"/>
            <a:ext cx="12192000" cy="410400"/>
          </a:xfrm>
          <a:prstGeom prst="rect">
            <a:avLst/>
          </a:prstGeom>
          <a:noFill/>
        </p:spPr>
        <p:txBody>
          <a:bodyPr lIns="1080000" rIns="108000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1600"/>
              </a:spcBef>
              <a:buClr>
                <a:schemeClr val="accent3"/>
              </a:buClr>
              <a:buSzPct val="140000"/>
              <a:buFontTx/>
              <a:buNone/>
              <a:defRPr sz="2000" b="0" i="0" spc="100" baseline="0">
                <a:solidFill>
                  <a:schemeClr val="accent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720000" indent="-216000">
              <a:spcBef>
                <a:spcPts val="200"/>
              </a:spcBef>
              <a:buClr>
                <a:schemeClr val="accent3"/>
              </a:buClr>
              <a:buSzPct val="140000"/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98667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914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yle-01B_1bloc-2col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/>
          <p:cNvSpPr>
            <a:spLocks noGrp="1"/>
          </p:cNvSpPr>
          <p:nvPr>
            <p:ph type="pic" sz="quarter" idx="12"/>
          </p:nvPr>
        </p:nvSpPr>
        <p:spPr>
          <a:xfrm>
            <a:off x="-80963" y="-71438"/>
            <a:ext cx="12353926" cy="41624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4ADEAE-4EFF-D245-B433-39FB233FB4F6}"/>
              </a:ext>
            </a:extLst>
          </p:cNvPr>
          <p:cNvSpPr/>
          <p:nvPr userDrawn="1"/>
        </p:nvSpPr>
        <p:spPr>
          <a:xfrm>
            <a:off x="1" y="3935506"/>
            <a:ext cx="12192000" cy="292249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Ellipse 8"/>
          <p:cNvSpPr/>
          <p:nvPr userDrawn="1"/>
        </p:nvSpPr>
        <p:spPr>
          <a:xfrm>
            <a:off x="5221941" y="3061447"/>
            <a:ext cx="1748117" cy="1748117"/>
          </a:xfrm>
          <a:prstGeom prst="ellipse">
            <a:avLst/>
          </a:prstGeom>
          <a:solidFill>
            <a:srgbClr val="5A6770"/>
          </a:solidFill>
          <a:ln>
            <a:solidFill>
              <a:srgbClr val="5A67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 err="1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1"/>
          </p:nvPr>
        </p:nvSpPr>
        <p:spPr>
          <a:xfrm>
            <a:off x="474663" y="4203700"/>
            <a:ext cx="11296650" cy="23399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+mj-lt"/>
              <a:buNone/>
              <a:defRPr sz="2800" b="1">
                <a:solidFill>
                  <a:schemeClr val="bg1"/>
                </a:solidFill>
              </a:defRPr>
            </a:lvl1pPr>
            <a:lvl2pPr marL="561412" indent="0" algn="ctr">
              <a:buFont typeface="+mj-lt"/>
              <a:buNone/>
              <a:defRPr sz="2800" b="1">
                <a:solidFill>
                  <a:schemeClr val="bg1"/>
                </a:solidFill>
              </a:defRPr>
            </a:lvl2pPr>
            <a:lvl3pPr marL="1122823" indent="0" algn="ctr">
              <a:buFont typeface="+mj-lt"/>
              <a:buNone/>
              <a:defRPr sz="2800" b="1">
                <a:solidFill>
                  <a:schemeClr val="bg1"/>
                </a:solidFill>
              </a:defRPr>
            </a:lvl3pPr>
            <a:lvl4pPr marL="1684234" indent="0" algn="ctr">
              <a:buFont typeface="+mj-lt"/>
              <a:buNone/>
              <a:defRPr sz="2800" b="1">
                <a:solidFill>
                  <a:schemeClr val="bg1"/>
                </a:solidFill>
              </a:defRPr>
            </a:lvl4pPr>
            <a:lvl5pPr marL="2245644" indent="0" algn="ctr">
              <a:buFont typeface="+mj-lt"/>
              <a:buNone/>
              <a:defRPr sz="2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pour une image  4"/>
          <p:cNvSpPr>
            <a:spLocks noGrp="1"/>
          </p:cNvSpPr>
          <p:nvPr>
            <p:ph type="pic" sz="quarter" idx="13"/>
          </p:nvPr>
        </p:nvSpPr>
        <p:spPr>
          <a:xfrm>
            <a:off x="5483999" y="3277375"/>
            <a:ext cx="1224000" cy="12240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359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Parallélogramme 4"/>
          <p:cNvSpPr/>
          <p:nvPr userDrawn="1"/>
        </p:nvSpPr>
        <p:spPr>
          <a:xfrm>
            <a:off x="-500069" y="436795"/>
            <a:ext cx="11104569" cy="449714"/>
          </a:xfrm>
          <a:prstGeom prst="parallelogram">
            <a:avLst>
              <a:gd name="adj" fmla="val 6415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400" kern="120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0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noFill/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9" name="Titre 1"/>
          <p:cNvSpPr>
            <a:spLocks noGrp="1"/>
          </p:cNvSpPr>
          <p:nvPr>
            <p:ph type="title" hasCustomPrompt="1"/>
          </p:nvPr>
        </p:nvSpPr>
        <p:spPr>
          <a:xfrm>
            <a:off x="-1" y="480533"/>
            <a:ext cx="10365972" cy="359482"/>
          </a:xfrm>
          <a:prstGeom prst="rect">
            <a:avLst/>
          </a:prstGeom>
        </p:spPr>
        <p:txBody>
          <a:bodyPr lIns="1440000" tIns="0" rIns="288000" bIns="0">
            <a:noAutofit/>
          </a:bodyPr>
          <a:lstStyle>
            <a:lvl1pPr algn="l">
              <a:lnSpc>
                <a:spcPct val="100000"/>
              </a:lnSpc>
              <a:defRPr sz="2400" b="1" i="0" spc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3308640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914">
          <p15:clr>
            <a:srgbClr val="FBAE40"/>
          </p15:clr>
        </p15:guide>
        <p15:guide id="3" pos="7469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e">
  <p:cSld name="4_Text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>
            <a:spLocks noGrp="1"/>
          </p:cNvSpPr>
          <p:nvPr>
            <p:ph type="body" idx="1"/>
          </p:nvPr>
        </p:nvSpPr>
        <p:spPr>
          <a:xfrm>
            <a:off x="719137" y="1744980"/>
            <a:ext cx="10751600" cy="43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72524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800"/>
              <a:buFont typeface="Tahoma"/>
              <a:buChar char="•"/>
              <a:defRPr>
                <a:solidFill>
                  <a:schemeClr val="dk1"/>
                </a:solidFill>
              </a:defRPr>
            </a:lvl1pPr>
            <a:lvl2pPr marL="1219170" lvl="1" indent="-347125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500"/>
              <a:buFont typeface="Tahoma"/>
              <a:buChar char="•"/>
              <a:defRPr>
                <a:solidFill>
                  <a:schemeClr val="dk1"/>
                </a:solidFill>
              </a:defRPr>
            </a:lvl2pPr>
            <a:lvl3pPr marL="1828754" lvl="2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marL="2438339" lvl="3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>
                <a:solidFill>
                  <a:schemeClr val="dk1"/>
                </a:solidFill>
              </a:defRPr>
            </a:lvl4pPr>
            <a:lvl5pPr marL="3047924" lvl="4" indent="-304792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>
                <a:solidFill>
                  <a:schemeClr val="dk1"/>
                </a:solidFill>
              </a:defRPr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dt" idx="10"/>
          </p:nvPr>
        </p:nvSpPr>
        <p:spPr>
          <a:xfrm>
            <a:off x="4741200" y="6337301"/>
            <a:ext cx="61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ftr" idx="11"/>
          </p:nvPr>
        </p:nvSpPr>
        <p:spPr>
          <a:xfrm>
            <a:off x="1026000" y="6337300"/>
            <a:ext cx="67808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8"/>
          <p:cNvSpPr txBox="1">
            <a:spLocks noGrp="1"/>
          </p:cNvSpPr>
          <p:nvPr>
            <p:ph type="sldNum" idx="12"/>
          </p:nvPr>
        </p:nvSpPr>
        <p:spPr>
          <a:xfrm>
            <a:off x="719137" y="6337301"/>
            <a:ext cx="36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 rtl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lvl="1" indent="0" algn="l" rtl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lvl="2" indent="0" algn="l" rtl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lvl="3" indent="0" algn="l" rtl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lvl="4" indent="0" algn="l" rtl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lvl="5" indent="0" algn="l" rtl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lvl="6" indent="0" algn="l" rtl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lvl="7" indent="0" algn="l" rtl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lvl="8" indent="0" algn="l" rtl="0">
              <a:lnSpc>
                <a:spcPct val="100000"/>
              </a:lnSpc>
              <a:spcBef>
                <a:spcPts val="0"/>
              </a:spcBef>
              <a:buNone/>
              <a:defRPr sz="800" b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3" name="Google Shape;93;p8"/>
          <p:cNvSpPr/>
          <p:nvPr/>
        </p:nvSpPr>
        <p:spPr>
          <a:xfrm>
            <a:off x="-1" y="-374907"/>
            <a:ext cx="252000" cy="25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33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4" name="Google Shape;94;p8"/>
          <p:cNvSpPr txBox="1"/>
          <p:nvPr/>
        </p:nvSpPr>
        <p:spPr>
          <a:xfrm>
            <a:off x="545703" y="-384055"/>
            <a:ext cx="4080400" cy="2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Couleurs à utiliser pour les textes</a:t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293703" y="-374907"/>
            <a:ext cx="252000" cy="252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33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" name="Google Shape;96;p8"/>
          <p:cNvSpPr txBox="1">
            <a:spLocks noGrp="1"/>
          </p:cNvSpPr>
          <p:nvPr>
            <p:ph type="body" idx="2"/>
          </p:nvPr>
        </p:nvSpPr>
        <p:spPr>
          <a:xfrm>
            <a:off x="719137" y="981120"/>
            <a:ext cx="10751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900"/>
              <a:buFont typeface="Tahoma"/>
              <a:buNone/>
              <a:defRPr sz="2000" b="0">
                <a:solidFill>
                  <a:schemeClr val="dk1"/>
                </a:solidFill>
              </a:defRPr>
            </a:lvl1pPr>
            <a:lvl2pPr marL="1219170" lvl="1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600"/>
              <a:buFont typeface="Tahoma"/>
              <a:buNone/>
              <a:defRPr sz="2000" b="1"/>
            </a:lvl2pPr>
            <a:lvl3pPr marL="1828754" lvl="2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3pPr>
            <a:lvl4pPr marL="2438339" lvl="3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924" lvl="4" indent="-304792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509" lvl="5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97" name="Google Shape;97;p8"/>
          <p:cNvSpPr txBox="1">
            <a:spLocks noGrp="1"/>
          </p:cNvSpPr>
          <p:nvPr>
            <p:ph type="title"/>
          </p:nvPr>
        </p:nvSpPr>
        <p:spPr>
          <a:xfrm>
            <a:off x="719137" y="30480"/>
            <a:ext cx="107516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2300"/>
              <a:buFont typeface="Tahoma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4038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content">
  <p:cSld name="Title, subtitle &amp; conte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>
            <a:spLocks noGrp="1"/>
          </p:cNvSpPr>
          <p:nvPr>
            <p:ph type="body" idx="1"/>
          </p:nvPr>
        </p:nvSpPr>
        <p:spPr>
          <a:xfrm>
            <a:off x="527381" y="1484320"/>
            <a:ext cx="11137600" cy="4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372524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800"/>
              <a:buChar char="•"/>
              <a:defRPr/>
            </a:lvl1pPr>
            <a:lvl2pPr marL="1219170" lvl="1" indent="-347125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500"/>
              <a:buChar char="•"/>
              <a:defRPr/>
            </a:lvl2pPr>
            <a:lvl3pPr marL="1828754" lvl="2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2438339" lvl="3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3047924" lvl="4" indent="-304792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527381" y="336501"/>
            <a:ext cx="111376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dt" idx="10"/>
          </p:nvPr>
        </p:nvSpPr>
        <p:spPr>
          <a:xfrm>
            <a:off x="4742021" y="6337301"/>
            <a:ext cx="612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ftr" idx="11"/>
          </p:nvPr>
        </p:nvSpPr>
        <p:spPr>
          <a:xfrm>
            <a:off x="1026000" y="6337300"/>
            <a:ext cx="55776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sldNum" idx="12"/>
          </p:nvPr>
        </p:nvSpPr>
        <p:spPr>
          <a:xfrm>
            <a:off x="719137" y="6337301"/>
            <a:ext cx="360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l" rtl="0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marL="0" lvl="1" indent="0" algn="l" rtl="0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marL="0" lvl="2" indent="0" algn="l" rtl="0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marL="0" lvl="3" indent="0" algn="l" rtl="0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marL="0" lvl="4" indent="0" algn="l" rtl="0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marL="0" lvl="5" indent="0" algn="l" rtl="0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marL="0" lvl="6" indent="0" algn="l" rtl="0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marL="0" lvl="7" indent="0" algn="l" rtl="0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marL="0" lvl="8" indent="0" algn="l" rtl="0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7" name="Google Shape;67;p5"/>
          <p:cNvSpPr txBox="1">
            <a:spLocks noGrp="1"/>
          </p:cNvSpPr>
          <p:nvPr>
            <p:ph type="body" idx="2"/>
          </p:nvPr>
        </p:nvSpPr>
        <p:spPr>
          <a:xfrm>
            <a:off x="527381" y="744733"/>
            <a:ext cx="11137600" cy="2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ctr" anchorCtr="0">
            <a:no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 sz="2133" cap="none">
                <a:solidFill>
                  <a:srgbClr val="CF022B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1219170" lvl="1" indent="-347125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SzPts val="500"/>
              <a:buFont typeface="Tahoma"/>
              <a:buChar char="•"/>
              <a:defRPr/>
            </a:lvl2pPr>
            <a:lvl3pPr marL="1828754" lvl="2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marL="2438339" lvl="3" indent="-304792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4pPr>
            <a:lvl5pPr marL="3047924" lvl="4" indent="-304792" algn="l" rtl="0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712612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yle-0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0" y="382061"/>
            <a:ext cx="12192000" cy="51601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>
              <a:lnSpc>
                <a:spcPct val="100000"/>
              </a:lnSpc>
              <a:defRPr sz="2600" b="1" spc="140" baseline="0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563270" y="6561312"/>
            <a:ext cx="8655372" cy="226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6" tIns="56142" rIns="112286" bIns="56142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altLang="fr-FR" sz="737" i="1">
                <a:solidFill>
                  <a:srgbClr val="7F7F7F"/>
                </a:solidFill>
              </a:rPr>
              <a:t>© Crédit Agricole Technologies et Services 2019 - Ce document est la propriété exclusive de CA-TS et ne peut être utilisé ou reproduit qu'avec son autorisation écrite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7332" y="6526512"/>
            <a:ext cx="4459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464C5B05-003E-41AD-8522-8F925FA4CF80}" type="slidenum">
              <a:rPr lang="fr-FR" altLang="fr-FR" sz="1100" b="0" baseline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‹N°›</a:t>
            </a:fld>
            <a:endParaRPr lang="fr-FR" sz="1100" b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5" name="Freeform 2"/>
          <p:cNvSpPr>
            <a:spLocks noChangeAspect="1" noChangeArrowheads="1"/>
          </p:cNvSpPr>
          <p:nvPr userDrawn="1"/>
        </p:nvSpPr>
        <p:spPr bwMode="auto">
          <a:xfrm>
            <a:off x="616370" y="426201"/>
            <a:ext cx="377444" cy="435790"/>
          </a:xfrm>
          <a:custGeom>
            <a:avLst/>
            <a:gdLst>
              <a:gd name="T0" fmla="*/ 3650 w 3651"/>
              <a:gd name="T1" fmla="*/ 2002 h 4214"/>
              <a:gd name="T2" fmla="*/ 3650 w 3651"/>
              <a:gd name="T3" fmla="*/ 2211 h 4214"/>
              <a:gd name="T4" fmla="*/ 181 w 3651"/>
              <a:gd name="T5" fmla="*/ 4213 h 4214"/>
              <a:gd name="T6" fmla="*/ 0 w 3651"/>
              <a:gd name="T7" fmla="*/ 4109 h 4214"/>
              <a:gd name="T8" fmla="*/ 0 w 3651"/>
              <a:gd name="T9" fmla="*/ 105 h 4214"/>
              <a:gd name="T10" fmla="*/ 181 w 3651"/>
              <a:gd name="T11" fmla="*/ 0 h 4214"/>
              <a:gd name="T12" fmla="*/ 3650 w 3651"/>
              <a:gd name="T13" fmla="*/ 2002 h 4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51" h="4214">
                <a:moveTo>
                  <a:pt x="3650" y="2002"/>
                </a:moveTo>
                <a:lnTo>
                  <a:pt x="3650" y="2211"/>
                </a:lnTo>
                <a:lnTo>
                  <a:pt x="181" y="4213"/>
                </a:lnTo>
                <a:lnTo>
                  <a:pt x="0" y="4109"/>
                </a:lnTo>
                <a:lnTo>
                  <a:pt x="0" y="105"/>
                </a:lnTo>
                <a:lnTo>
                  <a:pt x="181" y="0"/>
                </a:lnTo>
                <a:lnTo>
                  <a:pt x="3650" y="2002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charset="0"/>
              <a:buNone/>
              <a:defRPr/>
            </a:pPr>
            <a:endParaRPr lang="fr-FR">
              <a:ea typeface="+mn-ea"/>
              <a:cs typeface="+mn-cs"/>
            </a:endParaRP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26" hasCustomPrompt="1"/>
          </p:nvPr>
        </p:nvSpPr>
        <p:spPr>
          <a:xfrm>
            <a:off x="1163637" y="1492371"/>
            <a:ext cx="10527619" cy="3624896"/>
          </a:xfrm>
          <a:prstGeom prst="rect">
            <a:avLst/>
          </a:prstGeom>
        </p:spPr>
        <p:txBody>
          <a:bodyPr lIns="0">
            <a:normAutofit/>
          </a:bodyPr>
          <a:lstStyle>
            <a:lvl1pPr marL="216000" indent="-216000">
              <a:lnSpc>
                <a:spcPct val="100000"/>
              </a:lnSpc>
              <a:spcBef>
                <a:spcPts val="800"/>
              </a:spcBef>
              <a:buClr>
                <a:srgbClr val="007758"/>
              </a:buClr>
              <a:defRPr sz="1600"/>
            </a:lvl1pPr>
            <a:lvl2pPr marL="720000" indent="-216000">
              <a:lnSpc>
                <a:spcPct val="100000"/>
              </a:lnSpc>
              <a:spcBef>
                <a:spcPts val="800"/>
              </a:spcBef>
              <a:buClr>
                <a:schemeClr val="accent3"/>
              </a:buClr>
              <a:buFont typeface="Courier New" charset="0"/>
              <a:buChar char="o"/>
              <a:defRPr sz="1400"/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3" name="Espace réservé du texte 7"/>
          <p:cNvSpPr>
            <a:spLocks noGrp="1"/>
          </p:cNvSpPr>
          <p:nvPr>
            <p:ph type="body" sz="quarter" idx="60" hasCustomPrompt="1"/>
          </p:nvPr>
        </p:nvSpPr>
        <p:spPr>
          <a:xfrm>
            <a:off x="0" y="883786"/>
            <a:ext cx="12192000" cy="354496"/>
          </a:xfrm>
          <a:prstGeom prst="rect">
            <a:avLst/>
          </a:prstGeom>
        </p:spPr>
        <p:txBody>
          <a:bodyPr lIns="1152000" rIns="144000">
            <a:noAutofit/>
          </a:bodyPr>
          <a:lstStyle>
            <a:lvl1pPr marL="0" marR="0" indent="0" algn="l" defTabSz="561412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1" i="0" spc="100" baseline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561412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5" name="Espace réservé du texte 5">
            <a:extLst>
              <a:ext uri="{FF2B5EF4-FFF2-40B4-BE49-F238E27FC236}">
                <a16:creationId xmlns:a16="http://schemas.microsoft.com/office/drawing/2014/main" id="{D1E92122-62EB-9146-8781-296A2DBE3A5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-30419" y="5297013"/>
            <a:ext cx="11171127" cy="469417"/>
          </a:xfrm>
          <a:prstGeom prst="rect">
            <a:avLst/>
          </a:prstGeom>
          <a:ln w="31750">
            <a:solidFill>
              <a:srgbClr val="009A60"/>
            </a:solidFill>
            <a:miter lim="800000"/>
          </a:ln>
        </p:spPr>
        <p:txBody>
          <a:bodyPr lIns="108000" rIns="540000">
            <a:normAutofit/>
          </a:bodyPr>
          <a:lstStyle>
            <a:lvl1pPr marL="0" indent="0" algn="r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</p:txBody>
      </p:sp>
      <p:sp>
        <p:nvSpPr>
          <p:cNvPr id="18" name="Espace réservé du texte 5">
            <a:extLst>
              <a:ext uri="{FF2B5EF4-FFF2-40B4-BE49-F238E27FC236}">
                <a16:creationId xmlns:a16="http://schemas.microsoft.com/office/drawing/2014/main" id="{05F4D403-7EEC-924C-A9A5-AD56701F4BAA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1047110" y="5798267"/>
            <a:ext cx="11171127" cy="469417"/>
          </a:xfrm>
          <a:prstGeom prst="rect">
            <a:avLst/>
          </a:prstGeom>
          <a:ln w="31750">
            <a:solidFill>
              <a:schemeClr val="accent4"/>
            </a:solidFill>
            <a:miter lim="800000"/>
          </a:ln>
        </p:spPr>
        <p:txBody>
          <a:bodyPr lIns="540000" rIns="108000">
            <a:normAutofit/>
          </a:bodyPr>
          <a:lstStyle>
            <a:lvl1pPr marL="0" indent="0" algn="l">
              <a:lnSpc>
                <a:spcPct val="100000"/>
              </a:lnSpc>
              <a:buFontTx/>
              <a:buNone/>
              <a:defRPr sz="1200" b="1">
                <a:solidFill>
                  <a:schemeClr val="accent5"/>
                </a:solidFill>
              </a:defRPr>
            </a:lvl1pPr>
          </a:lstStyle>
          <a:p>
            <a:r>
              <a:rPr lang="fr-FR"/>
              <a:t>Modifier les styles du texte du masque</a:t>
            </a:r>
          </a:p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0111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33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NUL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2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oleObject" Target="../embeddings/oleObject3.bin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ags" Target="../tags/tag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oleObject" Target="../embeddings/oleObject4.bin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ags" Target="../tags/tag5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image" Target="../media/image1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26" Type="http://schemas.openxmlformats.org/officeDocument/2006/relationships/slideLayout" Target="../slideLayouts/slideLayout73.xml"/><Relationship Id="rId3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68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72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7.xml"/><Relationship Id="rId29" Type="http://schemas.openxmlformats.org/officeDocument/2006/relationships/oleObject" Target="../embeddings/oleObject5.bin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2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70.xml"/><Relationship Id="rId28" Type="http://schemas.openxmlformats.org/officeDocument/2006/relationships/tags" Target="../tags/tag6.xml"/><Relationship Id="rId10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6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9.xml"/><Relationship Id="rId27" Type="http://schemas.openxmlformats.org/officeDocument/2006/relationships/theme" Target="../theme/theme5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2970567702"/>
              </p:ext>
            </p:extLst>
          </p:nvPr>
        </p:nvGraphicFramePr>
        <p:xfrm>
          <a:off x="1956" y="1590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270" imgH="270" progId="TCLayout.ActiveDocument.1">
                  <p:embed/>
                </p:oleObj>
              </mc:Choice>
              <mc:Fallback>
                <p:oleObj name="think-cell Slide" r:id="rId21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956" y="1590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er 2"/>
          <p:cNvGrpSpPr/>
          <p:nvPr userDrawn="1"/>
        </p:nvGrpSpPr>
        <p:grpSpPr>
          <a:xfrm>
            <a:off x="9718060" y="6427311"/>
            <a:ext cx="2139295" cy="217992"/>
            <a:chOff x="1122363" y="720725"/>
            <a:chExt cx="4278312" cy="434975"/>
          </a:xfrm>
        </p:grpSpPr>
        <p:sp>
          <p:nvSpPr>
            <p:cNvPr id="4" name="Freeform 1"/>
            <p:cNvSpPr>
              <a:spLocks noChangeArrowheads="1"/>
            </p:cNvSpPr>
            <p:nvPr/>
          </p:nvSpPr>
          <p:spPr bwMode="auto">
            <a:xfrm>
              <a:off x="1557338" y="966788"/>
              <a:ext cx="119062" cy="104775"/>
            </a:xfrm>
            <a:custGeom>
              <a:avLst/>
              <a:gdLst>
                <a:gd name="T0" fmla="*/ 0 w 330"/>
                <a:gd name="T1" fmla="*/ 100 h 293"/>
                <a:gd name="T2" fmla="*/ 189 w 330"/>
                <a:gd name="T3" fmla="*/ 0 h 293"/>
                <a:gd name="T4" fmla="*/ 329 w 330"/>
                <a:gd name="T5" fmla="*/ 292 h 293"/>
                <a:gd name="T6" fmla="*/ 119 w 330"/>
                <a:gd name="T7" fmla="*/ 292 h 293"/>
                <a:gd name="T8" fmla="*/ 62 w 330"/>
                <a:gd name="T9" fmla="*/ 257 h 293"/>
                <a:gd name="T10" fmla="*/ 0 w 330"/>
                <a:gd name="T11" fmla="*/ 1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0" h="293">
                  <a:moveTo>
                    <a:pt x="0" y="100"/>
                  </a:moveTo>
                  <a:lnTo>
                    <a:pt x="189" y="0"/>
                  </a:lnTo>
                  <a:lnTo>
                    <a:pt x="329" y="292"/>
                  </a:lnTo>
                  <a:lnTo>
                    <a:pt x="119" y="292"/>
                  </a:lnTo>
                  <a:cubicBezTo>
                    <a:pt x="119" y="292"/>
                    <a:pt x="79" y="292"/>
                    <a:pt x="62" y="257"/>
                  </a:cubicBezTo>
                  <a:cubicBezTo>
                    <a:pt x="47" y="214"/>
                    <a:pt x="0" y="100"/>
                    <a:pt x="0" y="10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5" name="Freeform 2"/>
            <p:cNvSpPr>
              <a:spLocks noChangeArrowheads="1"/>
            </p:cNvSpPr>
            <p:nvPr/>
          </p:nvSpPr>
          <p:spPr bwMode="auto">
            <a:xfrm>
              <a:off x="1146175" y="1104900"/>
              <a:ext cx="546100" cy="49213"/>
            </a:xfrm>
            <a:custGeom>
              <a:avLst/>
              <a:gdLst>
                <a:gd name="T0" fmla="*/ 757 w 1515"/>
                <a:gd name="T1" fmla="*/ 134 h 135"/>
                <a:gd name="T2" fmla="*/ 0 w 1515"/>
                <a:gd name="T3" fmla="*/ 134 h 135"/>
                <a:gd name="T4" fmla="*/ 0 w 1515"/>
                <a:gd name="T5" fmla="*/ 0 h 135"/>
                <a:gd name="T6" fmla="*/ 1514 w 1515"/>
                <a:gd name="T7" fmla="*/ 0 h 135"/>
                <a:gd name="T8" fmla="*/ 1514 w 1515"/>
                <a:gd name="T9" fmla="*/ 134 h 135"/>
                <a:gd name="T10" fmla="*/ 757 w 1515"/>
                <a:gd name="T11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5" h="135">
                  <a:moveTo>
                    <a:pt x="757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514" y="0"/>
                  </a:lnTo>
                  <a:lnTo>
                    <a:pt x="1514" y="134"/>
                  </a:lnTo>
                  <a:lnTo>
                    <a:pt x="757" y="134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6" name="Freeform 3"/>
            <p:cNvSpPr>
              <a:spLocks noChangeArrowheads="1"/>
            </p:cNvSpPr>
            <p:nvPr/>
          </p:nvSpPr>
          <p:spPr bwMode="auto">
            <a:xfrm>
              <a:off x="1584325" y="739775"/>
              <a:ext cx="147638" cy="120650"/>
            </a:xfrm>
            <a:custGeom>
              <a:avLst/>
              <a:gdLst>
                <a:gd name="T0" fmla="*/ 411 w 412"/>
                <a:gd name="T1" fmla="*/ 155 h 333"/>
                <a:gd name="T2" fmla="*/ 117 w 412"/>
                <a:gd name="T3" fmla="*/ 312 h 333"/>
                <a:gd name="T4" fmla="*/ 40 w 412"/>
                <a:gd name="T5" fmla="*/ 297 h 333"/>
                <a:gd name="T6" fmla="*/ 0 w 412"/>
                <a:gd name="T7" fmla="*/ 197 h 333"/>
                <a:gd name="T8" fmla="*/ 45 w 412"/>
                <a:gd name="T9" fmla="*/ 192 h 333"/>
                <a:gd name="T10" fmla="*/ 411 w 412"/>
                <a:gd name="T11" fmla="*/ 0 h 333"/>
                <a:gd name="T12" fmla="*/ 411 w 412"/>
                <a:gd name="T13" fmla="*/ 155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333">
                  <a:moveTo>
                    <a:pt x="411" y="155"/>
                  </a:moveTo>
                  <a:cubicBezTo>
                    <a:pt x="411" y="155"/>
                    <a:pt x="172" y="292"/>
                    <a:pt x="117" y="312"/>
                  </a:cubicBezTo>
                  <a:cubicBezTo>
                    <a:pt x="65" y="332"/>
                    <a:pt x="47" y="304"/>
                    <a:pt x="40" y="297"/>
                  </a:cubicBezTo>
                  <a:cubicBezTo>
                    <a:pt x="25" y="277"/>
                    <a:pt x="2" y="207"/>
                    <a:pt x="0" y="197"/>
                  </a:cubicBezTo>
                  <a:cubicBezTo>
                    <a:pt x="2" y="197"/>
                    <a:pt x="15" y="200"/>
                    <a:pt x="45" y="192"/>
                  </a:cubicBezTo>
                  <a:cubicBezTo>
                    <a:pt x="82" y="182"/>
                    <a:pt x="409" y="0"/>
                    <a:pt x="411" y="0"/>
                  </a:cubicBezTo>
                  <a:lnTo>
                    <a:pt x="411" y="15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7" name="Freeform 4"/>
            <p:cNvSpPr>
              <a:spLocks noChangeArrowheads="1"/>
            </p:cNvSpPr>
            <p:nvPr/>
          </p:nvSpPr>
          <p:spPr bwMode="auto">
            <a:xfrm>
              <a:off x="1122363" y="765175"/>
              <a:ext cx="609600" cy="347663"/>
            </a:xfrm>
            <a:custGeom>
              <a:avLst/>
              <a:gdLst>
                <a:gd name="T0" fmla="*/ 1313 w 1695"/>
                <a:gd name="T1" fmla="*/ 366 h 964"/>
                <a:gd name="T2" fmla="*/ 1156 w 1695"/>
                <a:gd name="T3" fmla="*/ 20 h 964"/>
                <a:gd name="T4" fmla="*/ 929 w 1695"/>
                <a:gd name="T5" fmla="*/ 20 h 964"/>
                <a:gd name="T6" fmla="*/ 610 w 1695"/>
                <a:gd name="T7" fmla="*/ 614 h 964"/>
                <a:gd name="T8" fmla="*/ 867 w 1695"/>
                <a:gd name="T9" fmla="*/ 535 h 964"/>
                <a:gd name="T10" fmla="*/ 1029 w 1695"/>
                <a:gd name="T11" fmla="*/ 207 h 964"/>
                <a:gd name="T12" fmla="*/ 1131 w 1695"/>
                <a:gd name="T13" fmla="*/ 463 h 964"/>
                <a:gd name="T14" fmla="*/ 750 w 1695"/>
                <a:gd name="T15" fmla="*/ 634 h 964"/>
                <a:gd name="T16" fmla="*/ 197 w 1695"/>
                <a:gd name="T17" fmla="*/ 649 h 964"/>
                <a:gd name="T18" fmla="*/ 683 w 1695"/>
                <a:gd name="T19" fmla="*/ 184 h 964"/>
                <a:gd name="T20" fmla="*/ 780 w 1695"/>
                <a:gd name="T21" fmla="*/ 174 h 964"/>
                <a:gd name="T22" fmla="*/ 735 w 1695"/>
                <a:gd name="T23" fmla="*/ 42 h 964"/>
                <a:gd name="T24" fmla="*/ 638 w 1695"/>
                <a:gd name="T25" fmla="*/ 7 h 964"/>
                <a:gd name="T26" fmla="*/ 75 w 1695"/>
                <a:gd name="T27" fmla="*/ 391 h 964"/>
                <a:gd name="T28" fmla="*/ 165 w 1695"/>
                <a:gd name="T29" fmla="*/ 766 h 964"/>
                <a:gd name="T30" fmla="*/ 845 w 1695"/>
                <a:gd name="T31" fmla="*/ 786 h 964"/>
                <a:gd name="T32" fmla="*/ 1692 w 1695"/>
                <a:gd name="T33" fmla="*/ 341 h 964"/>
                <a:gd name="T34" fmla="*/ 1692 w 1695"/>
                <a:gd name="T35" fmla="*/ 159 h 964"/>
                <a:gd name="T36" fmla="*/ 1313 w 1695"/>
                <a:gd name="T37" fmla="*/ 366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95" h="964">
                  <a:moveTo>
                    <a:pt x="1313" y="366"/>
                  </a:moveTo>
                  <a:lnTo>
                    <a:pt x="1156" y="20"/>
                  </a:lnTo>
                  <a:lnTo>
                    <a:pt x="929" y="20"/>
                  </a:lnTo>
                  <a:lnTo>
                    <a:pt x="610" y="614"/>
                  </a:lnTo>
                  <a:cubicBezTo>
                    <a:pt x="610" y="614"/>
                    <a:pt x="767" y="609"/>
                    <a:pt x="867" y="535"/>
                  </a:cubicBezTo>
                  <a:cubicBezTo>
                    <a:pt x="892" y="520"/>
                    <a:pt x="964" y="331"/>
                    <a:pt x="1029" y="207"/>
                  </a:cubicBezTo>
                  <a:lnTo>
                    <a:pt x="1131" y="463"/>
                  </a:lnTo>
                  <a:cubicBezTo>
                    <a:pt x="977" y="542"/>
                    <a:pt x="830" y="612"/>
                    <a:pt x="750" y="634"/>
                  </a:cubicBezTo>
                  <a:cubicBezTo>
                    <a:pt x="541" y="694"/>
                    <a:pt x="287" y="731"/>
                    <a:pt x="197" y="649"/>
                  </a:cubicBezTo>
                  <a:cubicBezTo>
                    <a:pt x="112" y="572"/>
                    <a:pt x="309" y="254"/>
                    <a:pt x="683" y="184"/>
                  </a:cubicBezTo>
                  <a:cubicBezTo>
                    <a:pt x="742" y="172"/>
                    <a:pt x="780" y="174"/>
                    <a:pt x="780" y="174"/>
                  </a:cubicBezTo>
                  <a:cubicBezTo>
                    <a:pt x="780" y="174"/>
                    <a:pt x="755" y="65"/>
                    <a:pt x="735" y="42"/>
                  </a:cubicBezTo>
                  <a:cubicBezTo>
                    <a:pt x="708" y="7"/>
                    <a:pt x="680" y="0"/>
                    <a:pt x="638" y="7"/>
                  </a:cubicBezTo>
                  <a:cubicBezTo>
                    <a:pt x="556" y="12"/>
                    <a:pt x="212" y="105"/>
                    <a:pt x="75" y="391"/>
                  </a:cubicBezTo>
                  <a:cubicBezTo>
                    <a:pt x="0" y="555"/>
                    <a:pt x="100" y="719"/>
                    <a:pt x="165" y="766"/>
                  </a:cubicBezTo>
                  <a:cubicBezTo>
                    <a:pt x="194" y="789"/>
                    <a:pt x="391" y="963"/>
                    <a:pt x="845" y="786"/>
                  </a:cubicBezTo>
                  <a:cubicBezTo>
                    <a:pt x="1290" y="612"/>
                    <a:pt x="1692" y="341"/>
                    <a:pt x="1692" y="341"/>
                  </a:cubicBezTo>
                  <a:lnTo>
                    <a:pt x="1692" y="159"/>
                  </a:lnTo>
                  <a:cubicBezTo>
                    <a:pt x="1694" y="154"/>
                    <a:pt x="1520" y="257"/>
                    <a:pt x="1313" y="36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8" name="Freeform 5"/>
            <p:cNvSpPr>
              <a:spLocks noChangeArrowheads="1"/>
            </p:cNvSpPr>
            <p:nvPr/>
          </p:nvSpPr>
          <p:spPr bwMode="auto">
            <a:xfrm>
              <a:off x="1884363" y="1014413"/>
              <a:ext cx="136525" cy="139700"/>
            </a:xfrm>
            <a:custGeom>
              <a:avLst/>
              <a:gdLst>
                <a:gd name="T0" fmla="*/ 0 w 380"/>
                <a:gd name="T1" fmla="*/ 62 h 387"/>
                <a:gd name="T2" fmla="*/ 0 w 380"/>
                <a:gd name="T3" fmla="*/ 0 h 387"/>
                <a:gd name="T4" fmla="*/ 379 w 380"/>
                <a:gd name="T5" fmla="*/ 0 h 387"/>
                <a:gd name="T6" fmla="*/ 379 w 380"/>
                <a:gd name="T7" fmla="*/ 62 h 387"/>
                <a:gd name="T8" fmla="*/ 229 w 380"/>
                <a:gd name="T9" fmla="*/ 62 h 387"/>
                <a:gd name="T10" fmla="*/ 229 w 380"/>
                <a:gd name="T11" fmla="*/ 386 h 387"/>
                <a:gd name="T12" fmla="*/ 147 w 380"/>
                <a:gd name="T13" fmla="*/ 386 h 387"/>
                <a:gd name="T14" fmla="*/ 147 w 380"/>
                <a:gd name="T15" fmla="*/ 62 h 387"/>
                <a:gd name="T16" fmla="*/ 0 w 380"/>
                <a:gd name="T17" fmla="*/ 6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0" h="387">
                  <a:moveTo>
                    <a:pt x="0" y="62"/>
                  </a:moveTo>
                  <a:lnTo>
                    <a:pt x="0" y="0"/>
                  </a:lnTo>
                  <a:lnTo>
                    <a:pt x="379" y="0"/>
                  </a:lnTo>
                  <a:lnTo>
                    <a:pt x="379" y="62"/>
                  </a:lnTo>
                  <a:lnTo>
                    <a:pt x="229" y="62"/>
                  </a:lnTo>
                  <a:lnTo>
                    <a:pt x="229" y="386"/>
                  </a:lnTo>
                  <a:lnTo>
                    <a:pt x="147" y="386"/>
                  </a:lnTo>
                  <a:lnTo>
                    <a:pt x="147" y="62"/>
                  </a:lnTo>
                  <a:lnTo>
                    <a:pt x="0" y="6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9" name="Freeform 6"/>
            <p:cNvSpPr>
              <a:spLocks noChangeArrowheads="1"/>
            </p:cNvSpPr>
            <p:nvPr/>
          </p:nvSpPr>
          <p:spPr bwMode="auto">
            <a:xfrm>
              <a:off x="2051050" y="1014413"/>
              <a:ext cx="128588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7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0" name="Freeform 7"/>
            <p:cNvSpPr>
              <a:spLocks noChangeArrowheads="1"/>
            </p:cNvSpPr>
            <p:nvPr/>
          </p:nvSpPr>
          <p:spPr bwMode="auto">
            <a:xfrm>
              <a:off x="2208213" y="1011238"/>
              <a:ext cx="152400" cy="144462"/>
            </a:xfrm>
            <a:custGeom>
              <a:avLst/>
              <a:gdLst>
                <a:gd name="T0" fmla="*/ 247 w 425"/>
                <a:gd name="T1" fmla="*/ 0 h 400"/>
                <a:gd name="T2" fmla="*/ 419 w 425"/>
                <a:gd name="T3" fmla="*/ 55 h 400"/>
                <a:gd name="T4" fmla="*/ 381 w 425"/>
                <a:gd name="T5" fmla="*/ 105 h 400"/>
                <a:gd name="T6" fmla="*/ 252 w 425"/>
                <a:gd name="T7" fmla="*/ 60 h 400"/>
                <a:gd name="T8" fmla="*/ 90 w 425"/>
                <a:gd name="T9" fmla="*/ 199 h 400"/>
                <a:gd name="T10" fmla="*/ 252 w 425"/>
                <a:gd name="T11" fmla="*/ 339 h 400"/>
                <a:gd name="T12" fmla="*/ 386 w 425"/>
                <a:gd name="T13" fmla="*/ 292 h 400"/>
                <a:gd name="T14" fmla="*/ 424 w 425"/>
                <a:gd name="T15" fmla="*/ 341 h 400"/>
                <a:gd name="T16" fmla="*/ 244 w 425"/>
                <a:gd name="T17" fmla="*/ 399 h 400"/>
                <a:gd name="T18" fmla="*/ 0 w 425"/>
                <a:gd name="T19" fmla="*/ 199 h 400"/>
                <a:gd name="T20" fmla="*/ 247 w 425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5" h="400">
                  <a:moveTo>
                    <a:pt x="247" y="0"/>
                  </a:moveTo>
                  <a:cubicBezTo>
                    <a:pt x="307" y="0"/>
                    <a:pt x="369" y="18"/>
                    <a:pt x="419" y="55"/>
                  </a:cubicBezTo>
                  <a:lnTo>
                    <a:pt x="381" y="105"/>
                  </a:lnTo>
                  <a:cubicBezTo>
                    <a:pt x="339" y="75"/>
                    <a:pt x="304" y="60"/>
                    <a:pt x="252" y="60"/>
                  </a:cubicBezTo>
                  <a:cubicBezTo>
                    <a:pt x="160" y="60"/>
                    <a:pt x="90" y="117"/>
                    <a:pt x="90" y="199"/>
                  </a:cubicBezTo>
                  <a:cubicBezTo>
                    <a:pt x="90" y="282"/>
                    <a:pt x="162" y="339"/>
                    <a:pt x="252" y="339"/>
                  </a:cubicBezTo>
                  <a:cubicBezTo>
                    <a:pt x="307" y="339"/>
                    <a:pt x="344" y="321"/>
                    <a:pt x="386" y="292"/>
                  </a:cubicBezTo>
                  <a:lnTo>
                    <a:pt x="424" y="341"/>
                  </a:lnTo>
                  <a:cubicBezTo>
                    <a:pt x="371" y="379"/>
                    <a:pt x="307" y="399"/>
                    <a:pt x="244" y="399"/>
                  </a:cubicBezTo>
                  <a:cubicBezTo>
                    <a:pt x="120" y="399"/>
                    <a:pt x="0" y="324"/>
                    <a:pt x="0" y="199"/>
                  </a:cubicBezTo>
                  <a:cubicBezTo>
                    <a:pt x="5" y="72"/>
                    <a:pt x="122" y="0"/>
                    <a:pt x="247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1" name="Freeform 8"/>
            <p:cNvSpPr>
              <a:spLocks noChangeArrowheads="1"/>
            </p:cNvSpPr>
            <p:nvPr/>
          </p:nvSpPr>
          <p:spPr bwMode="auto">
            <a:xfrm>
              <a:off x="2395538" y="1014413"/>
              <a:ext cx="146050" cy="139700"/>
            </a:xfrm>
            <a:custGeom>
              <a:avLst/>
              <a:gdLst>
                <a:gd name="T0" fmla="*/ 0 w 405"/>
                <a:gd name="T1" fmla="*/ 0 h 387"/>
                <a:gd name="T2" fmla="*/ 83 w 405"/>
                <a:gd name="T3" fmla="*/ 0 h 387"/>
                <a:gd name="T4" fmla="*/ 83 w 405"/>
                <a:gd name="T5" fmla="*/ 150 h 387"/>
                <a:gd name="T6" fmla="*/ 322 w 405"/>
                <a:gd name="T7" fmla="*/ 150 h 387"/>
                <a:gd name="T8" fmla="*/ 322 w 405"/>
                <a:gd name="T9" fmla="*/ 0 h 387"/>
                <a:gd name="T10" fmla="*/ 404 w 405"/>
                <a:gd name="T11" fmla="*/ 0 h 387"/>
                <a:gd name="T12" fmla="*/ 404 w 405"/>
                <a:gd name="T13" fmla="*/ 386 h 387"/>
                <a:gd name="T14" fmla="*/ 322 w 405"/>
                <a:gd name="T15" fmla="*/ 386 h 387"/>
                <a:gd name="T16" fmla="*/ 322 w 405"/>
                <a:gd name="T17" fmla="*/ 212 h 387"/>
                <a:gd name="T18" fmla="*/ 83 w 405"/>
                <a:gd name="T19" fmla="*/ 212 h 387"/>
                <a:gd name="T20" fmla="*/ 83 w 405"/>
                <a:gd name="T21" fmla="*/ 386 h 387"/>
                <a:gd name="T22" fmla="*/ 0 w 405"/>
                <a:gd name="T23" fmla="*/ 386 h 387"/>
                <a:gd name="T24" fmla="*/ 0 w 405"/>
                <a:gd name="T2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5" h="387">
                  <a:moveTo>
                    <a:pt x="0" y="0"/>
                  </a:moveTo>
                  <a:lnTo>
                    <a:pt x="83" y="0"/>
                  </a:lnTo>
                  <a:lnTo>
                    <a:pt x="83" y="150"/>
                  </a:lnTo>
                  <a:lnTo>
                    <a:pt x="322" y="150"/>
                  </a:lnTo>
                  <a:lnTo>
                    <a:pt x="322" y="0"/>
                  </a:lnTo>
                  <a:lnTo>
                    <a:pt x="404" y="0"/>
                  </a:lnTo>
                  <a:lnTo>
                    <a:pt x="404" y="386"/>
                  </a:lnTo>
                  <a:lnTo>
                    <a:pt x="322" y="386"/>
                  </a:lnTo>
                  <a:lnTo>
                    <a:pt x="322" y="212"/>
                  </a:lnTo>
                  <a:lnTo>
                    <a:pt x="83" y="212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2" name="Freeform 9"/>
            <p:cNvSpPr>
              <a:spLocks noChangeArrowheads="1"/>
            </p:cNvSpPr>
            <p:nvPr/>
          </p:nvSpPr>
          <p:spPr bwMode="auto">
            <a:xfrm>
              <a:off x="2584450" y="1014413"/>
              <a:ext cx="144463" cy="139700"/>
            </a:xfrm>
            <a:custGeom>
              <a:avLst/>
              <a:gdLst>
                <a:gd name="T0" fmla="*/ 82 w 402"/>
                <a:gd name="T1" fmla="*/ 112 h 387"/>
                <a:gd name="T2" fmla="*/ 82 w 402"/>
                <a:gd name="T3" fmla="*/ 386 h 387"/>
                <a:gd name="T4" fmla="*/ 0 w 402"/>
                <a:gd name="T5" fmla="*/ 386 h 387"/>
                <a:gd name="T6" fmla="*/ 0 w 402"/>
                <a:gd name="T7" fmla="*/ 0 h 387"/>
                <a:gd name="T8" fmla="*/ 82 w 402"/>
                <a:gd name="T9" fmla="*/ 0 h 387"/>
                <a:gd name="T10" fmla="*/ 319 w 402"/>
                <a:gd name="T11" fmla="*/ 274 h 387"/>
                <a:gd name="T12" fmla="*/ 319 w 402"/>
                <a:gd name="T13" fmla="*/ 0 h 387"/>
                <a:gd name="T14" fmla="*/ 401 w 402"/>
                <a:gd name="T15" fmla="*/ 0 h 387"/>
                <a:gd name="T16" fmla="*/ 401 w 402"/>
                <a:gd name="T17" fmla="*/ 386 h 387"/>
                <a:gd name="T18" fmla="*/ 319 w 402"/>
                <a:gd name="T19" fmla="*/ 386 h 387"/>
                <a:gd name="T20" fmla="*/ 82 w 402"/>
                <a:gd name="T21" fmla="*/ 11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2" h="387">
                  <a:moveTo>
                    <a:pt x="82" y="112"/>
                  </a:move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82" y="0"/>
                  </a:lnTo>
                  <a:lnTo>
                    <a:pt x="319" y="274"/>
                  </a:lnTo>
                  <a:lnTo>
                    <a:pt x="319" y="0"/>
                  </a:lnTo>
                  <a:lnTo>
                    <a:pt x="401" y="0"/>
                  </a:lnTo>
                  <a:lnTo>
                    <a:pt x="401" y="386"/>
                  </a:lnTo>
                  <a:lnTo>
                    <a:pt x="319" y="386"/>
                  </a:lnTo>
                  <a:lnTo>
                    <a:pt x="82" y="11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3" name="Freeform 10"/>
            <p:cNvSpPr>
              <a:spLocks noChangeArrowheads="1"/>
            </p:cNvSpPr>
            <p:nvPr/>
          </p:nvSpPr>
          <p:spPr bwMode="auto">
            <a:xfrm>
              <a:off x="2763838" y="1011238"/>
              <a:ext cx="176212" cy="144462"/>
            </a:xfrm>
            <a:custGeom>
              <a:avLst/>
              <a:gdLst>
                <a:gd name="T0" fmla="*/ 0 w 489"/>
                <a:gd name="T1" fmla="*/ 199 h 400"/>
                <a:gd name="T2" fmla="*/ 244 w 489"/>
                <a:gd name="T3" fmla="*/ 0 h 400"/>
                <a:gd name="T4" fmla="*/ 488 w 489"/>
                <a:gd name="T5" fmla="*/ 199 h 400"/>
                <a:gd name="T6" fmla="*/ 244 w 489"/>
                <a:gd name="T7" fmla="*/ 399 h 400"/>
                <a:gd name="T8" fmla="*/ 0 w 489"/>
                <a:gd name="T9" fmla="*/ 199 h 400"/>
                <a:gd name="T10" fmla="*/ 85 w 489"/>
                <a:gd name="T11" fmla="*/ 199 h 400"/>
                <a:gd name="T12" fmla="*/ 244 w 489"/>
                <a:gd name="T13" fmla="*/ 339 h 400"/>
                <a:gd name="T14" fmla="*/ 404 w 489"/>
                <a:gd name="T15" fmla="*/ 199 h 400"/>
                <a:gd name="T16" fmla="*/ 244 w 489"/>
                <a:gd name="T17" fmla="*/ 60 h 400"/>
                <a:gd name="T18" fmla="*/ 85 w 489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8" y="90"/>
                    <a:pt x="488" y="199"/>
                  </a:cubicBezTo>
                  <a:cubicBezTo>
                    <a:pt x="488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5" y="199"/>
                  </a:moveTo>
                  <a:cubicBezTo>
                    <a:pt x="85" y="277"/>
                    <a:pt x="150" y="339"/>
                    <a:pt x="244" y="339"/>
                  </a:cubicBezTo>
                  <a:cubicBezTo>
                    <a:pt x="339" y="339"/>
                    <a:pt x="404" y="277"/>
                    <a:pt x="404" y="199"/>
                  </a:cubicBezTo>
                  <a:cubicBezTo>
                    <a:pt x="404" y="122"/>
                    <a:pt x="338" y="60"/>
                    <a:pt x="244" y="60"/>
                  </a:cubicBezTo>
                  <a:cubicBezTo>
                    <a:pt x="149" y="60"/>
                    <a:pt x="85" y="122"/>
                    <a:pt x="85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4" name="Freeform 11"/>
            <p:cNvSpPr>
              <a:spLocks noChangeArrowheads="1"/>
            </p:cNvSpPr>
            <p:nvPr/>
          </p:nvSpPr>
          <p:spPr bwMode="auto">
            <a:xfrm>
              <a:off x="2974975" y="1014413"/>
              <a:ext cx="117475" cy="139700"/>
            </a:xfrm>
            <a:custGeom>
              <a:avLst/>
              <a:gdLst>
                <a:gd name="T0" fmla="*/ 0 w 328"/>
                <a:gd name="T1" fmla="*/ 0 h 387"/>
                <a:gd name="T2" fmla="*/ 82 w 328"/>
                <a:gd name="T3" fmla="*/ 0 h 387"/>
                <a:gd name="T4" fmla="*/ 82 w 328"/>
                <a:gd name="T5" fmla="*/ 324 h 387"/>
                <a:gd name="T6" fmla="*/ 327 w 328"/>
                <a:gd name="T7" fmla="*/ 324 h 387"/>
                <a:gd name="T8" fmla="*/ 327 w 328"/>
                <a:gd name="T9" fmla="*/ 386 h 387"/>
                <a:gd name="T10" fmla="*/ 0 w 328"/>
                <a:gd name="T11" fmla="*/ 386 h 387"/>
                <a:gd name="T12" fmla="*/ 0 w 32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387">
                  <a:moveTo>
                    <a:pt x="0" y="0"/>
                  </a:moveTo>
                  <a:lnTo>
                    <a:pt x="82" y="0"/>
                  </a:lnTo>
                  <a:lnTo>
                    <a:pt x="82" y="324"/>
                  </a:lnTo>
                  <a:lnTo>
                    <a:pt x="327" y="324"/>
                  </a:lnTo>
                  <a:lnTo>
                    <a:pt x="327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5" name="Freeform 12"/>
            <p:cNvSpPr>
              <a:spLocks noChangeArrowheads="1"/>
            </p:cNvSpPr>
            <p:nvPr/>
          </p:nvSpPr>
          <p:spPr bwMode="auto">
            <a:xfrm>
              <a:off x="3105150" y="1011238"/>
              <a:ext cx="176213" cy="144462"/>
            </a:xfrm>
            <a:custGeom>
              <a:avLst/>
              <a:gdLst>
                <a:gd name="T0" fmla="*/ 0 w 490"/>
                <a:gd name="T1" fmla="*/ 199 h 400"/>
                <a:gd name="T2" fmla="*/ 244 w 490"/>
                <a:gd name="T3" fmla="*/ 0 h 400"/>
                <a:gd name="T4" fmla="*/ 489 w 490"/>
                <a:gd name="T5" fmla="*/ 199 h 400"/>
                <a:gd name="T6" fmla="*/ 244 w 490"/>
                <a:gd name="T7" fmla="*/ 399 h 400"/>
                <a:gd name="T8" fmla="*/ 0 w 490"/>
                <a:gd name="T9" fmla="*/ 199 h 400"/>
                <a:gd name="T10" fmla="*/ 87 w 490"/>
                <a:gd name="T11" fmla="*/ 199 h 400"/>
                <a:gd name="T12" fmla="*/ 247 w 490"/>
                <a:gd name="T13" fmla="*/ 339 h 400"/>
                <a:gd name="T14" fmla="*/ 406 w 490"/>
                <a:gd name="T15" fmla="*/ 199 h 400"/>
                <a:gd name="T16" fmla="*/ 247 w 490"/>
                <a:gd name="T17" fmla="*/ 60 h 400"/>
                <a:gd name="T18" fmla="*/ 87 w 490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0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9" y="90"/>
                    <a:pt x="489" y="199"/>
                  </a:cubicBezTo>
                  <a:cubicBezTo>
                    <a:pt x="489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7" y="199"/>
                  </a:moveTo>
                  <a:cubicBezTo>
                    <a:pt x="87" y="277"/>
                    <a:pt x="152" y="339"/>
                    <a:pt x="247" y="339"/>
                  </a:cubicBezTo>
                  <a:cubicBezTo>
                    <a:pt x="342" y="339"/>
                    <a:pt x="406" y="277"/>
                    <a:pt x="406" y="199"/>
                  </a:cubicBezTo>
                  <a:cubicBezTo>
                    <a:pt x="406" y="122"/>
                    <a:pt x="342" y="60"/>
                    <a:pt x="247" y="60"/>
                  </a:cubicBezTo>
                  <a:cubicBezTo>
                    <a:pt x="152" y="60"/>
                    <a:pt x="87" y="122"/>
                    <a:pt x="87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6" name="Freeform 13"/>
            <p:cNvSpPr>
              <a:spLocks noChangeArrowheads="1"/>
            </p:cNvSpPr>
            <p:nvPr/>
          </p:nvSpPr>
          <p:spPr bwMode="auto">
            <a:xfrm>
              <a:off x="3306763" y="1011238"/>
              <a:ext cx="158750" cy="142875"/>
            </a:xfrm>
            <a:custGeom>
              <a:avLst/>
              <a:gdLst>
                <a:gd name="T0" fmla="*/ 244 w 439"/>
                <a:gd name="T1" fmla="*/ 0 h 397"/>
                <a:gd name="T2" fmla="*/ 416 w 439"/>
                <a:gd name="T3" fmla="*/ 55 h 397"/>
                <a:gd name="T4" fmla="*/ 378 w 439"/>
                <a:gd name="T5" fmla="*/ 105 h 397"/>
                <a:gd name="T6" fmla="*/ 249 w 439"/>
                <a:gd name="T7" fmla="*/ 60 h 397"/>
                <a:gd name="T8" fmla="*/ 87 w 439"/>
                <a:gd name="T9" fmla="*/ 199 h 397"/>
                <a:gd name="T10" fmla="*/ 246 w 439"/>
                <a:gd name="T11" fmla="*/ 339 h 397"/>
                <a:gd name="T12" fmla="*/ 356 w 439"/>
                <a:gd name="T13" fmla="*/ 309 h 397"/>
                <a:gd name="T14" fmla="*/ 356 w 439"/>
                <a:gd name="T15" fmla="*/ 234 h 397"/>
                <a:gd name="T16" fmla="*/ 239 w 439"/>
                <a:gd name="T17" fmla="*/ 234 h 397"/>
                <a:gd name="T18" fmla="*/ 239 w 439"/>
                <a:gd name="T19" fmla="*/ 174 h 397"/>
                <a:gd name="T20" fmla="*/ 438 w 439"/>
                <a:gd name="T21" fmla="*/ 174 h 397"/>
                <a:gd name="T22" fmla="*/ 438 w 439"/>
                <a:gd name="T23" fmla="*/ 336 h 397"/>
                <a:gd name="T24" fmla="*/ 244 w 439"/>
                <a:gd name="T25" fmla="*/ 396 h 397"/>
                <a:gd name="T26" fmla="*/ 2 w 439"/>
                <a:gd name="T27" fmla="*/ 197 h 397"/>
                <a:gd name="T28" fmla="*/ 244 w 439"/>
                <a:gd name="T2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9" h="397">
                  <a:moveTo>
                    <a:pt x="244" y="0"/>
                  </a:moveTo>
                  <a:cubicBezTo>
                    <a:pt x="304" y="0"/>
                    <a:pt x="366" y="18"/>
                    <a:pt x="416" y="55"/>
                  </a:cubicBezTo>
                  <a:lnTo>
                    <a:pt x="378" y="105"/>
                  </a:lnTo>
                  <a:cubicBezTo>
                    <a:pt x="336" y="75"/>
                    <a:pt x="301" y="60"/>
                    <a:pt x="249" y="60"/>
                  </a:cubicBezTo>
                  <a:cubicBezTo>
                    <a:pt x="157" y="60"/>
                    <a:pt x="87" y="115"/>
                    <a:pt x="87" y="199"/>
                  </a:cubicBezTo>
                  <a:cubicBezTo>
                    <a:pt x="87" y="282"/>
                    <a:pt x="149" y="339"/>
                    <a:pt x="246" y="339"/>
                  </a:cubicBezTo>
                  <a:cubicBezTo>
                    <a:pt x="289" y="339"/>
                    <a:pt x="329" y="326"/>
                    <a:pt x="356" y="309"/>
                  </a:cubicBezTo>
                  <a:lnTo>
                    <a:pt x="356" y="234"/>
                  </a:lnTo>
                  <a:lnTo>
                    <a:pt x="239" y="234"/>
                  </a:lnTo>
                  <a:lnTo>
                    <a:pt x="239" y="174"/>
                  </a:lnTo>
                  <a:lnTo>
                    <a:pt x="438" y="174"/>
                  </a:lnTo>
                  <a:lnTo>
                    <a:pt x="438" y="336"/>
                  </a:lnTo>
                  <a:cubicBezTo>
                    <a:pt x="391" y="369"/>
                    <a:pt x="326" y="396"/>
                    <a:pt x="244" y="396"/>
                  </a:cubicBezTo>
                  <a:cubicBezTo>
                    <a:pt x="99" y="396"/>
                    <a:pt x="2" y="309"/>
                    <a:pt x="2" y="197"/>
                  </a:cubicBezTo>
                  <a:cubicBezTo>
                    <a:pt x="0" y="72"/>
                    <a:pt x="117" y="0"/>
                    <a:pt x="244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7" name="Freeform 14"/>
            <p:cNvSpPr>
              <a:spLocks noChangeArrowheads="1"/>
            </p:cNvSpPr>
            <p:nvPr/>
          </p:nvSpPr>
          <p:spPr bwMode="auto">
            <a:xfrm>
              <a:off x="3505200" y="1014413"/>
              <a:ext cx="30163" cy="139700"/>
            </a:xfrm>
            <a:custGeom>
              <a:avLst/>
              <a:gdLst>
                <a:gd name="T0" fmla="*/ 0 w 83"/>
                <a:gd name="T1" fmla="*/ 0 h 387"/>
                <a:gd name="T2" fmla="*/ 82 w 83"/>
                <a:gd name="T3" fmla="*/ 0 h 387"/>
                <a:gd name="T4" fmla="*/ 82 w 83"/>
                <a:gd name="T5" fmla="*/ 386 h 387"/>
                <a:gd name="T6" fmla="*/ 0 w 83"/>
                <a:gd name="T7" fmla="*/ 386 h 387"/>
                <a:gd name="T8" fmla="*/ 0 w 83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387">
                  <a:moveTo>
                    <a:pt x="0" y="0"/>
                  </a:moveTo>
                  <a:lnTo>
                    <a:pt x="82" y="0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8" name="Freeform 15"/>
            <p:cNvSpPr>
              <a:spLocks noChangeArrowheads="1"/>
            </p:cNvSpPr>
            <p:nvPr/>
          </p:nvSpPr>
          <p:spPr bwMode="auto">
            <a:xfrm>
              <a:off x="3576638" y="1014413"/>
              <a:ext cx="128587" cy="139700"/>
            </a:xfrm>
            <a:custGeom>
              <a:avLst/>
              <a:gdLst>
                <a:gd name="T0" fmla="*/ 0 w 357"/>
                <a:gd name="T1" fmla="*/ 274 h 387"/>
                <a:gd name="T2" fmla="*/ 0 w 357"/>
                <a:gd name="T3" fmla="*/ 0 h 387"/>
                <a:gd name="T4" fmla="*/ 349 w 357"/>
                <a:gd name="T5" fmla="*/ 0 h 387"/>
                <a:gd name="T6" fmla="*/ 349 w 357"/>
                <a:gd name="T7" fmla="*/ 62 h 387"/>
                <a:gd name="T8" fmla="*/ 82 w 357"/>
                <a:gd name="T9" fmla="*/ 62 h 387"/>
                <a:gd name="T10" fmla="*/ 82 w 357"/>
                <a:gd name="T11" fmla="*/ 154 h 387"/>
                <a:gd name="T12" fmla="*/ 326 w 357"/>
                <a:gd name="T13" fmla="*/ 154 h 387"/>
                <a:gd name="T14" fmla="*/ 326 w 357"/>
                <a:gd name="T15" fmla="*/ 214 h 387"/>
                <a:gd name="T16" fmla="*/ 82 w 357"/>
                <a:gd name="T17" fmla="*/ 214 h 387"/>
                <a:gd name="T18" fmla="*/ 82 w 357"/>
                <a:gd name="T19" fmla="*/ 274 h 387"/>
                <a:gd name="T20" fmla="*/ 130 w 357"/>
                <a:gd name="T21" fmla="*/ 323 h 387"/>
                <a:gd name="T22" fmla="*/ 356 w 357"/>
                <a:gd name="T23" fmla="*/ 323 h 387"/>
                <a:gd name="T24" fmla="*/ 356 w 357"/>
                <a:gd name="T25" fmla="*/ 386 h 387"/>
                <a:gd name="T26" fmla="*/ 110 w 357"/>
                <a:gd name="T27" fmla="*/ 386 h 387"/>
                <a:gd name="T28" fmla="*/ 0 w 357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7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2" y="62"/>
                  </a:lnTo>
                  <a:lnTo>
                    <a:pt x="82" y="154"/>
                  </a:lnTo>
                  <a:lnTo>
                    <a:pt x="326" y="154"/>
                  </a:lnTo>
                  <a:lnTo>
                    <a:pt x="326" y="214"/>
                  </a:lnTo>
                  <a:lnTo>
                    <a:pt x="82" y="214"/>
                  </a:lnTo>
                  <a:lnTo>
                    <a:pt x="82" y="274"/>
                  </a:lnTo>
                  <a:cubicBezTo>
                    <a:pt x="82" y="308"/>
                    <a:pt x="97" y="323"/>
                    <a:pt x="130" y="323"/>
                  </a:cubicBezTo>
                  <a:lnTo>
                    <a:pt x="356" y="323"/>
                  </a:lnTo>
                  <a:lnTo>
                    <a:pt x="356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9" name="Freeform 16"/>
            <p:cNvSpPr>
              <a:spLocks noChangeArrowheads="1"/>
            </p:cNvSpPr>
            <p:nvPr/>
          </p:nvSpPr>
          <p:spPr bwMode="auto">
            <a:xfrm>
              <a:off x="373221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5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7 w 417"/>
                <a:gd name="T17" fmla="*/ 110 h 400"/>
                <a:gd name="T18" fmla="*/ 210 w 417"/>
                <a:gd name="T19" fmla="*/ 60 h 400"/>
                <a:gd name="T20" fmla="*/ 103 w 417"/>
                <a:gd name="T21" fmla="*/ 105 h 400"/>
                <a:gd name="T22" fmla="*/ 215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8" y="319"/>
                    <a:pt x="157" y="336"/>
                    <a:pt x="215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2" y="20"/>
                    <a:pt x="404" y="55"/>
                  </a:cubicBezTo>
                  <a:lnTo>
                    <a:pt x="367" y="110"/>
                  </a:lnTo>
                  <a:cubicBezTo>
                    <a:pt x="324" y="77"/>
                    <a:pt x="265" y="60"/>
                    <a:pt x="210" y="60"/>
                  </a:cubicBezTo>
                  <a:cubicBezTo>
                    <a:pt x="155" y="60"/>
                    <a:pt x="103" y="77"/>
                    <a:pt x="103" y="105"/>
                  </a:cubicBezTo>
                  <a:cubicBezTo>
                    <a:pt x="103" y="130"/>
                    <a:pt x="152" y="142"/>
                    <a:pt x="215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8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0" name="Freeform 17"/>
            <p:cNvSpPr>
              <a:spLocks noChangeArrowheads="1"/>
            </p:cNvSpPr>
            <p:nvPr/>
          </p:nvSpPr>
          <p:spPr bwMode="auto">
            <a:xfrm>
              <a:off x="4159250" y="1011238"/>
              <a:ext cx="150813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4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1" y="20"/>
                    <a:pt x="404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5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5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1" name="Freeform 18"/>
            <p:cNvSpPr>
              <a:spLocks noChangeArrowheads="1"/>
            </p:cNvSpPr>
            <p:nvPr/>
          </p:nvSpPr>
          <p:spPr bwMode="auto">
            <a:xfrm>
              <a:off x="433863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2" name="Freeform 19"/>
            <p:cNvSpPr>
              <a:spLocks noChangeArrowheads="1"/>
            </p:cNvSpPr>
            <p:nvPr/>
          </p:nvSpPr>
          <p:spPr bwMode="auto">
            <a:xfrm>
              <a:off x="4505325" y="1014413"/>
              <a:ext cx="142875" cy="139700"/>
            </a:xfrm>
            <a:custGeom>
              <a:avLst/>
              <a:gdLst>
                <a:gd name="T0" fmla="*/ 207 w 397"/>
                <a:gd name="T1" fmla="*/ 0 h 387"/>
                <a:gd name="T2" fmla="*/ 384 w 397"/>
                <a:gd name="T3" fmla="*/ 125 h 387"/>
                <a:gd name="T4" fmla="*/ 269 w 397"/>
                <a:gd name="T5" fmla="*/ 239 h 387"/>
                <a:gd name="T6" fmla="*/ 396 w 397"/>
                <a:gd name="T7" fmla="*/ 386 h 387"/>
                <a:gd name="T8" fmla="*/ 299 w 397"/>
                <a:gd name="T9" fmla="*/ 386 h 387"/>
                <a:gd name="T10" fmla="*/ 185 w 397"/>
                <a:gd name="T11" fmla="*/ 252 h 387"/>
                <a:gd name="T12" fmla="*/ 82 w 397"/>
                <a:gd name="T13" fmla="*/ 252 h 387"/>
                <a:gd name="T14" fmla="*/ 82 w 397"/>
                <a:gd name="T15" fmla="*/ 386 h 387"/>
                <a:gd name="T16" fmla="*/ 0 w 397"/>
                <a:gd name="T17" fmla="*/ 386 h 387"/>
                <a:gd name="T18" fmla="*/ 0 w 397"/>
                <a:gd name="T19" fmla="*/ 0 h 387"/>
                <a:gd name="T20" fmla="*/ 207 w 397"/>
                <a:gd name="T21" fmla="*/ 0 h 387"/>
                <a:gd name="T22" fmla="*/ 202 w 397"/>
                <a:gd name="T23" fmla="*/ 192 h 387"/>
                <a:gd name="T24" fmla="*/ 299 w 397"/>
                <a:gd name="T25" fmla="*/ 125 h 387"/>
                <a:gd name="T26" fmla="*/ 202 w 397"/>
                <a:gd name="T27" fmla="*/ 62 h 387"/>
                <a:gd name="T28" fmla="*/ 82 w 397"/>
                <a:gd name="T29" fmla="*/ 62 h 387"/>
                <a:gd name="T30" fmla="*/ 82 w 397"/>
                <a:gd name="T31" fmla="*/ 192 h 387"/>
                <a:gd name="T32" fmla="*/ 202 w 397"/>
                <a:gd name="T33" fmla="*/ 19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7" h="387">
                  <a:moveTo>
                    <a:pt x="207" y="0"/>
                  </a:moveTo>
                  <a:cubicBezTo>
                    <a:pt x="304" y="0"/>
                    <a:pt x="384" y="40"/>
                    <a:pt x="384" y="125"/>
                  </a:cubicBezTo>
                  <a:cubicBezTo>
                    <a:pt x="384" y="192"/>
                    <a:pt x="337" y="227"/>
                    <a:pt x="269" y="239"/>
                  </a:cubicBezTo>
                  <a:lnTo>
                    <a:pt x="396" y="386"/>
                  </a:lnTo>
                  <a:lnTo>
                    <a:pt x="299" y="386"/>
                  </a:lnTo>
                  <a:lnTo>
                    <a:pt x="185" y="252"/>
                  </a:lnTo>
                  <a:lnTo>
                    <a:pt x="82" y="252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207" y="0"/>
                  </a:lnTo>
                  <a:close/>
                  <a:moveTo>
                    <a:pt x="202" y="192"/>
                  </a:moveTo>
                  <a:cubicBezTo>
                    <a:pt x="259" y="192"/>
                    <a:pt x="299" y="167"/>
                    <a:pt x="299" y="125"/>
                  </a:cubicBezTo>
                  <a:cubicBezTo>
                    <a:pt x="299" y="85"/>
                    <a:pt x="264" y="62"/>
                    <a:pt x="202" y="62"/>
                  </a:cubicBezTo>
                  <a:lnTo>
                    <a:pt x="82" y="62"/>
                  </a:lnTo>
                  <a:lnTo>
                    <a:pt x="82" y="192"/>
                  </a:lnTo>
                  <a:lnTo>
                    <a:pt x="202" y="192"/>
                  </a:ln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3" name="Freeform 20"/>
            <p:cNvSpPr>
              <a:spLocks noChangeArrowheads="1"/>
            </p:cNvSpPr>
            <p:nvPr/>
          </p:nvSpPr>
          <p:spPr bwMode="auto">
            <a:xfrm>
              <a:off x="4657725" y="1014413"/>
              <a:ext cx="169863" cy="139700"/>
            </a:xfrm>
            <a:custGeom>
              <a:avLst/>
              <a:gdLst>
                <a:gd name="T0" fmla="*/ 469 w 470"/>
                <a:gd name="T1" fmla="*/ 0 h 387"/>
                <a:gd name="T2" fmla="*/ 277 w 470"/>
                <a:gd name="T3" fmla="*/ 386 h 387"/>
                <a:gd name="T4" fmla="*/ 192 w 470"/>
                <a:gd name="T5" fmla="*/ 386 h 387"/>
                <a:gd name="T6" fmla="*/ 0 w 470"/>
                <a:gd name="T7" fmla="*/ 0 h 387"/>
                <a:gd name="T8" fmla="*/ 95 w 470"/>
                <a:gd name="T9" fmla="*/ 0 h 387"/>
                <a:gd name="T10" fmla="*/ 239 w 470"/>
                <a:gd name="T11" fmla="*/ 304 h 387"/>
                <a:gd name="T12" fmla="*/ 384 w 470"/>
                <a:gd name="T13" fmla="*/ 0 h 387"/>
                <a:gd name="T14" fmla="*/ 469 w 470"/>
                <a:gd name="T1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0" h="387">
                  <a:moveTo>
                    <a:pt x="469" y="0"/>
                  </a:moveTo>
                  <a:lnTo>
                    <a:pt x="277" y="386"/>
                  </a:lnTo>
                  <a:lnTo>
                    <a:pt x="192" y="386"/>
                  </a:lnTo>
                  <a:lnTo>
                    <a:pt x="0" y="0"/>
                  </a:lnTo>
                  <a:lnTo>
                    <a:pt x="95" y="0"/>
                  </a:lnTo>
                  <a:lnTo>
                    <a:pt x="239" y="304"/>
                  </a:lnTo>
                  <a:lnTo>
                    <a:pt x="384" y="0"/>
                  </a:lnTo>
                  <a:lnTo>
                    <a:pt x="469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4" name="Freeform 21"/>
            <p:cNvSpPr>
              <a:spLocks noChangeArrowheads="1"/>
            </p:cNvSpPr>
            <p:nvPr/>
          </p:nvSpPr>
          <p:spPr bwMode="auto">
            <a:xfrm>
              <a:off x="4846638" y="1014413"/>
              <a:ext cx="30162" cy="139700"/>
            </a:xfrm>
            <a:custGeom>
              <a:avLst/>
              <a:gdLst>
                <a:gd name="T0" fmla="*/ 0 w 84"/>
                <a:gd name="T1" fmla="*/ 0 h 387"/>
                <a:gd name="T2" fmla="*/ 83 w 84"/>
                <a:gd name="T3" fmla="*/ 0 h 387"/>
                <a:gd name="T4" fmla="*/ 83 w 84"/>
                <a:gd name="T5" fmla="*/ 386 h 387"/>
                <a:gd name="T6" fmla="*/ 0 w 84"/>
                <a:gd name="T7" fmla="*/ 386 h 387"/>
                <a:gd name="T8" fmla="*/ 0 w 84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87">
                  <a:moveTo>
                    <a:pt x="0" y="0"/>
                  </a:moveTo>
                  <a:lnTo>
                    <a:pt x="83" y="0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5" name="Freeform 22"/>
            <p:cNvSpPr>
              <a:spLocks noChangeArrowheads="1"/>
            </p:cNvSpPr>
            <p:nvPr/>
          </p:nvSpPr>
          <p:spPr bwMode="auto">
            <a:xfrm>
              <a:off x="4910138" y="1011238"/>
              <a:ext cx="152400" cy="144462"/>
            </a:xfrm>
            <a:custGeom>
              <a:avLst/>
              <a:gdLst>
                <a:gd name="T0" fmla="*/ 246 w 424"/>
                <a:gd name="T1" fmla="*/ 0 h 400"/>
                <a:gd name="T2" fmla="*/ 418 w 424"/>
                <a:gd name="T3" fmla="*/ 55 h 400"/>
                <a:gd name="T4" fmla="*/ 381 w 424"/>
                <a:gd name="T5" fmla="*/ 105 h 400"/>
                <a:gd name="T6" fmla="*/ 251 w 424"/>
                <a:gd name="T7" fmla="*/ 60 h 400"/>
                <a:gd name="T8" fmla="*/ 89 w 424"/>
                <a:gd name="T9" fmla="*/ 199 h 400"/>
                <a:gd name="T10" fmla="*/ 251 w 424"/>
                <a:gd name="T11" fmla="*/ 339 h 400"/>
                <a:gd name="T12" fmla="*/ 386 w 424"/>
                <a:gd name="T13" fmla="*/ 292 h 400"/>
                <a:gd name="T14" fmla="*/ 423 w 424"/>
                <a:gd name="T15" fmla="*/ 341 h 400"/>
                <a:gd name="T16" fmla="*/ 244 w 424"/>
                <a:gd name="T17" fmla="*/ 399 h 400"/>
                <a:gd name="T18" fmla="*/ 0 w 424"/>
                <a:gd name="T19" fmla="*/ 199 h 400"/>
                <a:gd name="T20" fmla="*/ 246 w 424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4" h="400">
                  <a:moveTo>
                    <a:pt x="246" y="0"/>
                  </a:moveTo>
                  <a:cubicBezTo>
                    <a:pt x="306" y="0"/>
                    <a:pt x="368" y="18"/>
                    <a:pt x="418" y="55"/>
                  </a:cubicBezTo>
                  <a:lnTo>
                    <a:pt x="381" y="105"/>
                  </a:lnTo>
                  <a:cubicBezTo>
                    <a:pt x="338" y="75"/>
                    <a:pt x="304" y="60"/>
                    <a:pt x="251" y="60"/>
                  </a:cubicBezTo>
                  <a:cubicBezTo>
                    <a:pt x="159" y="60"/>
                    <a:pt x="89" y="117"/>
                    <a:pt x="89" y="199"/>
                  </a:cubicBezTo>
                  <a:cubicBezTo>
                    <a:pt x="89" y="282"/>
                    <a:pt x="162" y="339"/>
                    <a:pt x="251" y="339"/>
                  </a:cubicBezTo>
                  <a:cubicBezTo>
                    <a:pt x="306" y="339"/>
                    <a:pt x="343" y="321"/>
                    <a:pt x="386" y="292"/>
                  </a:cubicBezTo>
                  <a:lnTo>
                    <a:pt x="423" y="341"/>
                  </a:lnTo>
                  <a:cubicBezTo>
                    <a:pt x="371" y="379"/>
                    <a:pt x="306" y="399"/>
                    <a:pt x="244" y="399"/>
                  </a:cubicBezTo>
                  <a:cubicBezTo>
                    <a:pt x="119" y="399"/>
                    <a:pt x="0" y="324"/>
                    <a:pt x="0" y="199"/>
                  </a:cubicBezTo>
                  <a:cubicBezTo>
                    <a:pt x="5" y="72"/>
                    <a:pt x="122" y="0"/>
                    <a:pt x="246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6" name="Freeform 23"/>
            <p:cNvSpPr>
              <a:spLocks noChangeArrowheads="1"/>
            </p:cNvSpPr>
            <p:nvPr/>
          </p:nvSpPr>
          <p:spPr bwMode="auto">
            <a:xfrm>
              <a:off x="509428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7" name="Freeform 24"/>
            <p:cNvSpPr>
              <a:spLocks noChangeArrowheads="1"/>
            </p:cNvSpPr>
            <p:nvPr/>
          </p:nvSpPr>
          <p:spPr bwMode="auto">
            <a:xfrm>
              <a:off x="524986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7 w 417"/>
                <a:gd name="T3" fmla="*/ 282 h 400"/>
                <a:gd name="T4" fmla="*/ 214 w 417"/>
                <a:gd name="T5" fmla="*/ 336 h 400"/>
                <a:gd name="T6" fmla="*/ 326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3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1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7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6" y="336"/>
                    <a:pt x="326" y="319"/>
                    <a:pt x="326" y="289"/>
                  </a:cubicBezTo>
                  <a:cubicBezTo>
                    <a:pt x="326" y="259"/>
                    <a:pt x="271" y="247"/>
                    <a:pt x="207" y="234"/>
                  </a:cubicBezTo>
                  <a:cubicBezTo>
                    <a:pt x="119" y="214"/>
                    <a:pt x="15" y="194"/>
                    <a:pt x="15" y="117"/>
                  </a:cubicBezTo>
                  <a:cubicBezTo>
                    <a:pt x="15" y="45"/>
                    <a:pt x="104" y="0"/>
                    <a:pt x="207" y="0"/>
                  </a:cubicBezTo>
                  <a:cubicBezTo>
                    <a:pt x="276" y="0"/>
                    <a:pt x="351" y="20"/>
                    <a:pt x="403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4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1" y="396"/>
                  </a:cubicBezTo>
                  <a:cubicBezTo>
                    <a:pt x="137" y="399"/>
                    <a:pt x="57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8" name="Freeform 25"/>
            <p:cNvSpPr>
              <a:spLocks noChangeArrowheads="1"/>
            </p:cNvSpPr>
            <p:nvPr/>
          </p:nvSpPr>
          <p:spPr bwMode="auto">
            <a:xfrm>
              <a:off x="1874838" y="769938"/>
              <a:ext cx="203200" cy="192087"/>
            </a:xfrm>
            <a:custGeom>
              <a:avLst/>
              <a:gdLst>
                <a:gd name="T0" fmla="*/ 326 w 564"/>
                <a:gd name="T1" fmla="*/ 0 h 533"/>
                <a:gd name="T2" fmla="*/ 555 w 564"/>
                <a:gd name="T3" fmla="*/ 72 h 533"/>
                <a:gd name="T4" fmla="*/ 503 w 564"/>
                <a:gd name="T5" fmla="*/ 139 h 533"/>
                <a:gd name="T6" fmla="*/ 331 w 564"/>
                <a:gd name="T7" fmla="*/ 80 h 533"/>
                <a:gd name="T8" fmla="*/ 114 w 564"/>
                <a:gd name="T9" fmla="*/ 267 h 533"/>
                <a:gd name="T10" fmla="*/ 331 w 564"/>
                <a:gd name="T11" fmla="*/ 453 h 533"/>
                <a:gd name="T12" fmla="*/ 510 w 564"/>
                <a:gd name="T13" fmla="*/ 391 h 533"/>
                <a:gd name="T14" fmla="*/ 563 w 564"/>
                <a:gd name="T15" fmla="*/ 458 h 533"/>
                <a:gd name="T16" fmla="*/ 323 w 564"/>
                <a:gd name="T17" fmla="*/ 532 h 533"/>
                <a:gd name="T18" fmla="*/ 0 w 564"/>
                <a:gd name="T19" fmla="*/ 267 h 533"/>
                <a:gd name="T20" fmla="*/ 326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7"/>
                  </a:cubicBezTo>
                  <a:cubicBezTo>
                    <a:pt x="114" y="376"/>
                    <a:pt x="209" y="453"/>
                    <a:pt x="331" y="453"/>
                  </a:cubicBezTo>
                  <a:cubicBezTo>
                    <a:pt x="403" y="453"/>
                    <a:pt x="453" y="431"/>
                    <a:pt x="510" y="391"/>
                  </a:cubicBezTo>
                  <a:lnTo>
                    <a:pt x="563" y="458"/>
                  </a:lnTo>
                  <a:cubicBezTo>
                    <a:pt x="493" y="507"/>
                    <a:pt x="408" y="532"/>
                    <a:pt x="323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9" name="Freeform 26"/>
            <p:cNvSpPr>
              <a:spLocks noChangeArrowheads="1"/>
            </p:cNvSpPr>
            <p:nvPr/>
          </p:nvSpPr>
          <p:spPr bwMode="auto">
            <a:xfrm>
              <a:off x="2117725" y="773113"/>
              <a:ext cx="188913" cy="184150"/>
            </a:xfrm>
            <a:custGeom>
              <a:avLst/>
              <a:gdLst>
                <a:gd name="T0" fmla="*/ 276 w 526"/>
                <a:gd name="T1" fmla="*/ 0 h 513"/>
                <a:gd name="T2" fmla="*/ 510 w 526"/>
                <a:gd name="T3" fmla="*/ 164 h 513"/>
                <a:gd name="T4" fmla="*/ 358 w 526"/>
                <a:gd name="T5" fmla="*/ 319 h 513"/>
                <a:gd name="T6" fmla="*/ 525 w 526"/>
                <a:gd name="T7" fmla="*/ 512 h 513"/>
                <a:gd name="T8" fmla="*/ 396 w 526"/>
                <a:gd name="T9" fmla="*/ 512 h 513"/>
                <a:gd name="T10" fmla="*/ 244 w 526"/>
                <a:gd name="T11" fmla="*/ 334 h 513"/>
                <a:gd name="T12" fmla="*/ 109 w 526"/>
                <a:gd name="T13" fmla="*/ 334 h 513"/>
                <a:gd name="T14" fmla="*/ 109 w 526"/>
                <a:gd name="T15" fmla="*/ 512 h 513"/>
                <a:gd name="T16" fmla="*/ 0 w 526"/>
                <a:gd name="T17" fmla="*/ 512 h 513"/>
                <a:gd name="T18" fmla="*/ 0 w 526"/>
                <a:gd name="T19" fmla="*/ 0 h 513"/>
                <a:gd name="T20" fmla="*/ 276 w 526"/>
                <a:gd name="T21" fmla="*/ 0 h 513"/>
                <a:gd name="T22" fmla="*/ 269 w 526"/>
                <a:gd name="T23" fmla="*/ 254 h 513"/>
                <a:gd name="T24" fmla="*/ 396 w 526"/>
                <a:gd name="T25" fmla="*/ 167 h 513"/>
                <a:gd name="T26" fmla="*/ 266 w 526"/>
                <a:gd name="T27" fmla="*/ 82 h 513"/>
                <a:gd name="T28" fmla="*/ 109 w 526"/>
                <a:gd name="T29" fmla="*/ 82 h 513"/>
                <a:gd name="T30" fmla="*/ 109 w 526"/>
                <a:gd name="T31" fmla="*/ 254 h 513"/>
                <a:gd name="T32" fmla="*/ 269 w 526"/>
                <a:gd name="T33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6" h="513">
                  <a:moveTo>
                    <a:pt x="276" y="0"/>
                  </a:moveTo>
                  <a:cubicBezTo>
                    <a:pt x="406" y="0"/>
                    <a:pt x="510" y="52"/>
                    <a:pt x="510" y="164"/>
                  </a:cubicBezTo>
                  <a:cubicBezTo>
                    <a:pt x="510" y="252"/>
                    <a:pt x="446" y="299"/>
                    <a:pt x="358" y="319"/>
                  </a:cubicBezTo>
                  <a:lnTo>
                    <a:pt x="525" y="512"/>
                  </a:lnTo>
                  <a:lnTo>
                    <a:pt x="396" y="512"/>
                  </a:lnTo>
                  <a:lnTo>
                    <a:pt x="244" y="334"/>
                  </a:lnTo>
                  <a:lnTo>
                    <a:pt x="109" y="334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276" y="0"/>
                  </a:lnTo>
                  <a:close/>
                  <a:moveTo>
                    <a:pt x="269" y="254"/>
                  </a:moveTo>
                  <a:cubicBezTo>
                    <a:pt x="346" y="254"/>
                    <a:pt x="396" y="222"/>
                    <a:pt x="396" y="167"/>
                  </a:cubicBezTo>
                  <a:cubicBezTo>
                    <a:pt x="396" y="112"/>
                    <a:pt x="348" y="82"/>
                    <a:pt x="266" y="82"/>
                  </a:cubicBezTo>
                  <a:lnTo>
                    <a:pt x="109" y="82"/>
                  </a:lnTo>
                  <a:lnTo>
                    <a:pt x="109" y="254"/>
                  </a:lnTo>
                  <a:lnTo>
                    <a:pt x="269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0" name="Freeform 27"/>
            <p:cNvSpPr>
              <a:spLocks noChangeArrowheads="1"/>
            </p:cNvSpPr>
            <p:nvPr/>
          </p:nvSpPr>
          <p:spPr bwMode="auto">
            <a:xfrm>
              <a:off x="2346325" y="720725"/>
              <a:ext cx="171450" cy="238125"/>
            </a:xfrm>
            <a:custGeom>
              <a:avLst/>
              <a:gdLst>
                <a:gd name="T0" fmla="*/ 0 w 477"/>
                <a:gd name="T1" fmla="*/ 511 h 660"/>
                <a:gd name="T2" fmla="*/ 0 w 477"/>
                <a:gd name="T3" fmla="*/ 144 h 660"/>
                <a:gd name="T4" fmla="*/ 466 w 477"/>
                <a:gd name="T5" fmla="*/ 144 h 660"/>
                <a:gd name="T6" fmla="*/ 466 w 477"/>
                <a:gd name="T7" fmla="*/ 227 h 660"/>
                <a:gd name="T8" fmla="*/ 110 w 477"/>
                <a:gd name="T9" fmla="*/ 227 h 660"/>
                <a:gd name="T10" fmla="*/ 110 w 477"/>
                <a:gd name="T11" fmla="*/ 351 h 660"/>
                <a:gd name="T12" fmla="*/ 436 w 477"/>
                <a:gd name="T13" fmla="*/ 351 h 660"/>
                <a:gd name="T14" fmla="*/ 436 w 477"/>
                <a:gd name="T15" fmla="*/ 431 h 660"/>
                <a:gd name="T16" fmla="*/ 110 w 477"/>
                <a:gd name="T17" fmla="*/ 431 h 660"/>
                <a:gd name="T18" fmla="*/ 110 w 477"/>
                <a:gd name="T19" fmla="*/ 511 h 660"/>
                <a:gd name="T20" fmla="*/ 175 w 477"/>
                <a:gd name="T21" fmla="*/ 578 h 660"/>
                <a:gd name="T22" fmla="*/ 476 w 477"/>
                <a:gd name="T23" fmla="*/ 578 h 660"/>
                <a:gd name="T24" fmla="*/ 476 w 477"/>
                <a:gd name="T25" fmla="*/ 659 h 660"/>
                <a:gd name="T26" fmla="*/ 150 w 477"/>
                <a:gd name="T27" fmla="*/ 659 h 660"/>
                <a:gd name="T28" fmla="*/ 0 w 477"/>
                <a:gd name="T29" fmla="*/ 511 h 660"/>
                <a:gd name="T30" fmla="*/ 354 w 477"/>
                <a:gd name="T31" fmla="*/ 0 h 660"/>
                <a:gd name="T32" fmla="*/ 269 w 477"/>
                <a:gd name="T33" fmla="*/ 90 h 660"/>
                <a:gd name="T34" fmla="*/ 175 w 477"/>
                <a:gd name="T35" fmla="*/ 90 h 660"/>
                <a:gd name="T36" fmla="*/ 239 w 477"/>
                <a:gd name="T37" fmla="*/ 0 h 660"/>
                <a:gd name="T38" fmla="*/ 354 w 477"/>
                <a:gd name="T39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7" h="660">
                  <a:moveTo>
                    <a:pt x="0" y="511"/>
                  </a:moveTo>
                  <a:lnTo>
                    <a:pt x="0" y="144"/>
                  </a:lnTo>
                  <a:lnTo>
                    <a:pt x="466" y="144"/>
                  </a:lnTo>
                  <a:lnTo>
                    <a:pt x="466" y="227"/>
                  </a:lnTo>
                  <a:lnTo>
                    <a:pt x="110" y="227"/>
                  </a:lnTo>
                  <a:lnTo>
                    <a:pt x="110" y="351"/>
                  </a:lnTo>
                  <a:lnTo>
                    <a:pt x="436" y="351"/>
                  </a:lnTo>
                  <a:lnTo>
                    <a:pt x="436" y="431"/>
                  </a:lnTo>
                  <a:lnTo>
                    <a:pt x="110" y="431"/>
                  </a:lnTo>
                  <a:lnTo>
                    <a:pt x="110" y="511"/>
                  </a:lnTo>
                  <a:cubicBezTo>
                    <a:pt x="110" y="555"/>
                    <a:pt x="132" y="578"/>
                    <a:pt x="175" y="578"/>
                  </a:cubicBezTo>
                  <a:lnTo>
                    <a:pt x="476" y="578"/>
                  </a:lnTo>
                  <a:lnTo>
                    <a:pt x="476" y="659"/>
                  </a:lnTo>
                  <a:lnTo>
                    <a:pt x="150" y="659"/>
                  </a:lnTo>
                  <a:cubicBezTo>
                    <a:pt x="55" y="659"/>
                    <a:pt x="0" y="605"/>
                    <a:pt x="0" y="511"/>
                  </a:cubicBezTo>
                  <a:close/>
                  <a:moveTo>
                    <a:pt x="354" y="0"/>
                  </a:moveTo>
                  <a:lnTo>
                    <a:pt x="269" y="90"/>
                  </a:lnTo>
                  <a:lnTo>
                    <a:pt x="175" y="90"/>
                  </a:lnTo>
                  <a:lnTo>
                    <a:pt x="239" y="0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1" name="Freeform 28"/>
            <p:cNvSpPr>
              <a:spLocks noChangeArrowheads="1"/>
            </p:cNvSpPr>
            <p:nvPr/>
          </p:nvSpPr>
          <p:spPr bwMode="auto">
            <a:xfrm>
              <a:off x="2563813" y="773113"/>
              <a:ext cx="203200" cy="184150"/>
            </a:xfrm>
            <a:custGeom>
              <a:avLst/>
              <a:gdLst>
                <a:gd name="T0" fmla="*/ 0 w 564"/>
                <a:gd name="T1" fmla="*/ 0 h 513"/>
                <a:gd name="T2" fmla="*/ 231 w 564"/>
                <a:gd name="T3" fmla="*/ 0 h 513"/>
                <a:gd name="T4" fmla="*/ 563 w 564"/>
                <a:gd name="T5" fmla="*/ 257 h 513"/>
                <a:gd name="T6" fmla="*/ 231 w 564"/>
                <a:gd name="T7" fmla="*/ 512 h 513"/>
                <a:gd name="T8" fmla="*/ 0 w 564"/>
                <a:gd name="T9" fmla="*/ 512 h 513"/>
                <a:gd name="T10" fmla="*/ 0 w 564"/>
                <a:gd name="T11" fmla="*/ 0 h 513"/>
                <a:gd name="T12" fmla="*/ 239 w 564"/>
                <a:gd name="T13" fmla="*/ 431 h 513"/>
                <a:gd name="T14" fmla="*/ 448 w 564"/>
                <a:gd name="T15" fmla="*/ 257 h 513"/>
                <a:gd name="T16" fmla="*/ 239 w 564"/>
                <a:gd name="T17" fmla="*/ 82 h 513"/>
                <a:gd name="T18" fmla="*/ 109 w 564"/>
                <a:gd name="T19" fmla="*/ 82 h 513"/>
                <a:gd name="T20" fmla="*/ 109 w 564"/>
                <a:gd name="T21" fmla="*/ 431 h 513"/>
                <a:gd name="T22" fmla="*/ 239 w 564"/>
                <a:gd name="T23" fmla="*/ 431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4" h="513">
                  <a:moveTo>
                    <a:pt x="0" y="0"/>
                  </a:moveTo>
                  <a:lnTo>
                    <a:pt x="231" y="0"/>
                  </a:lnTo>
                  <a:cubicBezTo>
                    <a:pt x="431" y="0"/>
                    <a:pt x="563" y="102"/>
                    <a:pt x="563" y="257"/>
                  </a:cubicBezTo>
                  <a:cubicBezTo>
                    <a:pt x="563" y="411"/>
                    <a:pt x="431" y="512"/>
                    <a:pt x="231" y="512"/>
                  </a:cubicBezTo>
                  <a:lnTo>
                    <a:pt x="0" y="512"/>
                  </a:lnTo>
                  <a:lnTo>
                    <a:pt x="0" y="0"/>
                  </a:lnTo>
                  <a:close/>
                  <a:moveTo>
                    <a:pt x="239" y="431"/>
                  </a:moveTo>
                  <a:cubicBezTo>
                    <a:pt x="363" y="431"/>
                    <a:pt x="448" y="361"/>
                    <a:pt x="448" y="257"/>
                  </a:cubicBezTo>
                  <a:cubicBezTo>
                    <a:pt x="448" y="152"/>
                    <a:pt x="363" y="82"/>
                    <a:pt x="239" y="82"/>
                  </a:cubicBezTo>
                  <a:lnTo>
                    <a:pt x="109" y="82"/>
                  </a:lnTo>
                  <a:lnTo>
                    <a:pt x="109" y="431"/>
                  </a:lnTo>
                  <a:lnTo>
                    <a:pt x="239" y="4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2" name="Freeform 29"/>
            <p:cNvSpPr>
              <a:spLocks noChangeArrowheads="1"/>
            </p:cNvSpPr>
            <p:nvPr/>
          </p:nvSpPr>
          <p:spPr bwMode="auto">
            <a:xfrm>
              <a:off x="2808288" y="773113"/>
              <a:ext cx="39687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3" name="Freeform 30"/>
            <p:cNvSpPr>
              <a:spLocks noChangeArrowheads="1"/>
            </p:cNvSpPr>
            <p:nvPr/>
          </p:nvSpPr>
          <p:spPr bwMode="auto">
            <a:xfrm>
              <a:off x="2887663" y="773113"/>
              <a:ext cx="182562" cy="184150"/>
            </a:xfrm>
            <a:custGeom>
              <a:avLst/>
              <a:gdLst>
                <a:gd name="T0" fmla="*/ 0 w 506"/>
                <a:gd name="T1" fmla="*/ 82 h 513"/>
                <a:gd name="T2" fmla="*/ 0 w 506"/>
                <a:gd name="T3" fmla="*/ 0 h 513"/>
                <a:gd name="T4" fmla="*/ 505 w 506"/>
                <a:gd name="T5" fmla="*/ 0 h 513"/>
                <a:gd name="T6" fmla="*/ 505 w 506"/>
                <a:gd name="T7" fmla="*/ 82 h 513"/>
                <a:gd name="T8" fmla="*/ 309 w 506"/>
                <a:gd name="T9" fmla="*/ 82 h 513"/>
                <a:gd name="T10" fmla="*/ 309 w 506"/>
                <a:gd name="T11" fmla="*/ 512 h 513"/>
                <a:gd name="T12" fmla="*/ 199 w 506"/>
                <a:gd name="T13" fmla="*/ 512 h 513"/>
                <a:gd name="T14" fmla="*/ 199 w 506"/>
                <a:gd name="T15" fmla="*/ 82 h 513"/>
                <a:gd name="T16" fmla="*/ 0 w 506"/>
                <a:gd name="T17" fmla="*/ 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6" h="513">
                  <a:moveTo>
                    <a:pt x="0" y="82"/>
                  </a:moveTo>
                  <a:lnTo>
                    <a:pt x="0" y="0"/>
                  </a:lnTo>
                  <a:lnTo>
                    <a:pt x="505" y="0"/>
                  </a:lnTo>
                  <a:lnTo>
                    <a:pt x="505" y="82"/>
                  </a:lnTo>
                  <a:lnTo>
                    <a:pt x="309" y="82"/>
                  </a:lnTo>
                  <a:lnTo>
                    <a:pt x="309" y="512"/>
                  </a:lnTo>
                  <a:lnTo>
                    <a:pt x="199" y="512"/>
                  </a:lnTo>
                  <a:lnTo>
                    <a:pt x="199" y="82"/>
                  </a:lnTo>
                  <a:lnTo>
                    <a:pt x="0" y="82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4" name="Freeform 31"/>
            <p:cNvSpPr>
              <a:spLocks noChangeArrowheads="1"/>
            </p:cNvSpPr>
            <p:nvPr/>
          </p:nvSpPr>
          <p:spPr bwMode="auto">
            <a:xfrm>
              <a:off x="3168650" y="773113"/>
              <a:ext cx="231775" cy="184150"/>
            </a:xfrm>
            <a:custGeom>
              <a:avLst/>
              <a:gdLst>
                <a:gd name="T0" fmla="*/ 458 w 646"/>
                <a:gd name="T1" fmla="*/ 389 h 513"/>
                <a:gd name="T2" fmla="*/ 174 w 646"/>
                <a:gd name="T3" fmla="*/ 389 h 513"/>
                <a:gd name="T4" fmla="*/ 112 w 646"/>
                <a:gd name="T5" fmla="*/ 512 h 513"/>
                <a:gd name="T6" fmla="*/ 0 w 646"/>
                <a:gd name="T7" fmla="*/ 512 h 513"/>
                <a:gd name="T8" fmla="*/ 266 w 646"/>
                <a:gd name="T9" fmla="*/ 0 h 513"/>
                <a:gd name="T10" fmla="*/ 378 w 646"/>
                <a:gd name="T11" fmla="*/ 0 h 513"/>
                <a:gd name="T12" fmla="*/ 645 w 646"/>
                <a:gd name="T13" fmla="*/ 512 h 513"/>
                <a:gd name="T14" fmla="*/ 518 w 646"/>
                <a:gd name="T15" fmla="*/ 512 h 513"/>
                <a:gd name="T16" fmla="*/ 458 w 646"/>
                <a:gd name="T17" fmla="*/ 389 h 513"/>
                <a:gd name="T18" fmla="*/ 418 w 646"/>
                <a:gd name="T19" fmla="*/ 309 h 513"/>
                <a:gd name="T20" fmla="*/ 316 w 646"/>
                <a:gd name="T21" fmla="*/ 105 h 513"/>
                <a:gd name="T22" fmla="*/ 214 w 646"/>
                <a:gd name="T23" fmla="*/ 309 h 513"/>
                <a:gd name="T24" fmla="*/ 418 w 646"/>
                <a:gd name="T25" fmla="*/ 309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6" h="513">
                  <a:moveTo>
                    <a:pt x="458" y="389"/>
                  </a:moveTo>
                  <a:lnTo>
                    <a:pt x="174" y="389"/>
                  </a:lnTo>
                  <a:lnTo>
                    <a:pt x="112" y="512"/>
                  </a:lnTo>
                  <a:lnTo>
                    <a:pt x="0" y="512"/>
                  </a:lnTo>
                  <a:lnTo>
                    <a:pt x="266" y="0"/>
                  </a:lnTo>
                  <a:lnTo>
                    <a:pt x="378" y="0"/>
                  </a:lnTo>
                  <a:lnTo>
                    <a:pt x="645" y="512"/>
                  </a:lnTo>
                  <a:lnTo>
                    <a:pt x="518" y="512"/>
                  </a:lnTo>
                  <a:lnTo>
                    <a:pt x="458" y="389"/>
                  </a:lnTo>
                  <a:close/>
                  <a:moveTo>
                    <a:pt x="418" y="309"/>
                  </a:moveTo>
                  <a:lnTo>
                    <a:pt x="316" y="105"/>
                  </a:lnTo>
                  <a:lnTo>
                    <a:pt x="214" y="309"/>
                  </a:lnTo>
                  <a:lnTo>
                    <a:pt x="418" y="3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5" name="Freeform 32"/>
            <p:cNvSpPr>
              <a:spLocks noChangeArrowheads="1"/>
            </p:cNvSpPr>
            <p:nvPr/>
          </p:nvSpPr>
          <p:spPr bwMode="auto">
            <a:xfrm>
              <a:off x="3411538" y="769938"/>
              <a:ext cx="209550" cy="190500"/>
            </a:xfrm>
            <a:custGeom>
              <a:avLst/>
              <a:gdLst>
                <a:gd name="T0" fmla="*/ 326 w 581"/>
                <a:gd name="T1" fmla="*/ 0 h 531"/>
                <a:gd name="T2" fmla="*/ 555 w 581"/>
                <a:gd name="T3" fmla="*/ 72 h 531"/>
                <a:gd name="T4" fmla="*/ 503 w 581"/>
                <a:gd name="T5" fmla="*/ 139 h 531"/>
                <a:gd name="T6" fmla="*/ 331 w 581"/>
                <a:gd name="T7" fmla="*/ 80 h 531"/>
                <a:gd name="T8" fmla="*/ 114 w 581"/>
                <a:gd name="T9" fmla="*/ 264 h 531"/>
                <a:gd name="T10" fmla="*/ 326 w 581"/>
                <a:gd name="T11" fmla="*/ 451 h 531"/>
                <a:gd name="T12" fmla="*/ 471 w 581"/>
                <a:gd name="T13" fmla="*/ 411 h 531"/>
                <a:gd name="T14" fmla="*/ 471 w 581"/>
                <a:gd name="T15" fmla="*/ 314 h 531"/>
                <a:gd name="T16" fmla="*/ 316 w 581"/>
                <a:gd name="T17" fmla="*/ 314 h 531"/>
                <a:gd name="T18" fmla="*/ 316 w 581"/>
                <a:gd name="T19" fmla="*/ 234 h 531"/>
                <a:gd name="T20" fmla="*/ 580 w 581"/>
                <a:gd name="T21" fmla="*/ 234 h 531"/>
                <a:gd name="T22" fmla="*/ 580 w 581"/>
                <a:gd name="T23" fmla="*/ 451 h 531"/>
                <a:gd name="T24" fmla="*/ 321 w 581"/>
                <a:gd name="T25" fmla="*/ 530 h 531"/>
                <a:gd name="T26" fmla="*/ 0 w 581"/>
                <a:gd name="T27" fmla="*/ 264 h 531"/>
                <a:gd name="T28" fmla="*/ 326 w 581"/>
                <a:gd name="T2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1" h="531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4"/>
                  </a:cubicBezTo>
                  <a:cubicBezTo>
                    <a:pt x="114" y="374"/>
                    <a:pt x="199" y="451"/>
                    <a:pt x="326" y="451"/>
                  </a:cubicBezTo>
                  <a:cubicBezTo>
                    <a:pt x="383" y="451"/>
                    <a:pt x="436" y="436"/>
                    <a:pt x="471" y="411"/>
                  </a:cubicBezTo>
                  <a:lnTo>
                    <a:pt x="471" y="314"/>
                  </a:lnTo>
                  <a:lnTo>
                    <a:pt x="316" y="314"/>
                  </a:lnTo>
                  <a:lnTo>
                    <a:pt x="316" y="234"/>
                  </a:lnTo>
                  <a:lnTo>
                    <a:pt x="580" y="234"/>
                  </a:lnTo>
                  <a:lnTo>
                    <a:pt x="580" y="451"/>
                  </a:lnTo>
                  <a:cubicBezTo>
                    <a:pt x="518" y="495"/>
                    <a:pt x="431" y="530"/>
                    <a:pt x="321" y="530"/>
                  </a:cubicBezTo>
                  <a:cubicBezTo>
                    <a:pt x="127" y="530"/>
                    <a:pt x="0" y="416"/>
                    <a:pt x="0" y="264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6" name="Freeform 33"/>
            <p:cNvSpPr>
              <a:spLocks noChangeArrowheads="1"/>
            </p:cNvSpPr>
            <p:nvPr/>
          </p:nvSpPr>
          <p:spPr bwMode="auto">
            <a:xfrm>
              <a:off x="3670300" y="773113"/>
              <a:ext cx="190500" cy="184150"/>
            </a:xfrm>
            <a:custGeom>
              <a:avLst/>
              <a:gdLst>
                <a:gd name="T0" fmla="*/ 3 w 529"/>
                <a:gd name="T1" fmla="*/ 0 h 513"/>
                <a:gd name="T2" fmla="*/ 279 w 529"/>
                <a:gd name="T3" fmla="*/ 0 h 513"/>
                <a:gd name="T4" fmla="*/ 513 w 529"/>
                <a:gd name="T5" fmla="*/ 164 h 513"/>
                <a:gd name="T6" fmla="*/ 361 w 529"/>
                <a:gd name="T7" fmla="*/ 319 h 513"/>
                <a:gd name="T8" fmla="*/ 528 w 529"/>
                <a:gd name="T9" fmla="*/ 512 h 513"/>
                <a:gd name="T10" fmla="*/ 399 w 529"/>
                <a:gd name="T11" fmla="*/ 512 h 513"/>
                <a:gd name="T12" fmla="*/ 247 w 529"/>
                <a:gd name="T13" fmla="*/ 334 h 513"/>
                <a:gd name="T14" fmla="*/ 110 w 529"/>
                <a:gd name="T15" fmla="*/ 334 h 513"/>
                <a:gd name="T16" fmla="*/ 110 w 529"/>
                <a:gd name="T17" fmla="*/ 512 h 513"/>
                <a:gd name="T18" fmla="*/ 0 w 529"/>
                <a:gd name="T19" fmla="*/ 512 h 513"/>
                <a:gd name="T20" fmla="*/ 0 w 529"/>
                <a:gd name="T21" fmla="*/ 0 h 513"/>
                <a:gd name="T22" fmla="*/ 3 w 529"/>
                <a:gd name="T23" fmla="*/ 0 h 513"/>
                <a:gd name="T24" fmla="*/ 272 w 529"/>
                <a:gd name="T25" fmla="*/ 254 h 513"/>
                <a:gd name="T26" fmla="*/ 399 w 529"/>
                <a:gd name="T27" fmla="*/ 167 h 513"/>
                <a:gd name="T28" fmla="*/ 269 w 529"/>
                <a:gd name="T29" fmla="*/ 82 h 513"/>
                <a:gd name="T30" fmla="*/ 110 w 529"/>
                <a:gd name="T31" fmla="*/ 82 h 513"/>
                <a:gd name="T32" fmla="*/ 110 w 529"/>
                <a:gd name="T33" fmla="*/ 254 h 513"/>
                <a:gd name="T34" fmla="*/ 272 w 529"/>
                <a:gd name="T35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9" h="513">
                  <a:moveTo>
                    <a:pt x="3" y="0"/>
                  </a:moveTo>
                  <a:lnTo>
                    <a:pt x="279" y="0"/>
                  </a:lnTo>
                  <a:cubicBezTo>
                    <a:pt x="409" y="0"/>
                    <a:pt x="513" y="52"/>
                    <a:pt x="513" y="164"/>
                  </a:cubicBezTo>
                  <a:cubicBezTo>
                    <a:pt x="513" y="252"/>
                    <a:pt x="448" y="299"/>
                    <a:pt x="361" y="319"/>
                  </a:cubicBezTo>
                  <a:lnTo>
                    <a:pt x="528" y="512"/>
                  </a:lnTo>
                  <a:lnTo>
                    <a:pt x="399" y="512"/>
                  </a:lnTo>
                  <a:lnTo>
                    <a:pt x="247" y="334"/>
                  </a:lnTo>
                  <a:lnTo>
                    <a:pt x="110" y="334"/>
                  </a:lnTo>
                  <a:lnTo>
                    <a:pt x="110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3" y="0"/>
                  </a:lnTo>
                  <a:close/>
                  <a:moveTo>
                    <a:pt x="272" y="254"/>
                  </a:moveTo>
                  <a:cubicBezTo>
                    <a:pt x="349" y="254"/>
                    <a:pt x="399" y="222"/>
                    <a:pt x="399" y="167"/>
                  </a:cubicBezTo>
                  <a:cubicBezTo>
                    <a:pt x="399" y="112"/>
                    <a:pt x="351" y="82"/>
                    <a:pt x="269" y="82"/>
                  </a:cubicBezTo>
                  <a:lnTo>
                    <a:pt x="110" y="82"/>
                  </a:lnTo>
                  <a:lnTo>
                    <a:pt x="110" y="254"/>
                  </a:lnTo>
                  <a:lnTo>
                    <a:pt x="272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7" name="Freeform 34"/>
            <p:cNvSpPr>
              <a:spLocks noChangeArrowheads="1"/>
            </p:cNvSpPr>
            <p:nvPr/>
          </p:nvSpPr>
          <p:spPr bwMode="auto">
            <a:xfrm>
              <a:off x="3905250" y="773113"/>
              <a:ext cx="39688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8" name="Freeform 35"/>
            <p:cNvSpPr>
              <a:spLocks noChangeArrowheads="1"/>
            </p:cNvSpPr>
            <p:nvPr/>
          </p:nvSpPr>
          <p:spPr bwMode="auto">
            <a:xfrm>
              <a:off x="3989388" y="769938"/>
              <a:ext cx="203200" cy="192087"/>
            </a:xfrm>
            <a:custGeom>
              <a:avLst/>
              <a:gdLst>
                <a:gd name="T0" fmla="*/ 327 w 564"/>
                <a:gd name="T1" fmla="*/ 0 h 533"/>
                <a:gd name="T2" fmla="*/ 556 w 564"/>
                <a:gd name="T3" fmla="*/ 72 h 533"/>
                <a:gd name="T4" fmla="*/ 504 w 564"/>
                <a:gd name="T5" fmla="*/ 139 h 533"/>
                <a:gd name="T6" fmla="*/ 332 w 564"/>
                <a:gd name="T7" fmla="*/ 80 h 533"/>
                <a:gd name="T8" fmla="*/ 115 w 564"/>
                <a:gd name="T9" fmla="*/ 267 h 533"/>
                <a:gd name="T10" fmla="*/ 332 w 564"/>
                <a:gd name="T11" fmla="*/ 453 h 533"/>
                <a:gd name="T12" fmla="*/ 511 w 564"/>
                <a:gd name="T13" fmla="*/ 391 h 533"/>
                <a:gd name="T14" fmla="*/ 563 w 564"/>
                <a:gd name="T15" fmla="*/ 458 h 533"/>
                <a:gd name="T16" fmla="*/ 324 w 564"/>
                <a:gd name="T17" fmla="*/ 532 h 533"/>
                <a:gd name="T18" fmla="*/ 0 w 564"/>
                <a:gd name="T19" fmla="*/ 267 h 533"/>
                <a:gd name="T20" fmla="*/ 327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7" y="0"/>
                  </a:moveTo>
                  <a:cubicBezTo>
                    <a:pt x="406" y="0"/>
                    <a:pt x="489" y="25"/>
                    <a:pt x="556" y="72"/>
                  </a:cubicBezTo>
                  <a:lnTo>
                    <a:pt x="504" y="139"/>
                  </a:lnTo>
                  <a:cubicBezTo>
                    <a:pt x="449" y="102"/>
                    <a:pt x="401" y="80"/>
                    <a:pt x="332" y="80"/>
                  </a:cubicBezTo>
                  <a:cubicBezTo>
                    <a:pt x="210" y="80"/>
                    <a:pt x="115" y="154"/>
                    <a:pt x="115" y="267"/>
                  </a:cubicBezTo>
                  <a:cubicBezTo>
                    <a:pt x="115" y="376"/>
                    <a:pt x="210" y="453"/>
                    <a:pt x="332" y="453"/>
                  </a:cubicBezTo>
                  <a:cubicBezTo>
                    <a:pt x="404" y="453"/>
                    <a:pt x="454" y="431"/>
                    <a:pt x="511" y="391"/>
                  </a:cubicBezTo>
                  <a:lnTo>
                    <a:pt x="563" y="458"/>
                  </a:lnTo>
                  <a:cubicBezTo>
                    <a:pt x="494" y="507"/>
                    <a:pt x="409" y="532"/>
                    <a:pt x="324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3" y="97"/>
                    <a:pt x="160" y="0"/>
                    <a:pt x="32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9" name="Freeform 36"/>
            <p:cNvSpPr>
              <a:spLocks noChangeArrowheads="1"/>
            </p:cNvSpPr>
            <p:nvPr/>
          </p:nvSpPr>
          <p:spPr bwMode="auto">
            <a:xfrm>
              <a:off x="4213225" y="769938"/>
              <a:ext cx="233363" cy="192087"/>
            </a:xfrm>
            <a:custGeom>
              <a:avLst/>
              <a:gdLst>
                <a:gd name="T0" fmla="*/ 0 w 648"/>
                <a:gd name="T1" fmla="*/ 267 h 533"/>
                <a:gd name="T2" fmla="*/ 324 w 648"/>
                <a:gd name="T3" fmla="*/ 0 h 533"/>
                <a:gd name="T4" fmla="*/ 647 w 648"/>
                <a:gd name="T5" fmla="*/ 267 h 533"/>
                <a:gd name="T6" fmla="*/ 324 w 648"/>
                <a:gd name="T7" fmla="*/ 532 h 533"/>
                <a:gd name="T8" fmla="*/ 0 w 648"/>
                <a:gd name="T9" fmla="*/ 267 h 533"/>
                <a:gd name="T10" fmla="*/ 114 w 648"/>
                <a:gd name="T11" fmla="*/ 267 h 533"/>
                <a:gd name="T12" fmla="*/ 326 w 648"/>
                <a:gd name="T13" fmla="*/ 453 h 533"/>
                <a:gd name="T14" fmla="*/ 538 w 648"/>
                <a:gd name="T15" fmla="*/ 267 h 533"/>
                <a:gd name="T16" fmla="*/ 326 w 648"/>
                <a:gd name="T17" fmla="*/ 80 h 533"/>
                <a:gd name="T18" fmla="*/ 114 w 648"/>
                <a:gd name="T19" fmla="*/ 267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8" h="533">
                  <a:moveTo>
                    <a:pt x="0" y="267"/>
                  </a:moveTo>
                  <a:cubicBezTo>
                    <a:pt x="0" y="122"/>
                    <a:pt x="135" y="0"/>
                    <a:pt x="324" y="0"/>
                  </a:cubicBezTo>
                  <a:cubicBezTo>
                    <a:pt x="514" y="0"/>
                    <a:pt x="647" y="120"/>
                    <a:pt x="647" y="267"/>
                  </a:cubicBezTo>
                  <a:cubicBezTo>
                    <a:pt x="647" y="411"/>
                    <a:pt x="513" y="532"/>
                    <a:pt x="324" y="532"/>
                  </a:cubicBezTo>
                  <a:cubicBezTo>
                    <a:pt x="134" y="530"/>
                    <a:pt x="0" y="411"/>
                    <a:pt x="0" y="267"/>
                  </a:cubicBezTo>
                  <a:close/>
                  <a:moveTo>
                    <a:pt x="114" y="267"/>
                  </a:moveTo>
                  <a:cubicBezTo>
                    <a:pt x="114" y="371"/>
                    <a:pt x="199" y="453"/>
                    <a:pt x="326" y="453"/>
                  </a:cubicBezTo>
                  <a:cubicBezTo>
                    <a:pt x="451" y="453"/>
                    <a:pt x="538" y="371"/>
                    <a:pt x="538" y="267"/>
                  </a:cubicBezTo>
                  <a:cubicBezTo>
                    <a:pt x="538" y="162"/>
                    <a:pt x="453" y="80"/>
                    <a:pt x="326" y="80"/>
                  </a:cubicBezTo>
                  <a:cubicBezTo>
                    <a:pt x="199" y="80"/>
                    <a:pt x="114" y="162"/>
                    <a:pt x="114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0" name="Freeform 37"/>
            <p:cNvSpPr>
              <a:spLocks noChangeArrowheads="1"/>
            </p:cNvSpPr>
            <p:nvPr/>
          </p:nvSpPr>
          <p:spPr bwMode="auto">
            <a:xfrm>
              <a:off x="4487863" y="773113"/>
              <a:ext cx="157162" cy="184150"/>
            </a:xfrm>
            <a:custGeom>
              <a:avLst/>
              <a:gdLst>
                <a:gd name="T0" fmla="*/ 0 w 437"/>
                <a:gd name="T1" fmla="*/ 0 h 513"/>
                <a:gd name="T2" fmla="*/ 110 w 437"/>
                <a:gd name="T3" fmla="*/ 0 h 513"/>
                <a:gd name="T4" fmla="*/ 110 w 437"/>
                <a:gd name="T5" fmla="*/ 431 h 513"/>
                <a:gd name="T6" fmla="*/ 436 w 437"/>
                <a:gd name="T7" fmla="*/ 431 h 513"/>
                <a:gd name="T8" fmla="*/ 436 w 437"/>
                <a:gd name="T9" fmla="*/ 512 h 513"/>
                <a:gd name="T10" fmla="*/ 0 w 437"/>
                <a:gd name="T11" fmla="*/ 512 h 513"/>
                <a:gd name="T12" fmla="*/ 0 w 437"/>
                <a:gd name="T13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" h="513">
                  <a:moveTo>
                    <a:pt x="0" y="0"/>
                  </a:moveTo>
                  <a:lnTo>
                    <a:pt x="110" y="0"/>
                  </a:lnTo>
                  <a:lnTo>
                    <a:pt x="110" y="431"/>
                  </a:lnTo>
                  <a:lnTo>
                    <a:pt x="436" y="431"/>
                  </a:lnTo>
                  <a:lnTo>
                    <a:pt x="436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1" name="Freeform 38"/>
            <p:cNvSpPr>
              <a:spLocks noChangeArrowheads="1"/>
            </p:cNvSpPr>
            <p:nvPr/>
          </p:nvSpPr>
          <p:spPr bwMode="auto">
            <a:xfrm>
              <a:off x="4675188" y="771525"/>
              <a:ext cx="171450" cy="185738"/>
            </a:xfrm>
            <a:custGeom>
              <a:avLst/>
              <a:gdLst>
                <a:gd name="T0" fmla="*/ 0 w 477"/>
                <a:gd name="T1" fmla="*/ 367 h 516"/>
                <a:gd name="T2" fmla="*/ 0 w 477"/>
                <a:gd name="T3" fmla="*/ 0 h 516"/>
                <a:gd name="T4" fmla="*/ 466 w 477"/>
                <a:gd name="T5" fmla="*/ 0 h 516"/>
                <a:gd name="T6" fmla="*/ 466 w 477"/>
                <a:gd name="T7" fmla="*/ 83 h 516"/>
                <a:gd name="T8" fmla="*/ 110 w 477"/>
                <a:gd name="T9" fmla="*/ 83 h 516"/>
                <a:gd name="T10" fmla="*/ 110 w 477"/>
                <a:gd name="T11" fmla="*/ 207 h 516"/>
                <a:gd name="T12" fmla="*/ 436 w 477"/>
                <a:gd name="T13" fmla="*/ 207 h 516"/>
                <a:gd name="T14" fmla="*/ 436 w 477"/>
                <a:gd name="T15" fmla="*/ 287 h 516"/>
                <a:gd name="T16" fmla="*/ 110 w 477"/>
                <a:gd name="T17" fmla="*/ 287 h 516"/>
                <a:gd name="T18" fmla="*/ 110 w 477"/>
                <a:gd name="T19" fmla="*/ 367 h 516"/>
                <a:gd name="T20" fmla="*/ 174 w 477"/>
                <a:gd name="T21" fmla="*/ 434 h 516"/>
                <a:gd name="T22" fmla="*/ 476 w 477"/>
                <a:gd name="T23" fmla="*/ 434 h 516"/>
                <a:gd name="T24" fmla="*/ 476 w 477"/>
                <a:gd name="T25" fmla="*/ 515 h 516"/>
                <a:gd name="T26" fmla="*/ 150 w 477"/>
                <a:gd name="T27" fmla="*/ 515 h 516"/>
                <a:gd name="T28" fmla="*/ 0 w 477"/>
                <a:gd name="T29" fmla="*/ 367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16">
                  <a:moveTo>
                    <a:pt x="0" y="367"/>
                  </a:moveTo>
                  <a:lnTo>
                    <a:pt x="0" y="0"/>
                  </a:lnTo>
                  <a:lnTo>
                    <a:pt x="466" y="0"/>
                  </a:lnTo>
                  <a:lnTo>
                    <a:pt x="466" y="83"/>
                  </a:lnTo>
                  <a:lnTo>
                    <a:pt x="110" y="83"/>
                  </a:lnTo>
                  <a:lnTo>
                    <a:pt x="110" y="207"/>
                  </a:lnTo>
                  <a:lnTo>
                    <a:pt x="436" y="207"/>
                  </a:lnTo>
                  <a:lnTo>
                    <a:pt x="436" y="287"/>
                  </a:lnTo>
                  <a:lnTo>
                    <a:pt x="110" y="287"/>
                  </a:lnTo>
                  <a:lnTo>
                    <a:pt x="110" y="367"/>
                  </a:lnTo>
                  <a:cubicBezTo>
                    <a:pt x="110" y="411"/>
                    <a:pt x="132" y="434"/>
                    <a:pt x="174" y="434"/>
                  </a:cubicBezTo>
                  <a:lnTo>
                    <a:pt x="476" y="434"/>
                  </a:lnTo>
                  <a:lnTo>
                    <a:pt x="476" y="515"/>
                  </a:lnTo>
                  <a:lnTo>
                    <a:pt x="150" y="515"/>
                  </a:lnTo>
                  <a:cubicBezTo>
                    <a:pt x="55" y="515"/>
                    <a:pt x="0" y="461"/>
                    <a:pt x="0" y="36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2" name="Freeform 39"/>
            <p:cNvSpPr>
              <a:spLocks noChangeArrowheads="1"/>
            </p:cNvSpPr>
            <p:nvPr/>
          </p:nvSpPr>
          <p:spPr bwMode="auto">
            <a:xfrm>
              <a:off x="3967163" y="1012825"/>
              <a:ext cx="127000" cy="142875"/>
            </a:xfrm>
            <a:custGeom>
              <a:avLst/>
              <a:gdLst>
                <a:gd name="T0" fmla="*/ 246 w 354"/>
                <a:gd name="T1" fmla="*/ 343 h 397"/>
                <a:gd name="T2" fmla="*/ 127 w 354"/>
                <a:gd name="T3" fmla="*/ 393 h 397"/>
                <a:gd name="T4" fmla="*/ 0 w 354"/>
                <a:gd name="T5" fmla="*/ 284 h 397"/>
                <a:gd name="T6" fmla="*/ 0 w 354"/>
                <a:gd name="T7" fmla="*/ 284 h 397"/>
                <a:gd name="T8" fmla="*/ 82 w 354"/>
                <a:gd name="T9" fmla="*/ 176 h 397"/>
                <a:gd name="T10" fmla="*/ 49 w 354"/>
                <a:gd name="T11" fmla="*/ 97 h 397"/>
                <a:gd name="T12" fmla="*/ 49 w 354"/>
                <a:gd name="T13" fmla="*/ 97 h 397"/>
                <a:gd name="T14" fmla="*/ 162 w 354"/>
                <a:gd name="T15" fmla="*/ 0 h 397"/>
                <a:gd name="T16" fmla="*/ 266 w 354"/>
                <a:gd name="T17" fmla="*/ 92 h 397"/>
                <a:gd name="T18" fmla="*/ 266 w 354"/>
                <a:gd name="T19" fmla="*/ 92 h 397"/>
                <a:gd name="T20" fmla="*/ 181 w 354"/>
                <a:gd name="T21" fmla="*/ 191 h 397"/>
                <a:gd name="T22" fmla="*/ 249 w 354"/>
                <a:gd name="T23" fmla="*/ 259 h 397"/>
                <a:gd name="T24" fmla="*/ 291 w 354"/>
                <a:gd name="T25" fmla="*/ 184 h 397"/>
                <a:gd name="T26" fmla="*/ 343 w 354"/>
                <a:gd name="T27" fmla="*/ 211 h 397"/>
                <a:gd name="T28" fmla="*/ 291 w 354"/>
                <a:gd name="T29" fmla="*/ 299 h 397"/>
                <a:gd name="T30" fmla="*/ 353 w 354"/>
                <a:gd name="T31" fmla="*/ 361 h 397"/>
                <a:gd name="T32" fmla="*/ 304 w 354"/>
                <a:gd name="T33" fmla="*/ 396 h 397"/>
                <a:gd name="T34" fmla="*/ 246 w 354"/>
                <a:gd name="T35" fmla="*/ 343 h 397"/>
                <a:gd name="T36" fmla="*/ 209 w 354"/>
                <a:gd name="T37" fmla="*/ 304 h 397"/>
                <a:gd name="T38" fmla="*/ 122 w 354"/>
                <a:gd name="T39" fmla="*/ 216 h 397"/>
                <a:gd name="T40" fmla="*/ 69 w 354"/>
                <a:gd name="T41" fmla="*/ 281 h 397"/>
                <a:gd name="T42" fmla="*/ 69 w 354"/>
                <a:gd name="T43" fmla="*/ 281 h 397"/>
                <a:gd name="T44" fmla="*/ 134 w 354"/>
                <a:gd name="T45" fmla="*/ 338 h 397"/>
                <a:gd name="T46" fmla="*/ 209 w 354"/>
                <a:gd name="T47" fmla="*/ 304 h 397"/>
                <a:gd name="T48" fmla="*/ 206 w 354"/>
                <a:gd name="T49" fmla="*/ 94 h 397"/>
                <a:gd name="T50" fmla="*/ 206 w 354"/>
                <a:gd name="T51" fmla="*/ 94 h 397"/>
                <a:gd name="T52" fmla="*/ 162 w 354"/>
                <a:gd name="T53" fmla="*/ 49 h 397"/>
                <a:gd name="T54" fmla="*/ 114 w 354"/>
                <a:gd name="T55" fmla="*/ 97 h 397"/>
                <a:gd name="T56" fmla="*/ 114 w 354"/>
                <a:gd name="T57" fmla="*/ 97 h 397"/>
                <a:gd name="T58" fmla="*/ 144 w 354"/>
                <a:gd name="T59" fmla="*/ 154 h 397"/>
                <a:gd name="T60" fmla="*/ 206 w 354"/>
                <a:gd name="T61" fmla="*/ 9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4" h="397">
                  <a:moveTo>
                    <a:pt x="246" y="343"/>
                  </a:moveTo>
                  <a:cubicBezTo>
                    <a:pt x="214" y="373"/>
                    <a:pt x="174" y="393"/>
                    <a:pt x="127" y="393"/>
                  </a:cubicBezTo>
                  <a:cubicBezTo>
                    <a:pt x="54" y="393"/>
                    <a:pt x="0" y="351"/>
                    <a:pt x="0" y="284"/>
                  </a:cubicBezTo>
                  <a:lnTo>
                    <a:pt x="0" y="284"/>
                  </a:lnTo>
                  <a:cubicBezTo>
                    <a:pt x="0" y="234"/>
                    <a:pt x="30" y="199"/>
                    <a:pt x="82" y="176"/>
                  </a:cubicBezTo>
                  <a:cubicBezTo>
                    <a:pt x="59" y="149"/>
                    <a:pt x="49" y="124"/>
                    <a:pt x="49" y="97"/>
                  </a:cubicBezTo>
                  <a:lnTo>
                    <a:pt x="49" y="97"/>
                  </a:lnTo>
                  <a:cubicBezTo>
                    <a:pt x="49" y="44"/>
                    <a:pt x="92" y="0"/>
                    <a:pt x="162" y="0"/>
                  </a:cubicBezTo>
                  <a:cubicBezTo>
                    <a:pt x="224" y="0"/>
                    <a:pt x="266" y="42"/>
                    <a:pt x="266" y="92"/>
                  </a:cubicBezTo>
                  <a:lnTo>
                    <a:pt x="266" y="92"/>
                  </a:lnTo>
                  <a:cubicBezTo>
                    <a:pt x="266" y="142"/>
                    <a:pt x="231" y="174"/>
                    <a:pt x="181" y="191"/>
                  </a:cubicBezTo>
                  <a:lnTo>
                    <a:pt x="249" y="259"/>
                  </a:lnTo>
                  <a:cubicBezTo>
                    <a:pt x="264" y="236"/>
                    <a:pt x="279" y="211"/>
                    <a:pt x="291" y="184"/>
                  </a:cubicBezTo>
                  <a:lnTo>
                    <a:pt x="343" y="211"/>
                  </a:lnTo>
                  <a:cubicBezTo>
                    <a:pt x="328" y="241"/>
                    <a:pt x="311" y="274"/>
                    <a:pt x="291" y="299"/>
                  </a:cubicBezTo>
                  <a:lnTo>
                    <a:pt x="353" y="361"/>
                  </a:lnTo>
                  <a:lnTo>
                    <a:pt x="304" y="396"/>
                  </a:lnTo>
                  <a:lnTo>
                    <a:pt x="246" y="343"/>
                  </a:lnTo>
                  <a:close/>
                  <a:moveTo>
                    <a:pt x="209" y="304"/>
                  </a:moveTo>
                  <a:lnTo>
                    <a:pt x="122" y="216"/>
                  </a:lnTo>
                  <a:cubicBezTo>
                    <a:pt x="84" y="231"/>
                    <a:pt x="69" y="256"/>
                    <a:pt x="69" y="281"/>
                  </a:cubicBezTo>
                  <a:lnTo>
                    <a:pt x="69" y="281"/>
                  </a:lnTo>
                  <a:cubicBezTo>
                    <a:pt x="69" y="313"/>
                    <a:pt x="97" y="338"/>
                    <a:pt x="134" y="338"/>
                  </a:cubicBezTo>
                  <a:cubicBezTo>
                    <a:pt x="162" y="338"/>
                    <a:pt x="186" y="326"/>
                    <a:pt x="209" y="304"/>
                  </a:cubicBezTo>
                  <a:close/>
                  <a:moveTo>
                    <a:pt x="206" y="94"/>
                  </a:moveTo>
                  <a:lnTo>
                    <a:pt x="206" y="94"/>
                  </a:lnTo>
                  <a:cubicBezTo>
                    <a:pt x="206" y="67"/>
                    <a:pt x="190" y="49"/>
                    <a:pt x="162" y="49"/>
                  </a:cubicBezTo>
                  <a:cubicBezTo>
                    <a:pt x="135" y="49"/>
                    <a:pt x="114" y="69"/>
                    <a:pt x="114" y="97"/>
                  </a:cubicBezTo>
                  <a:lnTo>
                    <a:pt x="114" y="97"/>
                  </a:lnTo>
                  <a:cubicBezTo>
                    <a:pt x="114" y="117"/>
                    <a:pt x="122" y="132"/>
                    <a:pt x="144" y="154"/>
                  </a:cubicBezTo>
                  <a:cubicBezTo>
                    <a:pt x="184" y="139"/>
                    <a:pt x="206" y="122"/>
                    <a:pt x="206" y="94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</p:grpSp>
      <p:grpSp>
        <p:nvGrpSpPr>
          <p:cNvPr id="43" name="Grouper 42"/>
          <p:cNvGrpSpPr/>
          <p:nvPr userDrawn="1"/>
        </p:nvGrpSpPr>
        <p:grpSpPr>
          <a:xfrm>
            <a:off x="0" y="1311216"/>
            <a:ext cx="12192000" cy="4852517"/>
            <a:chOff x="0" y="1261568"/>
            <a:chExt cx="12315038" cy="4969484"/>
          </a:xfrm>
          <a:noFill/>
        </p:grpSpPr>
        <p:sp>
          <p:nvSpPr>
            <p:cNvPr id="44" name="Forme libre 43"/>
            <p:cNvSpPr>
              <a:spLocks noChangeArrowheads="1"/>
            </p:cNvSpPr>
            <p:nvPr userDrawn="1"/>
          </p:nvSpPr>
          <p:spPr bwMode="auto">
            <a:xfrm rot="5400000">
              <a:off x="2172970" y="3846549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5" name="Forme libre 44"/>
            <p:cNvSpPr>
              <a:spLocks noChangeArrowheads="1"/>
            </p:cNvSpPr>
            <p:nvPr userDrawn="1"/>
          </p:nvSpPr>
          <p:spPr bwMode="auto">
            <a:xfrm rot="5400000">
              <a:off x="2234518" y="3215496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6" name="Forme libre 45"/>
            <p:cNvSpPr>
              <a:spLocks noChangeArrowheads="1"/>
            </p:cNvSpPr>
            <p:nvPr userDrawn="1"/>
          </p:nvSpPr>
          <p:spPr bwMode="auto">
            <a:xfrm rot="5400000">
              <a:off x="3293103" y="3215443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7" name="Forme libre 46"/>
            <p:cNvSpPr>
              <a:spLocks noChangeArrowheads="1"/>
            </p:cNvSpPr>
            <p:nvPr userDrawn="1"/>
          </p:nvSpPr>
          <p:spPr bwMode="auto">
            <a:xfrm rot="5400000">
              <a:off x="5588678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8" name="Forme libre 47"/>
            <p:cNvSpPr>
              <a:spLocks noChangeArrowheads="1"/>
            </p:cNvSpPr>
            <p:nvPr userDrawn="1"/>
          </p:nvSpPr>
          <p:spPr bwMode="auto">
            <a:xfrm rot="5400000">
              <a:off x="4472154" y="3214881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9" name="Forme libre 48"/>
            <p:cNvSpPr>
              <a:spLocks noChangeArrowheads="1"/>
            </p:cNvSpPr>
            <p:nvPr userDrawn="1"/>
          </p:nvSpPr>
          <p:spPr bwMode="auto">
            <a:xfrm rot="5400000">
              <a:off x="5530739" y="3214828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0" name="Forme libre 49"/>
            <p:cNvSpPr>
              <a:spLocks noChangeArrowheads="1"/>
            </p:cNvSpPr>
            <p:nvPr userDrawn="1"/>
          </p:nvSpPr>
          <p:spPr bwMode="auto">
            <a:xfrm rot="5400000">
              <a:off x="6645547" y="3846549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1" name="Forme libre 50"/>
            <p:cNvSpPr>
              <a:spLocks noChangeArrowheads="1"/>
            </p:cNvSpPr>
            <p:nvPr userDrawn="1"/>
          </p:nvSpPr>
          <p:spPr bwMode="auto">
            <a:xfrm rot="5400000">
              <a:off x="-5543" y="4472858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2" name="Forme libre 51"/>
            <p:cNvSpPr>
              <a:spLocks noChangeArrowheads="1"/>
            </p:cNvSpPr>
            <p:nvPr userDrawn="1"/>
          </p:nvSpPr>
          <p:spPr bwMode="auto">
            <a:xfrm rot="5400000">
              <a:off x="-67512" y="3845933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3" name="Forme libre 52"/>
            <p:cNvSpPr>
              <a:spLocks noChangeArrowheads="1"/>
            </p:cNvSpPr>
            <p:nvPr userDrawn="1"/>
          </p:nvSpPr>
          <p:spPr bwMode="auto">
            <a:xfrm rot="5400000">
              <a:off x="1053793" y="4471424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4" name="Forme libre 53"/>
            <p:cNvSpPr>
              <a:spLocks noChangeArrowheads="1"/>
            </p:cNvSpPr>
            <p:nvPr userDrawn="1"/>
          </p:nvSpPr>
          <p:spPr bwMode="auto">
            <a:xfrm rot="5400000">
              <a:off x="1110559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5" name="Forme libre 54"/>
            <p:cNvSpPr>
              <a:spLocks noChangeArrowheads="1"/>
            </p:cNvSpPr>
            <p:nvPr userDrawn="1"/>
          </p:nvSpPr>
          <p:spPr bwMode="auto">
            <a:xfrm rot="5400000">
              <a:off x="-5964" y="3214881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6" name="Forme libre 55"/>
            <p:cNvSpPr>
              <a:spLocks noChangeArrowheads="1"/>
            </p:cNvSpPr>
            <p:nvPr userDrawn="1"/>
          </p:nvSpPr>
          <p:spPr bwMode="auto">
            <a:xfrm rot="5400000">
              <a:off x="1052620" y="3214828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7" name="Forme libre 56"/>
            <p:cNvSpPr>
              <a:spLocks noChangeArrowheads="1"/>
            </p:cNvSpPr>
            <p:nvPr userDrawn="1"/>
          </p:nvSpPr>
          <p:spPr bwMode="auto">
            <a:xfrm rot="5400000">
              <a:off x="1115877" y="2587400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8" name="Forme libre 57"/>
            <p:cNvSpPr>
              <a:spLocks noChangeArrowheads="1"/>
            </p:cNvSpPr>
            <p:nvPr userDrawn="1"/>
          </p:nvSpPr>
          <p:spPr bwMode="auto">
            <a:xfrm rot="5400000">
              <a:off x="1053908" y="1960475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9" name="Forme libre 58"/>
            <p:cNvSpPr>
              <a:spLocks noChangeArrowheads="1"/>
            </p:cNvSpPr>
            <p:nvPr userDrawn="1"/>
          </p:nvSpPr>
          <p:spPr bwMode="auto">
            <a:xfrm rot="5400000">
              <a:off x="2175213" y="2585966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0" name="Forme libre 59"/>
            <p:cNvSpPr>
              <a:spLocks noChangeArrowheads="1"/>
            </p:cNvSpPr>
            <p:nvPr userDrawn="1"/>
          </p:nvSpPr>
          <p:spPr bwMode="auto">
            <a:xfrm rot="5400000">
              <a:off x="3353513" y="2586784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1" name="Forme libre 60"/>
            <p:cNvSpPr>
              <a:spLocks noChangeArrowheads="1"/>
            </p:cNvSpPr>
            <p:nvPr userDrawn="1"/>
          </p:nvSpPr>
          <p:spPr bwMode="auto">
            <a:xfrm rot="5400000">
              <a:off x="4412849" y="2585350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2" name="Forme libre 61"/>
            <p:cNvSpPr>
              <a:spLocks noChangeArrowheads="1"/>
            </p:cNvSpPr>
            <p:nvPr userDrawn="1"/>
          </p:nvSpPr>
          <p:spPr bwMode="auto">
            <a:xfrm rot="5400000">
              <a:off x="-65269" y="2585350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3" name="Forme libre 62"/>
            <p:cNvSpPr>
              <a:spLocks noChangeArrowheads="1"/>
            </p:cNvSpPr>
            <p:nvPr userDrawn="1"/>
          </p:nvSpPr>
          <p:spPr bwMode="auto">
            <a:xfrm rot="5400000">
              <a:off x="-8503" y="1956810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4" name="Forme libre 63"/>
            <p:cNvSpPr>
              <a:spLocks noChangeArrowheads="1"/>
            </p:cNvSpPr>
            <p:nvPr userDrawn="1"/>
          </p:nvSpPr>
          <p:spPr bwMode="auto">
            <a:xfrm rot="5400000">
              <a:off x="-66442" y="1328754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5" name="Forme libre 64"/>
            <p:cNvSpPr>
              <a:spLocks noChangeArrowheads="1"/>
            </p:cNvSpPr>
            <p:nvPr userDrawn="1"/>
          </p:nvSpPr>
          <p:spPr bwMode="auto">
            <a:xfrm rot="5400000">
              <a:off x="-66508" y="5104173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6" name="Forme libre 65"/>
            <p:cNvSpPr>
              <a:spLocks noChangeArrowheads="1"/>
            </p:cNvSpPr>
            <p:nvPr userDrawn="1"/>
          </p:nvSpPr>
          <p:spPr bwMode="auto">
            <a:xfrm rot="5400000">
              <a:off x="8889028" y="3846548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7" name="Forme libre 66"/>
            <p:cNvSpPr>
              <a:spLocks noChangeArrowheads="1"/>
            </p:cNvSpPr>
            <p:nvPr userDrawn="1"/>
          </p:nvSpPr>
          <p:spPr bwMode="auto">
            <a:xfrm rot="5400000">
              <a:off x="8950576" y="3215495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8" name="Forme libre 67"/>
            <p:cNvSpPr>
              <a:spLocks noChangeArrowheads="1"/>
            </p:cNvSpPr>
            <p:nvPr userDrawn="1"/>
          </p:nvSpPr>
          <p:spPr bwMode="auto">
            <a:xfrm rot="5400000">
              <a:off x="10009161" y="3215442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9" name="Forme libre 68"/>
            <p:cNvSpPr>
              <a:spLocks noChangeArrowheads="1"/>
            </p:cNvSpPr>
            <p:nvPr userDrawn="1"/>
          </p:nvSpPr>
          <p:spPr bwMode="auto">
            <a:xfrm rot="5400000">
              <a:off x="11188212" y="3214880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0" name="Forme libre 69"/>
            <p:cNvSpPr>
              <a:spLocks noChangeArrowheads="1"/>
            </p:cNvSpPr>
            <p:nvPr userDrawn="1"/>
          </p:nvSpPr>
          <p:spPr bwMode="auto">
            <a:xfrm rot="5400000">
              <a:off x="7826616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1" name="Forme libre 70"/>
            <p:cNvSpPr>
              <a:spLocks noChangeArrowheads="1"/>
            </p:cNvSpPr>
            <p:nvPr userDrawn="1"/>
          </p:nvSpPr>
          <p:spPr bwMode="auto">
            <a:xfrm rot="5400000">
              <a:off x="6710093" y="3214880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2" name="Forme libre 71"/>
            <p:cNvSpPr>
              <a:spLocks noChangeArrowheads="1"/>
            </p:cNvSpPr>
            <p:nvPr userDrawn="1"/>
          </p:nvSpPr>
          <p:spPr bwMode="auto">
            <a:xfrm rot="5400000">
              <a:off x="7768678" y="3214826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3" name="Forme libre 72"/>
            <p:cNvSpPr>
              <a:spLocks noChangeArrowheads="1"/>
            </p:cNvSpPr>
            <p:nvPr userDrawn="1"/>
          </p:nvSpPr>
          <p:spPr bwMode="auto">
            <a:xfrm rot="5400000">
              <a:off x="10069571" y="2586783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4" name="Forme libre 73"/>
            <p:cNvSpPr>
              <a:spLocks noChangeArrowheads="1"/>
            </p:cNvSpPr>
            <p:nvPr userDrawn="1"/>
          </p:nvSpPr>
          <p:spPr bwMode="auto">
            <a:xfrm rot="5400000">
              <a:off x="11128907" y="2585349"/>
              <a:ext cx="1192510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</p:grpSp>
    </p:spTree>
    <p:extLst>
      <p:ext uri="{BB962C8B-B14F-4D97-AF65-F5344CB8AC3E}">
        <p14:creationId xmlns:p14="http://schemas.microsoft.com/office/powerpoint/2010/main" val="868123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45" r:id="rId1"/>
    <p:sldLayoutId id="2147485350" r:id="rId2"/>
    <p:sldLayoutId id="2147485355" r:id="rId3"/>
    <p:sldLayoutId id="2147485361" r:id="rId4"/>
    <p:sldLayoutId id="2147485397" r:id="rId5"/>
    <p:sldLayoutId id="2147485396" r:id="rId6"/>
    <p:sldLayoutId id="2147485392" r:id="rId7"/>
    <p:sldLayoutId id="2147485362" r:id="rId8"/>
    <p:sldLayoutId id="2147485365" r:id="rId9"/>
    <p:sldLayoutId id="2147485388" r:id="rId10"/>
    <p:sldLayoutId id="2147485395" r:id="rId11"/>
    <p:sldLayoutId id="2147485389" r:id="rId12"/>
    <p:sldLayoutId id="2147485391" r:id="rId13"/>
    <p:sldLayoutId id="2147485393" r:id="rId14"/>
    <p:sldLayoutId id="2147485380" r:id="rId15"/>
    <p:sldLayoutId id="2147485385" r:id="rId16"/>
    <p:sldLayoutId id="2147485381" r:id="rId17"/>
    <p:sldLayoutId id="2147485399" r:id="rId18"/>
  </p:sldLayoutIdLst>
  <p:hf sldNum="0" hdr="0" dt="0"/>
  <p:txStyles>
    <p:titleStyle>
      <a:lvl1pPr algn="ctr" defTabSz="561412" rtl="0" fontAlgn="base">
        <a:spcBef>
          <a:spcPct val="0"/>
        </a:spcBef>
        <a:spcAft>
          <a:spcPct val="0"/>
        </a:spcAft>
        <a:defRPr sz="5404" kern="1200">
          <a:solidFill>
            <a:schemeClr val="tx1"/>
          </a:solidFill>
          <a:latin typeface="+mj-lt"/>
          <a:ea typeface="ＭＳ Ｐゴシック" pitchFamily="34" charset="-128"/>
          <a:cs typeface="+mj-cs"/>
        </a:defRPr>
      </a:lvl1pPr>
      <a:lvl2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2pPr>
      <a:lvl3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3pPr>
      <a:lvl4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4pPr>
      <a:lvl5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5pPr>
      <a:lvl6pPr marL="561412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6pPr>
      <a:lvl7pPr marL="1122822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7pPr>
      <a:lvl8pPr marL="1684234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8pPr>
      <a:lvl9pPr marL="2245645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9pPr>
    </p:titleStyle>
    <p:bodyStyle>
      <a:lvl1pPr marL="421059" indent="-421059" algn="l" defTabSz="561412" rtl="0" fontAlgn="base">
        <a:spcBef>
          <a:spcPct val="20000"/>
        </a:spcBef>
        <a:spcAft>
          <a:spcPct val="0"/>
        </a:spcAft>
        <a:buFont typeface="Arial" charset="0"/>
        <a:buChar char="•"/>
        <a:defRPr sz="393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1pPr>
      <a:lvl2pPr marL="912294" indent="-350882" algn="l" defTabSz="561412" rtl="0" fontAlgn="base">
        <a:spcBef>
          <a:spcPct val="20000"/>
        </a:spcBef>
        <a:spcAft>
          <a:spcPct val="0"/>
        </a:spcAft>
        <a:buFont typeface="Arial" charset="0"/>
        <a:buChar char="–"/>
        <a:defRPr sz="3438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403529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•"/>
        <a:defRPr sz="294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964940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–"/>
        <a:defRPr sz="245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526350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»"/>
        <a:defRPr sz="245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3087762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6pPr>
      <a:lvl7pPr marL="3649174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7pPr>
      <a:lvl8pPr marL="4210584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8pPr>
      <a:lvl9pPr marL="4771995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1pPr>
      <a:lvl2pPr marL="561412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2pPr>
      <a:lvl3pPr marL="1122822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3pPr>
      <a:lvl4pPr marL="1684234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4pPr>
      <a:lvl5pPr marL="2245645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5pPr>
      <a:lvl6pPr marL="2807055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6pPr>
      <a:lvl7pPr marL="3368467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7pPr>
      <a:lvl8pPr marL="3929879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8pPr>
      <a:lvl9pPr marL="4491290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1"/>
            </p:custDataLst>
          </p:nvPr>
        </p:nvGraphicFramePr>
        <p:xfrm>
          <a:off x="1956" y="1590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56" y="1590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er 2"/>
          <p:cNvGrpSpPr/>
          <p:nvPr userDrawn="1"/>
        </p:nvGrpSpPr>
        <p:grpSpPr>
          <a:xfrm>
            <a:off x="9718060" y="6427311"/>
            <a:ext cx="2139295" cy="217992"/>
            <a:chOff x="1122363" y="720725"/>
            <a:chExt cx="4278312" cy="434975"/>
          </a:xfrm>
        </p:grpSpPr>
        <p:sp>
          <p:nvSpPr>
            <p:cNvPr id="4" name="Freeform 1"/>
            <p:cNvSpPr>
              <a:spLocks noChangeArrowheads="1"/>
            </p:cNvSpPr>
            <p:nvPr/>
          </p:nvSpPr>
          <p:spPr bwMode="auto">
            <a:xfrm>
              <a:off x="1557338" y="966788"/>
              <a:ext cx="119062" cy="104775"/>
            </a:xfrm>
            <a:custGeom>
              <a:avLst/>
              <a:gdLst>
                <a:gd name="T0" fmla="*/ 0 w 330"/>
                <a:gd name="T1" fmla="*/ 100 h 293"/>
                <a:gd name="T2" fmla="*/ 189 w 330"/>
                <a:gd name="T3" fmla="*/ 0 h 293"/>
                <a:gd name="T4" fmla="*/ 329 w 330"/>
                <a:gd name="T5" fmla="*/ 292 h 293"/>
                <a:gd name="T6" fmla="*/ 119 w 330"/>
                <a:gd name="T7" fmla="*/ 292 h 293"/>
                <a:gd name="T8" fmla="*/ 62 w 330"/>
                <a:gd name="T9" fmla="*/ 257 h 293"/>
                <a:gd name="T10" fmla="*/ 0 w 330"/>
                <a:gd name="T11" fmla="*/ 1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0" h="293">
                  <a:moveTo>
                    <a:pt x="0" y="100"/>
                  </a:moveTo>
                  <a:lnTo>
                    <a:pt x="189" y="0"/>
                  </a:lnTo>
                  <a:lnTo>
                    <a:pt x="329" y="292"/>
                  </a:lnTo>
                  <a:lnTo>
                    <a:pt x="119" y="292"/>
                  </a:lnTo>
                  <a:cubicBezTo>
                    <a:pt x="119" y="292"/>
                    <a:pt x="79" y="292"/>
                    <a:pt x="62" y="257"/>
                  </a:cubicBezTo>
                  <a:cubicBezTo>
                    <a:pt x="47" y="214"/>
                    <a:pt x="0" y="100"/>
                    <a:pt x="0" y="10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5" name="Freeform 2"/>
            <p:cNvSpPr>
              <a:spLocks noChangeArrowheads="1"/>
            </p:cNvSpPr>
            <p:nvPr/>
          </p:nvSpPr>
          <p:spPr bwMode="auto">
            <a:xfrm>
              <a:off x="1146175" y="1104900"/>
              <a:ext cx="546100" cy="49213"/>
            </a:xfrm>
            <a:custGeom>
              <a:avLst/>
              <a:gdLst>
                <a:gd name="T0" fmla="*/ 757 w 1515"/>
                <a:gd name="T1" fmla="*/ 134 h 135"/>
                <a:gd name="T2" fmla="*/ 0 w 1515"/>
                <a:gd name="T3" fmla="*/ 134 h 135"/>
                <a:gd name="T4" fmla="*/ 0 w 1515"/>
                <a:gd name="T5" fmla="*/ 0 h 135"/>
                <a:gd name="T6" fmla="*/ 1514 w 1515"/>
                <a:gd name="T7" fmla="*/ 0 h 135"/>
                <a:gd name="T8" fmla="*/ 1514 w 1515"/>
                <a:gd name="T9" fmla="*/ 134 h 135"/>
                <a:gd name="T10" fmla="*/ 757 w 1515"/>
                <a:gd name="T11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5" h="135">
                  <a:moveTo>
                    <a:pt x="757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514" y="0"/>
                  </a:lnTo>
                  <a:lnTo>
                    <a:pt x="1514" y="134"/>
                  </a:lnTo>
                  <a:lnTo>
                    <a:pt x="757" y="134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6" name="Freeform 3"/>
            <p:cNvSpPr>
              <a:spLocks noChangeArrowheads="1"/>
            </p:cNvSpPr>
            <p:nvPr/>
          </p:nvSpPr>
          <p:spPr bwMode="auto">
            <a:xfrm>
              <a:off x="1584325" y="739775"/>
              <a:ext cx="147638" cy="120650"/>
            </a:xfrm>
            <a:custGeom>
              <a:avLst/>
              <a:gdLst>
                <a:gd name="T0" fmla="*/ 411 w 412"/>
                <a:gd name="T1" fmla="*/ 155 h 333"/>
                <a:gd name="T2" fmla="*/ 117 w 412"/>
                <a:gd name="T3" fmla="*/ 312 h 333"/>
                <a:gd name="T4" fmla="*/ 40 w 412"/>
                <a:gd name="T5" fmla="*/ 297 h 333"/>
                <a:gd name="T6" fmla="*/ 0 w 412"/>
                <a:gd name="T7" fmla="*/ 197 h 333"/>
                <a:gd name="T8" fmla="*/ 45 w 412"/>
                <a:gd name="T9" fmla="*/ 192 h 333"/>
                <a:gd name="T10" fmla="*/ 411 w 412"/>
                <a:gd name="T11" fmla="*/ 0 h 333"/>
                <a:gd name="T12" fmla="*/ 411 w 412"/>
                <a:gd name="T13" fmla="*/ 155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333">
                  <a:moveTo>
                    <a:pt x="411" y="155"/>
                  </a:moveTo>
                  <a:cubicBezTo>
                    <a:pt x="411" y="155"/>
                    <a:pt x="172" y="292"/>
                    <a:pt x="117" y="312"/>
                  </a:cubicBezTo>
                  <a:cubicBezTo>
                    <a:pt x="65" y="332"/>
                    <a:pt x="47" y="304"/>
                    <a:pt x="40" y="297"/>
                  </a:cubicBezTo>
                  <a:cubicBezTo>
                    <a:pt x="25" y="277"/>
                    <a:pt x="2" y="207"/>
                    <a:pt x="0" y="197"/>
                  </a:cubicBezTo>
                  <a:cubicBezTo>
                    <a:pt x="2" y="197"/>
                    <a:pt x="15" y="200"/>
                    <a:pt x="45" y="192"/>
                  </a:cubicBezTo>
                  <a:cubicBezTo>
                    <a:pt x="82" y="182"/>
                    <a:pt x="409" y="0"/>
                    <a:pt x="411" y="0"/>
                  </a:cubicBezTo>
                  <a:lnTo>
                    <a:pt x="411" y="15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7" name="Freeform 4"/>
            <p:cNvSpPr>
              <a:spLocks noChangeArrowheads="1"/>
            </p:cNvSpPr>
            <p:nvPr/>
          </p:nvSpPr>
          <p:spPr bwMode="auto">
            <a:xfrm>
              <a:off x="1122363" y="765175"/>
              <a:ext cx="609600" cy="347663"/>
            </a:xfrm>
            <a:custGeom>
              <a:avLst/>
              <a:gdLst>
                <a:gd name="T0" fmla="*/ 1313 w 1695"/>
                <a:gd name="T1" fmla="*/ 366 h 964"/>
                <a:gd name="T2" fmla="*/ 1156 w 1695"/>
                <a:gd name="T3" fmla="*/ 20 h 964"/>
                <a:gd name="T4" fmla="*/ 929 w 1695"/>
                <a:gd name="T5" fmla="*/ 20 h 964"/>
                <a:gd name="T6" fmla="*/ 610 w 1695"/>
                <a:gd name="T7" fmla="*/ 614 h 964"/>
                <a:gd name="T8" fmla="*/ 867 w 1695"/>
                <a:gd name="T9" fmla="*/ 535 h 964"/>
                <a:gd name="T10" fmla="*/ 1029 w 1695"/>
                <a:gd name="T11" fmla="*/ 207 h 964"/>
                <a:gd name="T12" fmla="*/ 1131 w 1695"/>
                <a:gd name="T13" fmla="*/ 463 h 964"/>
                <a:gd name="T14" fmla="*/ 750 w 1695"/>
                <a:gd name="T15" fmla="*/ 634 h 964"/>
                <a:gd name="T16" fmla="*/ 197 w 1695"/>
                <a:gd name="T17" fmla="*/ 649 h 964"/>
                <a:gd name="T18" fmla="*/ 683 w 1695"/>
                <a:gd name="T19" fmla="*/ 184 h 964"/>
                <a:gd name="T20" fmla="*/ 780 w 1695"/>
                <a:gd name="T21" fmla="*/ 174 h 964"/>
                <a:gd name="T22" fmla="*/ 735 w 1695"/>
                <a:gd name="T23" fmla="*/ 42 h 964"/>
                <a:gd name="T24" fmla="*/ 638 w 1695"/>
                <a:gd name="T25" fmla="*/ 7 h 964"/>
                <a:gd name="T26" fmla="*/ 75 w 1695"/>
                <a:gd name="T27" fmla="*/ 391 h 964"/>
                <a:gd name="T28" fmla="*/ 165 w 1695"/>
                <a:gd name="T29" fmla="*/ 766 h 964"/>
                <a:gd name="T30" fmla="*/ 845 w 1695"/>
                <a:gd name="T31" fmla="*/ 786 h 964"/>
                <a:gd name="T32" fmla="*/ 1692 w 1695"/>
                <a:gd name="T33" fmla="*/ 341 h 964"/>
                <a:gd name="T34" fmla="*/ 1692 w 1695"/>
                <a:gd name="T35" fmla="*/ 159 h 964"/>
                <a:gd name="T36" fmla="*/ 1313 w 1695"/>
                <a:gd name="T37" fmla="*/ 366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95" h="964">
                  <a:moveTo>
                    <a:pt x="1313" y="366"/>
                  </a:moveTo>
                  <a:lnTo>
                    <a:pt x="1156" y="20"/>
                  </a:lnTo>
                  <a:lnTo>
                    <a:pt x="929" y="20"/>
                  </a:lnTo>
                  <a:lnTo>
                    <a:pt x="610" y="614"/>
                  </a:lnTo>
                  <a:cubicBezTo>
                    <a:pt x="610" y="614"/>
                    <a:pt x="767" y="609"/>
                    <a:pt x="867" y="535"/>
                  </a:cubicBezTo>
                  <a:cubicBezTo>
                    <a:pt x="892" y="520"/>
                    <a:pt x="964" y="331"/>
                    <a:pt x="1029" y="207"/>
                  </a:cubicBezTo>
                  <a:lnTo>
                    <a:pt x="1131" y="463"/>
                  </a:lnTo>
                  <a:cubicBezTo>
                    <a:pt x="977" y="542"/>
                    <a:pt x="830" y="612"/>
                    <a:pt x="750" y="634"/>
                  </a:cubicBezTo>
                  <a:cubicBezTo>
                    <a:pt x="541" y="694"/>
                    <a:pt x="287" y="731"/>
                    <a:pt x="197" y="649"/>
                  </a:cubicBezTo>
                  <a:cubicBezTo>
                    <a:pt x="112" y="572"/>
                    <a:pt x="309" y="254"/>
                    <a:pt x="683" y="184"/>
                  </a:cubicBezTo>
                  <a:cubicBezTo>
                    <a:pt x="742" y="172"/>
                    <a:pt x="780" y="174"/>
                    <a:pt x="780" y="174"/>
                  </a:cubicBezTo>
                  <a:cubicBezTo>
                    <a:pt x="780" y="174"/>
                    <a:pt x="755" y="65"/>
                    <a:pt x="735" y="42"/>
                  </a:cubicBezTo>
                  <a:cubicBezTo>
                    <a:pt x="708" y="7"/>
                    <a:pt x="680" y="0"/>
                    <a:pt x="638" y="7"/>
                  </a:cubicBezTo>
                  <a:cubicBezTo>
                    <a:pt x="556" y="12"/>
                    <a:pt x="212" y="105"/>
                    <a:pt x="75" y="391"/>
                  </a:cubicBezTo>
                  <a:cubicBezTo>
                    <a:pt x="0" y="555"/>
                    <a:pt x="100" y="719"/>
                    <a:pt x="165" y="766"/>
                  </a:cubicBezTo>
                  <a:cubicBezTo>
                    <a:pt x="194" y="789"/>
                    <a:pt x="391" y="963"/>
                    <a:pt x="845" y="786"/>
                  </a:cubicBezTo>
                  <a:cubicBezTo>
                    <a:pt x="1290" y="612"/>
                    <a:pt x="1692" y="341"/>
                    <a:pt x="1692" y="341"/>
                  </a:cubicBezTo>
                  <a:lnTo>
                    <a:pt x="1692" y="159"/>
                  </a:lnTo>
                  <a:cubicBezTo>
                    <a:pt x="1694" y="154"/>
                    <a:pt x="1520" y="257"/>
                    <a:pt x="1313" y="36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8" name="Freeform 5"/>
            <p:cNvSpPr>
              <a:spLocks noChangeArrowheads="1"/>
            </p:cNvSpPr>
            <p:nvPr/>
          </p:nvSpPr>
          <p:spPr bwMode="auto">
            <a:xfrm>
              <a:off x="1884363" y="1014413"/>
              <a:ext cx="136525" cy="139700"/>
            </a:xfrm>
            <a:custGeom>
              <a:avLst/>
              <a:gdLst>
                <a:gd name="T0" fmla="*/ 0 w 380"/>
                <a:gd name="T1" fmla="*/ 62 h 387"/>
                <a:gd name="T2" fmla="*/ 0 w 380"/>
                <a:gd name="T3" fmla="*/ 0 h 387"/>
                <a:gd name="T4" fmla="*/ 379 w 380"/>
                <a:gd name="T5" fmla="*/ 0 h 387"/>
                <a:gd name="T6" fmla="*/ 379 w 380"/>
                <a:gd name="T7" fmla="*/ 62 h 387"/>
                <a:gd name="T8" fmla="*/ 229 w 380"/>
                <a:gd name="T9" fmla="*/ 62 h 387"/>
                <a:gd name="T10" fmla="*/ 229 w 380"/>
                <a:gd name="T11" fmla="*/ 386 h 387"/>
                <a:gd name="T12" fmla="*/ 147 w 380"/>
                <a:gd name="T13" fmla="*/ 386 h 387"/>
                <a:gd name="T14" fmla="*/ 147 w 380"/>
                <a:gd name="T15" fmla="*/ 62 h 387"/>
                <a:gd name="T16" fmla="*/ 0 w 380"/>
                <a:gd name="T17" fmla="*/ 6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0" h="387">
                  <a:moveTo>
                    <a:pt x="0" y="62"/>
                  </a:moveTo>
                  <a:lnTo>
                    <a:pt x="0" y="0"/>
                  </a:lnTo>
                  <a:lnTo>
                    <a:pt x="379" y="0"/>
                  </a:lnTo>
                  <a:lnTo>
                    <a:pt x="379" y="62"/>
                  </a:lnTo>
                  <a:lnTo>
                    <a:pt x="229" y="62"/>
                  </a:lnTo>
                  <a:lnTo>
                    <a:pt x="229" y="386"/>
                  </a:lnTo>
                  <a:lnTo>
                    <a:pt x="147" y="386"/>
                  </a:lnTo>
                  <a:lnTo>
                    <a:pt x="147" y="62"/>
                  </a:lnTo>
                  <a:lnTo>
                    <a:pt x="0" y="6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9" name="Freeform 6"/>
            <p:cNvSpPr>
              <a:spLocks noChangeArrowheads="1"/>
            </p:cNvSpPr>
            <p:nvPr/>
          </p:nvSpPr>
          <p:spPr bwMode="auto">
            <a:xfrm>
              <a:off x="2051050" y="1014413"/>
              <a:ext cx="128588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7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0" name="Freeform 7"/>
            <p:cNvSpPr>
              <a:spLocks noChangeArrowheads="1"/>
            </p:cNvSpPr>
            <p:nvPr/>
          </p:nvSpPr>
          <p:spPr bwMode="auto">
            <a:xfrm>
              <a:off x="2208213" y="1011238"/>
              <a:ext cx="152400" cy="144462"/>
            </a:xfrm>
            <a:custGeom>
              <a:avLst/>
              <a:gdLst>
                <a:gd name="T0" fmla="*/ 247 w 425"/>
                <a:gd name="T1" fmla="*/ 0 h 400"/>
                <a:gd name="T2" fmla="*/ 419 w 425"/>
                <a:gd name="T3" fmla="*/ 55 h 400"/>
                <a:gd name="T4" fmla="*/ 381 w 425"/>
                <a:gd name="T5" fmla="*/ 105 h 400"/>
                <a:gd name="T6" fmla="*/ 252 w 425"/>
                <a:gd name="T7" fmla="*/ 60 h 400"/>
                <a:gd name="T8" fmla="*/ 90 w 425"/>
                <a:gd name="T9" fmla="*/ 199 h 400"/>
                <a:gd name="T10" fmla="*/ 252 w 425"/>
                <a:gd name="T11" fmla="*/ 339 h 400"/>
                <a:gd name="T12" fmla="*/ 386 w 425"/>
                <a:gd name="T13" fmla="*/ 292 h 400"/>
                <a:gd name="T14" fmla="*/ 424 w 425"/>
                <a:gd name="T15" fmla="*/ 341 h 400"/>
                <a:gd name="T16" fmla="*/ 244 w 425"/>
                <a:gd name="T17" fmla="*/ 399 h 400"/>
                <a:gd name="T18" fmla="*/ 0 w 425"/>
                <a:gd name="T19" fmla="*/ 199 h 400"/>
                <a:gd name="T20" fmla="*/ 247 w 425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5" h="400">
                  <a:moveTo>
                    <a:pt x="247" y="0"/>
                  </a:moveTo>
                  <a:cubicBezTo>
                    <a:pt x="307" y="0"/>
                    <a:pt x="369" y="18"/>
                    <a:pt x="419" y="55"/>
                  </a:cubicBezTo>
                  <a:lnTo>
                    <a:pt x="381" y="105"/>
                  </a:lnTo>
                  <a:cubicBezTo>
                    <a:pt x="339" y="75"/>
                    <a:pt x="304" y="60"/>
                    <a:pt x="252" y="60"/>
                  </a:cubicBezTo>
                  <a:cubicBezTo>
                    <a:pt x="160" y="60"/>
                    <a:pt x="90" y="117"/>
                    <a:pt x="90" y="199"/>
                  </a:cubicBezTo>
                  <a:cubicBezTo>
                    <a:pt x="90" y="282"/>
                    <a:pt x="162" y="339"/>
                    <a:pt x="252" y="339"/>
                  </a:cubicBezTo>
                  <a:cubicBezTo>
                    <a:pt x="307" y="339"/>
                    <a:pt x="344" y="321"/>
                    <a:pt x="386" y="292"/>
                  </a:cubicBezTo>
                  <a:lnTo>
                    <a:pt x="424" y="341"/>
                  </a:lnTo>
                  <a:cubicBezTo>
                    <a:pt x="371" y="379"/>
                    <a:pt x="307" y="399"/>
                    <a:pt x="244" y="399"/>
                  </a:cubicBezTo>
                  <a:cubicBezTo>
                    <a:pt x="120" y="399"/>
                    <a:pt x="0" y="324"/>
                    <a:pt x="0" y="199"/>
                  </a:cubicBezTo>
                  <a:cubicBezTo>
                    <a:pt x="5" y="72"/>
                    <a:pt x="122" y="0"/>
                    <a:pt x="247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1" name="Freeform 8"/>
            <p:cNvSpPr>
              <a:spLocks noChangeArrowheads="1"/>
            </p:cNvSpPr>
            <p:nvPr/>
          </p:nvSpPr>
          <p:spPr bwMode="auto">
            <a:xfrm>
              <a:off x="2395538" y="1014413"/>
              <a:ext cx="146050" cy="139700"/>
            </a:xfrm>
            <a:custGeom>
              <a:avLst/>
              <a:gdLst>
                <a:gd name="T0" fmla="*/ 0 w 405"/>
                <a:gd name="T1" fmla="*/ 0 h 387"/>
                <a:gd name="T2" fmla="*/ 83 w 405"/>
                <a:gd name="T3" fmla="*/ 0 h 387"/>
                <a:gd name="T4" fmla="*/ 83 w 405"/>
                <a:gd name="T5" fmla="*/ 150 h 387"/>
                <a:gd name="T6" fmla="*/ 322 w 405"/>
                <a:gd name="T7" fmla="*/ 150 h 387"/>
                <a:gd name="T8" fmla="*/ 322 w 405"/>
                <a:gd name="T9" fmla="*/ 0 h 387"/>
                <a:gd name="T10" fmla="*/ 404 w 405"/>
                <a:gd name="T11" fmla="*/ 0 h 387"/>
                <a:gd name="T12" fmla="*/ 404 w 405"/>
                <a:gd name="T13" fmla="*/ 386 h 387"/>
                <a:gd name="T14" fmla="*/ 322 w 405"/>
                <a:gd name="T15" fmla="*/ 386 h 387"/>
                <a:gd name="T16" fmla="*/ 322 w 405"/>
                <a:gd name="T17" fmla="*/ 212 h 387"/>
                <a:gd name="T18" fmla="*/ 83 w 405"/>
                <a:gd name="T19" fmla="*/ 212 h 387"/>
                <a:gd name="T20" fmla="*/ 83 w 405"/>
                <a:gd name="T21" fmla="*/ 386 h 387"/>
                <a:gd name="T22" fmla="*/ 0 w 405"/>
                <a:gd name="T23" fmla="*/ 386 h 387"/>
                <a:gd name="T24" fmla="*/ 0 w 405"/>
                <a:gd name="T2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5" h="387">
                  <a:moveTo>
                    <a:pt x="0" y="0"/>
                  </a:moveTo>
                  <a:lnTo>
                    <a:pt x="83" y="0"/>
                  </a:lnTo>
                  <a:lnTo>
                    <a:pt x="83" y="150"/>
                  </a:lnTo>
                  <a:lnTo>
                    <a:pt x="322" y="150"/>
                  </a:lnTo>
                  <a:lnTo>
                    <a:pt x="322" y="0"/>
                  </a:lnTo>
                  <a:lnTo>
                    <a:pt x="404" y="0"/>
                  </a:lnTo>
                  <a:lnTo>
                    <a:pt x="404" y="386"/>
                  </a:lnTo>
                  <a:lnTo>
                    <a:pt x="322" y="386"/>
                  </a:lnTo>
                  <a:lnTo>
                    <a:pt x="322" y="212"/>
                  </a:lnTo>
                  <a:lnTo>
                    <a:pt x="83" y="212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2" name="Freeform 9"/>
            <p:cNvSpPr>
              <a:spLocks noChangeArrowheads="1"/>
            </p:cNvSpPr>
            <p:nvPr/>
          </p:nvSpPr>
          <p:spPr bwMode="auto">
            <a:xfrm>
              <a:off x="2584450" y="1014413"/>
              <a:ext cx="144463" cy="139700"/>
            </a:xfrm>
            <a:custGeom>
              <a:avLst/>
              <a:gdLst>
                <a:gd name="T0" fmla="*/ 82 w 402"/>
                <a:gd name="T1" fmla="*/ 112 h 387"/>
                <a:gd name="T2" fmla="*/ 82 w 402"/>
                <a:gd name="T3" fmla="*/ 386 h 387"/>
                <a:gd name="T4" fmla="*/ 0 w 402"/>
                <a:gd name="T5" fmla="*/ 386 h 387"/>
                <a:gd name="T6" fmla="*/ 0 w 402"/>
                <a:gd name="T7" fmla="*/ 0 h 387"/>
                <a:gd name="T8" fmla="*/ 82 w 402"/>
                <a:gd name="T9" fmla="*/ 0 h 387"/>
                <a:gd name="T10" fmla="*/ 319 w 402"/>
                <a:gd name="T11" fmla="*/ 274 h 387"/>
                <a:gd name="T12" fmla="*/ 319 w 402"/>
                <a:gd name="T13" fmla="*/ 0 h 387"/>
                <a:gd name="T14" fmla="*/ 401 w 402"/>
                <a:gd name="T15" fmla="*/ 0 h 387"/>
                <a:gd name="T16" fmla="*/ 401 w 402"/>
                <a:gd name="T17" fmla="*/ 386 h 387"/>
                <a:gd name="T18" fmla="*/ 319 w 402"/>
                <a:gd name="T19" fmla="*/ 386 h 387"/>
                <a:gd name="T20" fmla="*/ 82 w 402"/>
                <a:gd name="T21" fmla="*/ 11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2" h="387">
                  <a:moveTo>
                    <a:pt x="82" y="112"/>
                  </a:move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82" y="0"/>
                  </a:lnTo>
                  <a:lnTo>
                    <a:pt x="319" y="274"/>
                  </a:lnTo>
                  <a:lnTo>
                    <a:pt x="319" y="0"/>
                  </a:lnTo>
                  <a:lnTo>
                    <a:pt x="401" y="0"/>
                  </a:lnTo>
                  <a:lnTo>
                    <a:pt x="401" y="386"/>
                  </a:lnTo>
                  <a:lnTo>
                    <a:pt x="319" y="386"/>
                  </a:lnTo>
                  <a:lnTo>
                    <a:pt x="82" y="11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3" name="Freeform 10"/>
            <p:cNvSpPr>
              <a:spLocks noChangeArrowheads="1"/>
            </p:cNvSpPr>
            <p:nvPr/>
          </p:nvSpPr>
          <p:spPr bwMode="auto">
            <a:xfrm>
              <a:off x="2763838" y="1011238"/>
              <a:ext cx="176212" cy="144462"/>
            </a:xfrm>
            <a:custGeom>
              <a:avLst/>
              <a:gdLst>
                <a:gd name="T0" fmla="*/ 0 w 489"/>
                <a:gd name="T1" fmla="*/ 199 h 400"/>
                <a:gd name="T2" fmla="*/ 244 w 489"/>
                <a:gd name="T3" fmla="*/ 0 h 400"/>
                <a:gd name="T4" fmla="*/ 488 w 489"/>
                <a:gd name="T5" fmla="*/ 199 h 400"/>
                <a:gd name="T6" fmla="*/ 244 w 489"/>
                <a:gd name="T7" fmla="*/ 399 h 400"/>
                <a:gd name="T8" fmla="*/ 0 w 489"/>
                <a:gd name="T9" fmla="*/ 199 h 400"/>
                <a:gd name="T10" fmla="*/ 85 w 489"/>
                <a:gd name="T11" fmla="*/ 199 h 400"/>
                <a:gd name="T12" fmla="*/ 244 w 489"/>
                <a:gd name="T13" fmla="*/ 339 h 400"/>
                <a:gd name="T14" fmla="*/ 404 w 489"/>
                <a:gd name="T15" fmla="*/ 199 h 400"/>
                <a:gd name="T16" fmla="*/ 244 w 489"/>
                <a:gd name="T17" fmla="*/ 60 h 400"/>
                <a:gd name="T18" fmla="*/ 85 w 489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8" y="90"/>
                    <a:pt x="488" y="199"/>
                  </a:cubicBezTo>
                  <a:cubicBezTo>
                    <a:pt x="488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5" y="199"/>
                  </a:moveTo>
                  <a:cubicBezTo>
                    <a:pt x="85" y="277"/>
                    <a:pt x="150" y="339"/>
                    <a:pt x="244" y="339"/>
                  </a:cubicBezTo>
                  <a:cubicBezTo>
                    <a:pt x="339" y="339"/>
                    <a:pt x="404" y="277"/>
                    <a:pt x="404" y="199"/>
                  </a:cubicBezTo>
                  <a:cubicBezTo>
                    <a:pt x="404" y="122"/>
                    <a:pt x="338" y="60"/>
                    <a:pt x="244" y="60"/>
                  </a:cubicBezTo>
                  <a:cubicBezTo>
                    <a:pt x="149" y="60"/>
                    <a:pt x="85" y="122"/>
                    <a:pt x="85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4" name="Freeform 11"/>
            <p:cNvSpPr>
              <a:spLocks noChangeArrowheads="1"/>
            </p:cNvSpPr>
            <p:nvPr/>
          </p:nvSpPr>
          <p:spPr bwMode="auto">
            <a:xfrm>
              <a:off x="2974975" y="1014413"/>
              <a:ext cx="117475" cy="139700"/>
            </a:xfrm>
            <a:custGeom>
              <a:avLst/>
              <a:gdLst>
                <a:gd name="T0" fmla="*/ 0 w 328"/>
                <a:gd name="T1" fmla="*/ 0 h 387"/>
                <a:gd name="T2" fmla="*/ 82 w 328"/>
                <a:gd name="T3" fmla="*/ 0 h 387"/>
                <a:gd name="T4" fmla="*/ 82 w 328"/>
                <a:gd name="T5" fmla="*/ 324 h 387"/>
                <a:gd name="T6" fmla="*/ 327 w 328"/>
                <a:gd name="T7" fmla="*/ 324 h 387"/>
                <a:gd name="T8" fmla="*/ 327 w 328"/>
                <a:gd name="T9" fmla="*/ 386 h 387"/>
                <a:gd name="T10" fmla="*/ 0 w 328"/>
                <a:gd name="T11" fmla="*/ 386 h 387"/>
                <a:gd name="T12" fmla="*/ 0 w 32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387">
                  <a:moveTo>
                    <a:pt x="0" y="0"/>
                  </a:moveTo>
                  <a:lnTo>
                    <a:pt x="82" y="0"/>
                  </a:lnTo>
                  <a:lnTo>
                    <a:pt x="82" y="324"/>
                  </a:lnTo>
                  <a:lnTo>
                    <a:pt x="327" y="324"/>
                  </a:lnTo>
                  <a:lnTo>
                    <a:pt x="327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5" name="Freeform 12"/>
            <p:cNvSpPr>
              <a:spLocks noChangeArrowheads="1"/>
            </p:cNvSpPr>
            <p:nvPr/>
          </p:nvSpPr>
          <p:spPr bwMode="auto">
            <a:xfrm>
              <a:off x="3105150" y="1011238"/>
              <a:ext cx="176213" cy="144462"/>
            </a:xfrm>
            <a:custGeom>
              <a:avLst/>
              <a:gdLst>
                <a:gd name="T0" fmla="*/ 0 w 490"/>
                <a:gd name="T1" fmla="*/ 199 h 400"/>
                <a:gd name="T2" fmla="*/ 244 w 490"/>
                <a:gd name="T3" fmla="*/ 0 h 400"/>
                <a:gd name="T4" fmla="*/ 489 w 490"/>
                <a:gd name="T5" fmla="*/ 199 h 400"/>
                <a:gd name="T6" fmla="*/ 244 w 490"/>
                <a:gd name="T7" fmla="*/ 399 h 400"/>
                <a:gd name="T8" fmla="*/ 0 w 490"/>
                <a:gd name="T9" fmla="*/ 199 h 400"/>
                <a:gd name="T10" fmla="*/ 87 w 490"/>
                <a:gd name="T11" fmla="*/ 199 h 400"/>
                <a:gd name="T12" fmla="*/ 247 w 490"/>
                <a:gd name="T13" fmla="*/ 339 h 400"/>
                <a:gd name="T14" fmla="*/ 406 w 490"/>
                <a:gd name="T15" fmla="*/ 199 h 400"/>
                <a:gd name="T16" fmla="*/ 247 w 490"/>
                <a:gd name="T17" fmla="*/ 60 h 400"/>
                <a:gd name="T18" fmla="*/ 87 w 490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0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9" y="90"/>
                    <a:pt x="489" y="199"/>
                  </a:cubicBezTo>
                  <a:cubicBezTo>
                    <a:pt x="489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7" y="199"/>
                  </a:moveTo>
                  <a:cubicBezTo>
                    <a:pt x="87" y="277"/>
                    <a:pt x="152" y="339"/>
                    <a:pt x="247" y="339"/>
                  </a:cubicBezTo>
                  <a:cubicBezTo>
                    <a:pt x="342" y="339"/>
                    <a:pt x="406" y="277"/>
                    <a:pt x="406" y="199"/>
                  </a:cubicBezTo>
                  <a:cubicBezTo>
                    <a:pt x="406" y="122"/>
                    <a:pt x="342" y="60"/>
                    <a:pt x="247" y="60"/>
                  </a:cubicBezTo>
                  <a:cubicBezTo>
                    <a:pt x="152" y="60"/>
                    <a:pt x="87" y="122"/>
                    <a:pt x="87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6" name="Freeform 13"/>
            <p:cNvSpPr>
              <a:spLocks noChangeArrowheads="1"/>
            </p:cNvSpPr>
            <p:nvPr/>
          </p:nvSpPr>
          <p:spPr bwMode="auto">
            <a:xfrm>
              <a:off x="3306763" y="1011238"/>
              <a:ext cx="158750" cy="142875"/>
            </a:xfrm>
            <a:custGeom>
              <a:avLst/>
              <a:gdLst>
                <a:gd name="T0" fmla="*/ 244 w 439"/>
                <a:gd name="T1" fmla="*/ 0 h 397"/>
                <a:gd name="T2" fmla="*/ 416 w 439"/>
                <a:gd name="T3" fmla="*/ 55 h 397"/>
                <a:gd name="T4" fmla="*/ 378 w 439"/>
                <a:gd name="T5" fmla="*/ 105 h 397"/>
                <a:gd name="T6" fmla="*/ 249 w 439"/>
                <a:gd name="T7" fmla="*/ 60 h 397"/>
                <a:gd name="T8" fmla="*/ 87 w 439"/>
                <a:gd name="T9" fmla="*/ 199 h 397"/>
                <a:gd name="T10" fmla="*/ 246 w 439"/>
                <a:gd name="T11" fmla="*/ 339 h 397"/>
                <a:gd name="T12" fmla="*/ 356 w 439"/>
                <a:gd name="T13" fmla="*/ 309 h 397"/>
                <a:gd name="T14" fmla="*/ 356 w 439"/>
                <a:gd name="T15" fmla="*/ 234 h 397"/>
                <a:gd name="T16" fmla="*/ 239 w 439"/>
                <a:gd name="T17" fmla="*/ 234 h 397"/>
                <a:gd name="T18" fmla="*/ 239 w 439"/>
                <a:gd name="T19" fmla="*/ 174 h 397"/>
                <a:gd name="T20" fmla="*/ 438 w 439"/>
                <a:gd name="T21" fmla="*/ 174 h 397"/>
                <a:gd name="T22" fmla="*/ 438 w 439"/>
                <a:gd name="T23" fmla="*/ 336 h 397"/>
                <a:gd name="T24" fmla="*/ 244 w 439"/>
                <a:gd name="T25" fmla="*/ 396 h 397"/>
                <a:gd name="T26" fmla="*/ 2 w 439"/>
                <a:gd name="T27" fmla="*/ 197 h 397"/>
                <a:gd name="T28" fmla="*/ 244 w 439"/>
                <a:gd name="T2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9" h="397">
                  <a:moveTo>
                    <a:pt x="244" y="0"/>
                  </a:moveTo>
                  <a:cubicBezTo>
                    <a:pt x="304" y="0"/>
                    <a:pt x="366" y="18"/>
                    <a:pt x="416" y="55"/>
                  </a:cubicBezTo>
                  <a:lnTo>
                    <a:pt x="378" y="105"/>
                  </a:lnTo>
                  <a:cubicBezTo>
                    <a:pt x="336" y="75"/>
                    <a:pt x="301" y="60"/>
                    <a:pt x="249" y="60"/>
                  </a:cubicBezTo>
                  <a:cubicBezTo>
                    <a:pt x="157" y="60"/>
                    <a:pt x="87" y="115"/>
                    <a:pt x="87" y="199"/>
                  </a:cubicBezTo>
                  <a:cubicBezTo>
                    <a:pt x="87" y="282"/>
                    <a:pt x="149" y="339"/>
                    <a:pt x="246" y="339"/>
                  </a:cubicBezTo>
                  <a:cubicBezTo>
                    <a:pt x="289" y="339"/>
                    <a:pt x="329" y="326"/>
                    <a:pt x="356" y="309"/>
                  </a:cubicBezTo>
                  <a:lnTo>
                    <a:pt x="356" y="234"/>
                  </a:lnTo>
                  <a:lnTo>
                    <a:pt x="239" y="234"/>
                  </a:lnTo>
                  <a:lnTo>
                    <a:pt x="239" y="174"/>
                  </a:lnTo>
                  <a:lnTo>
                    <a:pt x="438" y="174"/>
                  </a:lnTo>
                  <a:lnTo>
                    <a:pt x="438" y="336"/>
                  </a:lnTo>
                  <a:cubicBezTo>
                    <a:pt x="391" y="369"/>
                    <a:pt x="326" y="396"/>
                    <a:pt x="244" y="396"/>
                  </a:cubicBezTo>
                  <a:cubicBezTo>
                    <a:pt x="99" y="396"/>
                    <a:pt x="2" y="309"/>
                    <a:pt x="2" y="197"/>
                  </a:cubicBezTo>
                  <a:cubicBezTo>
                    <a:pt x="0" y="72"/>
                    <a:pt x="117" y="0"/>
                    <a:pt x="244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7" name="Freeform 14"/>
            <p:cNvSpPr>
              <a:spLocks noChangeArrowheads="1"/>
            </p:cNvSpPr>
            <p:nvPr/>
          </p:nvSpPr>
          <p:spPr bwMode="auto">
            <a:xfrm>
              <a:off x="3505200" y="1014413"/>
              <a:ext cx="30163" cy="139700"/>
            </a:xfrm>
            <a:custGeom>
              <a:avLst/>
              <a:gdLst>
                <a:gd name="T0" fmla="*/ 0 w 83"/>
                <a:gd name="T1" fmla="*/ 0 h 387"/>
                <a:gd name="T2" fmla="*/ 82 w 83"/>
                <a:gd name="T3" fmla="*/ 0 h 387"/>
                <a:gd name="T4" fmla="*/ 82 w 83"/>
                <a:gd name="T5" fmla="*/ 386 h 387"/>
                <a:gd name="T6" fmla="*/ 0 w 83"/>
                <a:gd name="T7" fmla="*/ 386 h 387"/>
                <a:gd name="T8" fmla="*/ 0 w 83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387">
                  <a:moveTo>
                    <a:pt x="0" y="0"/>
                  </a:moveTo>
                  <a:lnTo>
                    <a:pt x="82" y="0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8" name="Freeform 15"/>
            <p:cNvSpPr>
              <a:spLocks noChangeArrowheads="1"/>
            </p:cNvSpPr>
            <p:nvPr/>
          </p:nvSpPr>
          <p:spPr bwMode="auto">
            <a:xfrm>
              <a:off x="3576638" y="1014413"/>
              <a:ext cx="128587" cy="139700"/>
            </a:xfrm>
            <a:custGeom>
              <a:avLst/>
              <a:gdLst>
                <a:gd name="T0" fmla="*/ 0 w 357"/>
                <a:gd name="T1" fmla="*/ 274 h 387"/>
                <a:gd name="T2" fmla="*/ 0 w 357"/>
                <a:gd name="T3" fmla="*/ 0 h 387"/>
                <a:gd name="T4" fmla="*/ 349 w 357"/>
                <a:gd name="T5" fmla="*/ 0 h 387"/>
                <a:gd name="T6" fmla="*/ 349 w 357"/>
                <a:gd name="T7" fmla="*/ 62 h 387"/>
                <a:gd name="T8" fmla="*/ 82 w 357"/>
                <a:gd name="T9" fmla="*/ 62 h 387"/>
                <a:gd name="T10" fmla="*/ 82 w 357"/>
                <a:gd name="T11" fmla="*/ 154 h 387"/>
                <a:gd name="T12" fmla="*/ 326 w 357"/>
                <a:gd name="T13" fmla="*/ 154 h 387"/>
                <a:gd name="T14" fmla="*/ 326 w 357"/>
                <a:gd name="T15" fmla="*/ 214 h 387"/>
                <a:gd name="T16" fmla="*/ 82 w 357"/>
                <a:gd name="T17" fmla="*/ 214 h 387"/>
                <a:gd name="T18" fmla="*/ 82 w 357"/>
                <a:gd name="T19" fmla="*/ 274 h 387"/>
                <a:gd name="T20" fmla="*/ 130 w 357"/>
                <a:gd name="T21" fmla="*/ 323 h 387"/>
                <a:gd name="T22" fmla="*/ 356 w 357"/>
                <a:gd name="T23" fmla="*/ 323 h 387"/>
                <a:gd name="T24" fmla="*/ 356 w 357"/>
                <a:gd name="T25" fmla="*/ 386 h 387"/>
                <a:gd name="T26" fmla="*/ 110 w 357"/>
                <a:gd name="T27" fmla="*/ 386 h 387"/>
                <a:gd name="T28" fmla="*/ 0 w 357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7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2" y="62"/>
                  </a:lnTo>
                  <a:lnTo>
                    <a:pt x="82" y="154"/>
                  </a:lnTo>
                  <a:lnTo>
                    <a:pt x="326" y="154"/>
                  </a:lnTo>
                  <a:lnTo>
                    <a:pt x="326" y="214"/>
                  </a:lnTo>
                  <a:lnTo>
                    <a:pt x="82" y="214"/>
                  </a:lnTo>
                  <a:lnTo>
                    <a:pt x="82" y="274"/>
                  </a:lnTo>
                  <a:cubicBezTo>
                    <a:pt x="82" y="308"/>
                    <a:pt x="97" y="323"/>
                    <a:pt x="130" y="323"/>
                  </a:cubicBezTo>
                  <a:lnTo>
                    <a:pt x="356" y="323"/>
                  </a:lnTo>
                  <a:lnTo>
                    <a:pt x="356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9" name="Freeform 16"/>
            <p:cNvSpPr>
              <a:spLocks noChangeArrowheads="1"/>
            </p:cNvSpPr>
            <p:nvPr/>
          </p:nvSpPr>
          <p:spPr bwMode="auto">
            <a:xfrm>
              <a:off x="373221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5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7 w 417"/>
                <a:gd name="T17" fmla="*/ 110 h 400"/>
                <a:gd name="T18" fmla="*/ 210 w 417"/>
                <a:gd name="T19" fmla="*/ 60 h 400"/>
                <a:gd name="T20" fmla="*/ 103 w 417"/>
                <a:gd name="T21" fmla="*/ 105 h 400"/>
                <a:gd name="T22" fmla="*/ 215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8" y="319"/>
                    <a:pt x="157" y="336"/>
                    <a:pt x="215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2" y="20"/>
                    <a:pt x="404" y="55"/>
                  </a:cubicBezTo>
                  <a:lnTo>
                    <a:pt x="367" y="110"/>
                  </a:lnTo>
                  <a:cubicBezTo>
                    <a:pt x="324" y="77"/>
                    <a:pt x="265" y="60"/>
                    <a:pt x="210" y="60"/>
                  </a:cubicBezTo>
                  <a:cubicBezTo>
                    <a:pt x="155" y="60"/>
                    <a:pt x="103" y="77"/>
                    <a:pt x="103" y="105"/>
                  </a:cubicBezTo>
                  <a:cubicBezTo>
                    <a:pt x="103" y="130"/>
                    <a:pt x="152" y="142"/>
                    <a:pt x="215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8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0" name="Freeform 17"/>
            <p:cNvSpPr>
              <a:spLocks noChangeArrowheads="1"/>
            </p:cNvSpPr>
            <p:nvPr/>
          </p:nvSpPr>
          <p:spPr bwMode="auto">
            <a:xfrm>
              <a:off x="4159250" y="1011238"/>
              <a:ext cx="150813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4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1" y="20"/>
                    <a:pt x="404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5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5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1" name="Freeform 18"/>
            <p:cNvSpPr>
              <a:spLocks noChangeArrowheads="1"/>
            </p:cNvSpPr>
            <p:nvPr/>
          </p:nvSpPr>
          <p:spPr bwMode="auto">
            <a:xfrm>
              <a:off x="433863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2" name="Freeform 19"/>
            <p:cNvSpPr>
              <a:spLocks noChangeArrowheads="1"/>
            </p:cNvSpPr>
            <p:nvPr/>
          </p:nvSpPr>
          <p:spPr bwMode="auto">
            <a:xfrm>
              <a:off x="4505325" y="1014413"/>
              <a:ext cx="142875" cy="139700"/>
            </a:xfrm>
            <a:custGeom>
              <a:avLst/>
              <a:gdLst>
                <a:gd name="T0" fmla="*/ 207 w 397"/>
                <a:gd name="T1" fmla="*/ 0 h 387"/>
                <a:gd name="T2" fmla="*/ 384 w 397"/>
                <a:gd name="T3" fmla="*/ 125 h 387"/>
                <a:gd name="T4" fmla="*/ 269 w 397"/>
                <a:gd name="T5" fmla="*/ 239 h 387"/>
                <a:gd name="T6" fmla="*/ 396 w 397"/>
                <a:gd name="T7" fmla="*/ 386 h 387"/>
                <a:gd name="T8" fmla="*/ 299 w 397"/>
                <a:gd name="T9" fmla="*/ 386 h 387"/>
                <a:gd name="T10" fmla="*/ 185 w 397"/>
                <a:gd name="T11" fmla="*/ 252 h 387"/>
                <a:gd name="T12" fmla="*/ 82 w 397"/>
                <a:gd name="T13" fmla="*/ 252 h 387"/>
                <a:gd name="T14" fmla="*/ 82 w 397"/>
                <a:gd name="T15" fmla="*/ 386 h 387"/>
                <a:gd name="T16" fmla="*/ 0 w 397"/>
                <a:gd name="T17" fmla="*/ 386 h 387"/>
                <a:gd name="T18" fmla="*/ 0 w 397"/>
                <a:gd name="T19" fmla="*/ 0 h 387"/>
                <a:gd name="T20" fmla="*/ 207 w 397"/>
                <a:gd name="T21" fmla="*/ 0 h 387"/>
                <a:gd name="T22" fmla="*/ 202 w 397"/>
                <a:gd name="T23" fmla="*/ 192 h 387"/>
                <a:gd name="T24" fmla="*/ 299 w 397"/>
                <a:gd name="T25" fmla="*/ 125 h 387"/>
                <a:gd name="T26" fmla="*/ 202 w 397"/>
                <a:gd name="T27" fmla="*/ 62 h 387"/>
                <a:gd name="T28" fmla="*/ 82 w 397"/>
                <a:gd name="T29" fmla="*/ 62 h 387"/>
                <a:gd name="T30" fmla="*/ 82 w 397"/>
                <a:gd name="T31" fmla="*/ 192 h 387"/>
                <a:gd name="T32" fmla="*/ 202 w 397"/>
                <a:gd name="T33" fmla="*/ 19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7" h="387">
                  <a:moveTo>
                    <a:pt x="207" y="0"/>
                  </a:moveTo>
                  <a:cubicBezTo>
                    <a:pt x="304" y="0"/>
                    <a:pt x="384" y="40"/>
                    <a:pt x="384" y="125"/>
                  </a:cubicBezTo>
                  <a:cubicBezTo>
                    <a:pt x="384" y="192"/>
                    <a:pt x="337" y="227"/>
                    <a:pt x="269" y="239"/>
                  </a:cubicBezTo>
                  <a:lnTo>
                    <a:pt x="396" y="386"/>
                  </a:lnTo>
                  <a:lnTo>
                    <a:pt x="299" y="386"/>
                  </a:lnTo>
                  <a:lnTo>
                    <a:pt x="185" y="252"/>
                  </a:lnTo>
                  <a:lnTo>
                    <a:pt x="82" y="252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207" y="0"/>
                  </a:lnTo>
                  <a:close/>
                  <a:moveTo>
                    <a:pt x="202" y="192"/>
                  </a:moveTo>
                  <a:cubicBezTo>
                    <a:pt x="259" y="192"/>
                    <a:pt x="299" y="167"/>
                    <a:pt x="299" y="125"/>
                  </a:cubicBezTo>
                  <a:cubicBezTo>
                    <a:pt x="299" y="85"/>
                    <a:pt x="264" y="62"/>
                    <a:pt x="202" y="62"/>
                  </a:cubicBezTo>
                  <a:lnTo>
                    <a:pt x="82" y="62"/>
                  </a:lnTo>
                  <a:lnTo>
                    <a:pt x="82" y="192"/>
                  </a:lnTo>
                  <a:lnTo>
                    <a:pt x="202" y="192"/>
                  </a:ln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3" name="Freeform 20"/>
            <p:cNvSpPr>
              <a:spLocks noChangeArrowheads="1"/>
            </p:cNvSpPr>
            <p:nvPr/>
          </p:nvSpPr>
          <p:spPr bwMode="auto">
            <a:xfrm>
              <a:off x="4657725" y="1014413"/>
              <a:ext cx="169863" cy="139700"/>
            </a:xfrm>
            <a:custGeom>
              <a:avLst/>
              <a:gdLst>
                <a:gd name="T0" fmla="*/ 469 w 470"/>
                <a:gd name="T1" fmla="*/ 0 h 387"/>
                <a:gd name="T2" fmla="*/ 277 w 470"/>
                <a:gd name="T3" fmla="*/ 386 h 387"/>
                <a:gd name="T4" fmla="*/ 192 w 470"/>
                <a:gd name="T5" fmla="*/ 386 h 387"/>
                <a:gd name="T6" fmla="*/ 0 w 470"/>
                <a:gd name="T7" fmla="*/ 0 h 387"/>
                <a:gd name="T8" fmla="*/ 95 w 470"/>
                <a:gd name="T9" fmla="*/ 0 h 387"/>
                <a:gd name="T10" fmla="*/ 239 w 470"/>
                <a:gd name="T11" fmla="*/ 304 h 387"/>
                <a:gd name="T12" fmla="*/ 384 w 470"/>
                <a:gd name="T13" fmla="*/ 0 h 387"/>
                <a:gd name="T14" fmla="*/ 469 w 470"/>
                <a:gd name="T1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0" h="387">
                  <a:moveTo>
                    <a:pt x="469" y="0"/>
                  </a:moveTo>
                  <a:lnTo>
                    <a:pt x="277" y="386"/>
                  </a:lnTo>
                  <a:lnTo>
                    <a:pt x="192" y="386"/>
                  </a:lnTo>
                  <a:lnTo>
                    <a:pt x="0" y="0"/>
                  </a:lnTo>
                  <a:lnTo>
                    <a:pt x="95" y="0"/>
                  </a:lnTo>
                  <a:lnTo>
                    <a:pt x="239" y="304"/>
                  </a:lnTo>
                  <a:lnTo>
                    <a:pt x="384" y="0"/>
                  </a:lnTo>
                  <a:lnTo>
                    <a:pt x="469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4" name="Freeform 21"/>
            <p:cNvSpPr>
              <a:spLocks noChangeArrowheads="1"/>
            </p:cNvSpPr>
            <p:nvPr/>
          </p:nvSpPr>
          <p:spPr bwMode="auto">
            <a:xfrm>
              <a:off x="4846638" y="1014413"/>
              <a:ext cx="30162" cy="139700"/>
            </a:xfrm>
            <a:custGeom>
              <a:avLst/>
              <a:gdLst>
                <a:gd name="T0" fmla="*/ 0 w 84"/>
                <a:gd name="T1" fmla="*/ 0 h 387"/>
                <a:gd name="T2" fmla="*/ 83 w 84"/>
                <a:gd name="T3" fmla="*/ 0 h 387"/>
                <a:gd name="T4" fmla="*/ 83 w 84"/>
                <a:gd name="T5" fmla="*/ 386 h 387"/>
                <a:gd name="T6" fmla="*/ 0 w 84"/>
                <a:gd name="T7" fmla="*/ 386 h 387"/>
                <a:gd name="T8" fmla="*/ 0 w 84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87">
                  <a:moveTo>
                    <a:pt x="0" y="0"/>
                  </a:moveTo>
                  <a:lnTo>
                    <a:pt x="83" y="0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5" name="Freeform 22"/>
            <p:cNvSpPr>
              <a:spLocks noChangeArrowheads="1"/>
            </p:cNvSpPr>
            <p:nvPr/>
          </p:nvSpPr>
          <p:spPr bwMode="auto">
            <a:xfrm>
              <a:off x="4910138" y="1011238"/>
              <a:ext cx="152400" cy="144462"/>
            </a:xfrm>
            <a:custGeom>
              <a:avLst/>
              <a:gdLst>
                <a:gd name="T0" fmla="*/ 246 w 424"/>
                <a:gd name="T1" fmla="*/ 0 h 400"/>
                <a:gd name="T2" fmla="*/ 418 w 424"/>
                <a:gd name="T3" fmla="*/ 55 h 400"/>
                <a:gd name="T4" fmla="*/ 381 w 424"/>
                <a:gd name="T5" fmla="*/ 105 h 400"/>
                <a:gd name="T6" fmla="*/ 251 w 424"/>
                <a:gd name="T7" fmla="*/ 60 h 400"/>
                <a:gd name="T8" fmla="*/ 89 w 424"/>
                <a:gd name="T9" fmla="*/ 199 h 400"/>
                <a:gd name="T10" fmla="*/ 251 w 424"/>
                <a:gd name="T11" fmla="*/ 339 h 400"/>
                <a:gd name="T12" fmla="*/ 386 w 424"/>
                <a:gd name="T13" fmla="*/ 292 h 400"/>
                <a:gd name="T14" fmla="*/ 423 w 424"/>
                <a:gd name="T15" fmla="*/ 341 h 400"/>
                <a:gd name="T16" fmla="*/ 244 w 424"/>
                <a:gd name="T17" fmla="*/ 399 h 400"/>
                <a:gd name="T18" fmla="*/ 0 w 424"/>
                <a:gd name="T19" fmla="*/ 199 h 400"/>
                <a:gd name="T20" fmla="*/ 246 w 424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4" h="400">
                  <a:moveTo>
                    <a:pt x="246" y="0"/>
                  </a:moveTo>
                  <a:cubicBezTo>
                    <a:pt x="306" y="0"/>
                    <a:pt x="368" y="18"/>
                    <a:pt x="418" y="55"/>
                  </a:cubicBezTo>
                  <a:lnTo>
                    <a:pt x="381" y="105"/>
                  </a:lnTo>
                  <a:cubicBezTo>
                    <a:pt x="338" y="75"/>
                    <a:pt x="304" y="60"/>
                    <a:pt x="251" y="60"/>
                  </a:cubicBezTo>
                  <a:cubicBezTo>
                    <a:pt x="159" y="60"/>
                    <a:pt x="89" y="117"/>
                    <a:pt x="89" y="199"/>
                  </a:cubicBezTo>
                  <a:cubicBezTo>
                    <a:pt x="89" y="282"/>
                    <a:pt x="162" y="339"/>
                    <a:pt x="251" y="339"/>
                  </a:cubicBezTo>
                  <a:cubicBezTo>
                    <a:pt x="306" y="339"/>
                    <a:pt x="343" y="321"/>
                    <a:pt x="386" y="292"/>
                  </a:cubicBezTo>
                  <a:lnTo>
                    <a:pt x="423" y="341"/>
                  </a:lnTo>
                  <a:cubicBezTo>
                    <a:pt x="371" y="379"/>
                    <a:pt x="306" y="399"/>
                    <a:pt x="244" y="399"/>
                  </a:cubicBezTo>
                  <a:cubicBezTo>
                    <a:pt x="119" y="399"/>
                    <a:pt x="0" y="324"/>
                    <a:pt x="0" y="199"/>
                  </a:cubicBezTo>
                  <a:cubicBezTo>
                    <a:pt x="5" y="72"/>
                    <a:pt x="122" y="0"/>
                    <a:pt x="246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6" name="Freeform 23"/>
            <p:cNvSpPr>
              <a:spLocks noChangeArrowheads="1"/>
            </p:cNvSpPr>
            <p:nvPr/>
          </p:nvSpPr>
          <p:spPr bwMode="auto">
            <a:xfrm>
              <a:off x="509428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7" name="Freeform 24"/>
            <p:cNvSpPr>
              <a:spLocks noChangeArrowheads="1"/>
            </p:cNvSpPr>
            <p:nvPr/>
          </p:nvSpPr>
          <p:spPr bwMode="auto">
            <a:xfrm>
              <a:off x="524986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7 w 417"/>
                <a:gd name="T3" fmla="*/ 282 h 400"/>
                <a:gd name="T4" fmla="*/ 214 w 417"/>
                <a:gd name="T5" fmla="*/ 336 h 400"/>
                <a:gd name="T6" fmla="*/ 326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3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1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7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6" y="336"/>
                    <a:pt x="326" y="319"/>
                    <a:pt x="326" y="289"/>
                  </a:cubicBezTo>
                  <a:cubicBezTo>
                    <a:pt x="326" y="259"/>
                    <a:pt x="271" y="247"/>
                    <a:pt x="207" y="234"/>
                  </a:cubicBezTo>
                  <a:cubicBezTo>
                    <a:pt x="119" y="214"/>
                    <a:pt x="15" y="194"/>
                    <a:pt x="15" y="117"/>
                  </a:cubicBezTo>
                  <a:cubicBezTo>
                    <a:pt x="15" y="45"/>
                    <a:pt x="104" y="0"/>
                    <a:pt x="207" y="0"/>
                  </a:cubicBezTo>
                  <a:cubicBezTo>
                    <a:pt x="276" y="0"/>
                    <a:pt x="351" y="20"/>
                    <a:pt x="403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4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1" y="396"/>
                  </a:cubicBezTo>
                  <a:cubicBezTo>
                    <a:pt x="137" y="399"/>
                    <a:pt x="57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8" name="Freeform 25"/>
            <p:cNvSpPr>
              <a:spLocks noChangeArrowheads="1"/>
            </p:cNvSpPr>
            <p:nvPr/>
          </p:nvSpPr>
          <p:spPr bwMode="auto">
            <a:xfrm>
              <a:off x="1874838" y="769938"/>
              <a:ext cx="203200" cy="192087"/>
            </a:xfrm>
            <a:custGeom>
              <a:avLst/>
              <a:gdLst>
                <a:gd name="T0" fmla="*/ 326 w 564"/>
                <a:gd name="T1" fmla="*/ 0 h 533"/>
                <a:gd name="T2" fmla="*/ 555 w 564"/>
                <a:gd name="T3" fmla="*/ 72 h 533"/>
                <a:gd name="T4" fmla="*/ 503 w 564"/>
                <a:gd name="T5" fmla="*/ 139 h 533"/>
                <a:gd name="T6" fmla="*/ 331 w 564"/>
                <a:gd name="T7" fmla="*/ 80 h 533"/>
                <a:gd name="T8" fmla="*/ 114 w 564"/>
                <a:gd name="T9" fmla="*/ 267 h 533"/>
                <a:gd name="T10" fmla="*/ 331 w 564"/>
                <a:gd name="T11" fmla="*/ 453 h 533"/>
                <a:gd name="T12" fmla="*/ 510 w 564"/>
                <a:gd name="T13" fmla="*/ 391 h 533"/>
                <a:gd name="T14" fmla="*/ 563 w 564"/>
                <a:gd name="T15" fmla="*/ 458 h 533"/>
                <a:gd name="T16" fmla="*/ 323 w 564"/>
                <a:gd name="T17" fmla="*/ 532 h 533"/>
                <a:gd name="T18" fmla="*/ 0 w 564"/>
                <a:gd name="T19" fmla="*/ 267 h 533"/>
                <a:gd name="T20" fmla="*/ 326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7"/>
                  </a:cubicBezTo>
                  <a:cubicBezTo>
                    <a:pt x="114" y="376"/>
                    <a:pt x="209" y="453"/>
                    <a:pt x="331" y="453"/>
                  </a:cubicBezTo>
                  <a:cubicBezTo>
                    <a:pt x="403" y="453"/>
                    <a:pt x="453" y="431"/>
                    <a:pt x="510" y="391"/>
                  </a:cubicBezTo>
                  <a:lnTo>
                    <a:pt x="563" y="458"/>
                  </a:lnTo>
                  <a:cubicBezTo>
                    <a:pt x="493" y="507"/>
                    <a:pt x="408" y="532"/>
                    <a:pt x="323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9" name="Freeform 26"/>
            <p:cNvSpPr>
              <a:spLocks noChangeArrowheads="1"/>
            </p:cNvSpPr>
            <p:nvPr/>
          </p:nvSpPr>
          <p:spPr bwMode="auto">
            <a:xfrm>
              <a:off x="2117725" y="773113"/>
              <a:ext cx="188913" cy="184150"/>
            </a:xfrm>
            <a:custGeom>
              <a:avLst/>
              <a:gdLst>
                <a:gd name="T0" fmla="*/ 276 w 526"/>
                <a:gd name="T1" fmla="*/ 0 h 513"/>
                <a:gd name="T2" fmla="*/ 510 w 526"/>
                <a:gd name="T3" fmla="*/ 164 h 513"/>
                <a:gd name="T4" fmla="*/ 358 w 526"/>
                <a:gd name="T5" fmla="*/ 319 h 513"/>
                <a:gd name="T6" fmla="*/ 525 w 526"/>
                <a:gd name="T7" fmla="*/ 512 h 513"/>
                <a:gd name="T8" fmla="*/ 396 w 526"/>
                <a:gd name="T9" fmla="*/ 512 h 513"/>
                <a:gd name="T10" fmla="*/ 244 w 526"/>
                <a:gd name="T11" fmla="*/ 334 h 513"/>
                <a:gd name="T12" fmla="*/ 109 w 526"/>
                <a:gd name="T13" fmla="*/ 334 h 513"/>
                <a:gd name="T14" fmla="*/ 109 w 526"/>
                <a:gd name="T15" fmla="*/ 512 h 513"/>
                <a:gd name="T16" fmla="*/ 0 w 526"/>
                <a:gd name="T17" fmla="*/ 512 h 513"/>
                <a:gd name="T18" fmla="*/ 0 w 526"/>
                <a:gd name="T19" fmla="*/ 0 h 513"/>
                <a:gd name="T20" fmla="*/ 276 w 526"/>
                <a:gd name="T21" fmla="*/ 0 h 513"/>
                <a:gd name="T22" fmla="*/ 269 w 526"/>
                <a:gd name="T23" fmla="*/ 254 h 513"/>
                <a:gd name="T24" fmla="*/ 396 w 526"/>
                <a:gd name="T25" fmla="*/ 167 h 513"/>
                <a:gd name="T26" fmla="*/ 266 w 526"/>
                <a:gd name="T27" fmla="*/ 82 h 513"/>
                <a:gd name="T28" fmla="*/ 109 w 526"/>
                <a:gd name="T29" fmla="*/ 82 h 513"/>
                <a:gd name="T30" fmla="*/ 109 w 526"/>
                <a:gd name="T31" fmla="*/ 254 h 513"/>
                <a:gd name="T32" fmla="*/ 269 w 526"/>
                <a:gd name="T33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6" h="513">
                  <a:moveTo>
                    <a:pt x="276" y="0"/>
                  </a:moveTo>
                  <a:cubicBezTo>
                    <a:pt x="406" y="0"/>
                    <a:pt x="510" y="52"/>
                    <a:pt x="510" y="164"/>
                  </a:cubicBezTo>
                  <a:cubicBezTo>
                    <a:pt x="510" y="252"/>
                    <a:pt x="446" y="299"/>
                    <a:pt x="358" y="319"/>
                  </a:cubicBezTo>
                  <a:lnTo>
                    <a:pt x="525" y="512"/>
                  </a:lnTo>
                  <a:lnTo>
                    <a:pt x="396" y="512"/>
                  </a:lnTo>
                  <a:lnTo>
                    <a:pt x="244" y="334"/>
                  </a:lnTo>
                  <a:lnTo>
                    <a:pt x="109" y="334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276" y="0"/>
                  </a:lnTo>
                  <a:close/>
                  <a:moveTo>
                    <a:pt x="269" y="254"/>
                  </a:moveTo>
                  <a:cubicBezTo>
                    <a:pt x="346" y="254"/>
                    <a:pt x="396" y="222"/>
                    <a:pt x="396" y="167"/>
                  </a:cubicBezTo>
                  <a:cubicBezTo>
                    <a:pt x="396" y="112"/>
                    <a:pt x="348" y="82"/>
                    <a:pt x="266" y="82"/>
                  </a:cubicBezTo>
                  <a:lnTo>
                    <a:pt x="109" y="82"/>
                  </a:lnTo>
                  <a:lnTo>
                    <a:pt x="109" y="254"/>
                  </a:lnTo>
                  <a:lnTo>
                    <a:pt x="269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0" name="Freeform 27"/>
            <p:cNvSpPr>
              <a:spLocks noChangeArrowheads="1"/>
            </p:cNvSpPr>
            <p:nvPr/>
          </p:nvSpPr>
          <p:spPr bwMode="auto">
            <a:xfrm>
              <a:off x="2346325" y="720725"/>
              <a:ext cx="171450" cy="238125"/>
            </a:xfrm>
            <a:custGeom>
              <a:avLst/>
              <a:gdLst>
                <a:gd name="T0" fmla="*/ 0 w 477"/>
                <a:gd name="T1" fmla="*/ 511 h 660"/>
                <a:gd name="T2" fmla="*/ 0 w 477"/>
                <a:gd name="T3" fmla="*/ 144 h 660"/>
                <a:gd name="T4" fmla="*/ 466 w 477"/>
                <a:gd name="T5" fmla="*/ 144 h 660"/>
                <a:gd name="T6" fmla="*/ 466 w 477"/>
                <a:gd name="T7" fmla="*/ 227 h 660"/>
                <a:gd name="T8" fmla="*/ 110 w 477"/>
                <a:gd name="T9" fmla="*/ 227 h 660"/>
                <a:gd name="T10" fmla="*/ 110 w 477"/>
                <a:gd name="T11" fmla="*/ 351 h 660"/>
                <a:gd name="T12" fmla="*/ 436 w 477"/>
                <a:gd name="T13" fmla="*/ 351 h 660"/>
                <a:gd name="T14" fmla="*/ 436 w 477"/>
                <a:gd name="T15" fmla="*/ 431 h 660"/>
                <a:gd name="T16" fmla="*/ 110 w 477"/>
                <a:gd name="T17" fmla="*/ 431 h 660"/>
                <a:gd name="T18" fmla="*/ 110 w 477"/>
                <a:gd name="T19" fmla="*/ 511 h 660"/>
                <a:gd name="T20" fmla="*/ 175 w 477"/>
                <a:gd name="T21" fmla="*/ 578 h 660"/>
                <a:gd name="T22" fmla="*/ 476 w 477"/>
                <a:gd name="T23" fmla="*/ 578 h 660"/>
                <a:gd name="T24" fmla="*/ 476 w 477"/>
                <a:gd name="T25" fmla="*/ 659 h 660"/>
                <a:gd name="T26" fmla="*/ 150 w 477"/>
                <a:gd name="T27" fmla="*/ 659 h 660"/>
                <a:gd name="T28" fmla="*/ 0 w 477"/>
                <a:gd name="T29" fmla="*/ 511 h 660"/>
                <a:gd name="T30" fmla="*/ 354 w 477"/>
                <a:gd name="T31" fmla="*/ 0 h 660"/>
                <a:gd name="T32" fmla="*/ 269 w 477"/>
                <a:gd name="T33" fmla="*/ 90 h 660"/>
                <a:gd name="T34" fmla="*/ 175 w 477"/>
                <a:gd name="T35" fmla="*/ 90 h 660"/>
                <a:gd name="T36" fmla="*/ 239 w 477"/>
                <a:gd name="T37" fmla="*/ 0 h 660"/>
                <a:gd name="T38" fmla="*/ 354 w 477"/>
                <a:gd name="T39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7" h="660">
                  <a:moveTo>
                    <a:pt x="0" y="511"/>
                  </a:moveTo>
                  <a:lnTo>
                    <a:pt x="0" y="144"/>
                  </a:lnTo>
                  <a:lnTo>
                    <a:pt x="466" y="144"/>
                  </a:lnTo>
                  <a:lnTo>
                    <a:pt x="466" y="227"/>
                  </a:lnTo>
                  <a:lnTo>
                    <a:pt x="110" y="227"/>
                  </a:lnTo>
                  <a:lnTo>
                    <a:pt x="110" y="351"/>
                  </a:lnTo>
                  <a:lnTo>
                    <a:pt x="436" y="351"/>
                  </a:lnTo>
                  <a:lnTo>
                    <a:pt x="436" y="431"/>
                  </a:lnTo>
                  <a:lnTo>
                    <a:pt x="110" y="431"/>
                  </a:lnTo>
                  <a:lnTo>
                    <a:pt x="110" y="511"/>
                  </a:lnTo>
                  <a:cubicBezTo>
                    <a:pt x="110" y="555"/>
                    <a:pt x="132" y="578"/>
                    <a:pt x="175" y="578"/>
                  </a:cubicBezTo>
                  <a:lnTo>
                    <a:pt x="476" y="578"/>
                  </a:lnTo>
                  <a:lnTo>
                    <a:pt x="476" y="659"/>
                  </a:lnTo>
                  <a:lnTo>
                    <a:pt x="150" y="659"/>
                  </a:lnTo>
                  <a:cubicBezTo>
                    <a:pt x="55" y="659"/>
                    <a:pt x="0" y="605"/>
                    <a:pt x="0" y="511"/>
                  </a:cubicBezTo>
                  <a:close/>
                  <a:moveTo>
                    <a:pt x="354" y="0"/>
                  </a:moveTo>
                  <a:lnTo>
                    <a:pt x="269" y="90"/>
                  </a:lnTo>
                  <a:lnTo>
                    <a:pt x="175" y="90"/>
                  </a:lnTo>
                  <a:lnTo>
                    <a:pt x="239" y="0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1" name="Freeform 28"/>
            <p:cNvSpPr>
              <a:spLocks noChangeArrowheads="1"/>
            </p:cNvSpPr>
            <p:nvPr/>
          </p:nvSpPr>
          <p:spPr bwMode="auto">
            <a:xfrm>
              <a:off x="2563813" y="773113"/>
              <a:ext cx="203200" cy="184150"/>
            </a:xfrm>
            <a:custGeom>
              <a:avLst/>
              <a:gdLst>
                <a:gd name="T0" fmla="*/ 0 w 564"/>
                <a:gd name="T1" fmla="*/ 0 h 513"/>
                <a:gd name="T2" fmla="*/ 231 w 564"/>
                <a:gd name="T3" fmla="*/ 0 h 513"/>
                <a:gd name="T4" fmla="*/ 563 w 564"/>
                <a:gd name="T5" fmla="*/ 257 h 513"/>
                <a:gd name="T6" fmla="*/ 231 w 564"/>
                <a:gd name="T7" fmla="*/ 512 h 513"/>
                <a:gd name="T8" fmla="*/ 0 w 564"/>
                <a:gd name="T9" fmla="*/ 512 h 513"/>
                <a:gd name="T10" fmla="*/ 0 w 564"/>
                <a:gd name="T11" fmla="*/ 0 h 513"/>
                <a:gd name="T12" fmla="*/ 239 w 564"/>
                <a:gd name="T13" fmla="*/ 431 h 513"/>
                <a:gd name="T14" fmla="*/ 448 w 564"/>
                <a:gd name="T15" fmla="*/ 257 h 513"/>
                <a:gd name="T16" fmla="*/ 239 w 564"/>
                <a:gd name="T17" fmla="*/ 82 h 513"/>
                <a:gd name="T18" fmla="*/ 109 w 564"/>
                <a:gd name="T19" fmla="*/ 82 h 513"/>
                <a:gd name="T20" fmla="*/ 109 w 564"/>
                <a:gd name="T21" fmla="*/ 431 h 513"/>
                <a:gd name="T22" fmla="*/ 239 w 564"/>
                <a:gd name="T23" fmla="*/ 431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4" h="513">
                  <a:moveTo>
                    <a:pt x="0" y="0"/>
                  </a:moveTo>
                  <a:lnTo>
                    <a:pt x="231" y="0"/>
                  </a:lnTo>
                  <a:cubicBezTo>
                    <a:pt x="431" y="0"/>
                    <a:pt x="563" y="102"/>
                    <a:pt x="563" y="257"/>
                  </a:cubicBezTo>
                  <a:cubicBezTo>
                    <a:pt x="563" y="411"/>
                    <a:pt x="431" y="512"/>
                    <a:pt x="231" y="512"/>
                  </a:cubicBezTo>
                  <a:lnTo>
                    <a:pt x="0" y="512"/>
                  </a:lnTo>
                  <a:lnTo>
                    <a:pt x="0" y="0"/>
                  </a:lnTo>
                  <a:close/>
                  <a:moveTo>
                    <a:pt x="239" y="431"/>
                  </a:moveTo>
                  <a:cubicBezTo>
                    <a:pt x="363" y="431"/>
                    <a:pt x="448" y="361"/>
                    <a:pt x="448" y="257"/>
                  </a:cubicBezTo>
                  <a:cubicBezTo>
                    <a:pt x="448" y="152"/>
                    <a:pt x="363" y="82"/>
                    <a:pt x="239" y="82"/>
                  </a:cubicBezTo>
                  <a:lnTo>
                    <a:pt x="109" y="82"/>
                  </a:lnTo>
                  <a:lnTo>
                    <a:pt x="109" y="431"/>
                  </a:lnTo>
                  <a:lnTo>
                    <a:pt x="239" y="4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2" name="Freeform 29"/>
            <p:cNvSpPr>
              <a:spLocks noChangeArrowheads="1"/>
            </p:cNvSpPr>
            <p:nvPr/>
          </p:nvSpPr>
          <p:spPr bwMode="auto">
            <a:xfrm>
              <a:off x="2808288" y="773113"/>
              <a:ext cx="39687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3" name="Freeform 30"/>
            <p:cNvSpPr>
              <a:spLocks noChangeArrowheads="1"/>
            </p:cNvSpPr>
            <p:nvPr/>
          </p:nvSpPr>
          <p:spPr bwMode="auto">
            <a:xfrm>
              <a:off x="2887663" y="773113"/>
              <a:ext cx="182562" cy="184150"/>
            </a:xfrm>
            <a:custGeom>
              <a:avLst/>
              <a:gdLst>
                <a:gd name="T0" fmla="*/ 0 w 506"/>
                <a:gd name="T1" fmla="*/ 82 h 513"/>
                <a:gd name="T2" fmla="*/ 0 w 506"/>
                <a:gd name="T3" fmla="*/ 0 h 513"/>
                <a:gd name="T4" fmla="*/ 505 w 506"/>
                <a:gd name="T5" fmla="*/ 0 h 513"/>
                <a:gd name="T6" fmla="*/ 505 w 506"/>
                <a:gd name="T7" fmla="*/ 82 h 513"/>
                <a:gd name="T8" fmla="*/ 309 w 506"/>
                <a:gd name="T9" fmla="*/ 82 h 513"/>
                <a:gd name="T10" fmla="*/ 309 w 506"/>
                <a:gd name="T11" fmla="*/ 512 h 513"/>
                <a:gd name="T12" fmla="*/ 199 w 506"/>
                <a:gd name="T13" fmla="*/ 512 h 513"/>
                <a:gd name="T14" fmla="*/ 199 w 506"/>
                <a:gd name="T15" fmla="*/ 82 h 513"/>
                <a:gd name="T16" fmla="*/ 0 w 506"/>
                <a:gd name="T17" fmla="*/ 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6" h="513">
                  <a:moveTo>
                    <a:pt x="0" y="82"/>
                  </a:moveTo>
                  <a:lnTo>
                    <a:pt x="0" y="0"/>
                  </a:lnTo>
                  <a:lnTo>
                    <a:pt x="505" y="0"/>
                  </a:lnTo>
                  <a:lnTo>
                    <a:pt x="505" y="82"/>
                  </a:lnTo>
                  <a:lnTo>
                    <a:pt x="309" y="82"/>
                  </a:lnTo>
                  <a:lnTo>
                    <a:pt x="309" y="512"/>
                  </a:lnTo>
                  <a:lnTo>
                    <a:pt x="199" y="512"/>
                  </a:lnTo>
                  <a:lnTo>
                    <a:pt x="199" y="82"/>
                  </a:lnTo>
                  <a:lnTo>
                    <a:pt x="0" y="82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4" name="Freeform 31"/>
            <p:cNvSpPr>
              <a:spLocks noChangeArrowheads="1"/>
            </p:cNvSpPr>
            <p:nvPr/>
          </p:nvSpPr>
          <p:spPr bwMode="auto">
            <a:xfrm>
              <a:off x="3168650" y="773113"/>
              <a:ext cx="231775" cy="184150"/>
            </a:xfrm>
            <a:custGeom>
              <a:avLst/>
              <a:gdLst>
                <a:gd name="T0" fmla="*/ 458 w 646"/>
                <a:gd name="T1" fmla="*/ 389 h 513"/>
                <a:gd name="T2" fmla="*/ 174 w 646"/>
                <a:gd name="T3" fmla="*/ 389 h 513"/>
                <a:gd name="T4" fmla="*/ 112 w 646"/>
                <a:gd name="T5" fmla="*/ 512 h 513"/>
                <a:gd name="T6" fmla="*/ 0 w 646"/>
                <a:gd name="T7" fmla="*/ 512 h 513"/>
                <a:gd name="T8" fmla="*/ 266 w 646"/>
                <a:gd name="T9" fmla="*/ 0 h 513"/>
                <a:gd name="T10" fmla="*/ 378 w 646"/>
                <a:gd name="T11" fmla="*/ 0 h 513"/>
                <a:gd name="T12" fmla="*/ 645 w 646"/>
                <a:gd name="T13" fmla="*/ 512 h 513"/>
                <a:gd name="T14" fmla="*/ 518 w 646"/>
                <a:gd name="T15" fmla="*/ 512 h 513"/>
                <a:gd name="T16" fmla="*/ 458 w 646"/>
                <a:gd name="T17" fmla="*/ 389 h 513"/>
                <a:gd name="T18" fmla="*/ 418 w 646"/>
                <a:gd name="T19" fmla="*/ 309 h 513"/>
                <a:gd name="T20" fmla="*/ 316 w 646"/>
                <a:gd name="T21" fmla="*/ 105 h 513"/>
                <a:gd name="T22" fmla="*/ 214 w 646"/>
                <a:gd name="T23" fmla="*/ 309 h 513"/>
                <a:gd name="T24" fmla="*/ 418 w 646"/>
                <a:gd name="T25" fmla="*/ 309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6" h="513">
                  <a:moveTo>
                    <a:pt x="458" y="389"/>
                  </a:moveTo>
                  <a:lnTo>
                    <a:pt x="174" y="389"/>
                  </a:lnTo>
                  <a:lnTo>
                    <a:pt x="112" y="512"/>
                  </a:lnTo>
                  <a:lnTo>
                    <a:pt x="0" y="512"/>
                  </a:lnTo>
                  <a:lnTo>
                    <a:pt x="266" y="0"/>
                  </a:lnTo>
                  <a:lnTo>
                    <a:pt x="378" y="0"/>
                  </a:lnTo>
                  <a:lnTo>
                    <a:pt x="645" y="512"/>
                  </a:lnTo>
                  <a:lnTo>
                    <a:pt x="518" y="512"/>
                  </a:lnTo>
                  <a:lnTo>
                    <a:pt x="458" y="389"/>
                  </a:lnTo>
                  <a:close/>
                  <a:moveTo>
                    <a:pt x="418" y="309"/>
                  </a:moveTo>
                  <a:lnTo>
                    <a:pt x="316" y="105"/>
                  </a:lnTo>
                  <a:lnTo>
                    <a:pt x="214" y="309"/>
                  </a:lnTo>
                  <a:lnTo>
                    <a:pt x="418" y="3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5" name="Freeform 32"/>
            <p:cNvSpPr>
              <a:spLocks noChangeArrowheads="1"/>
            </p:cNvSpPr>
            <p:nvPr/>
          </p:nvSpPr>
          <p:spPr bwMode="auto">
            <a:xfrm>
              <a:off x="3411538" y="769938"/>
              <a:ext cx="209550" cy="190500"/>
            </a:xfrm>
            <a:custGeom>
              <a:avLst/>
              <a:gdLst>
                <a:gd name="T0" fmla="*/ 326 w 581"/>
                <a:gd name="T1" fmla="*/ 0 h 531"/>
                <a:gd name="T2" fmla="*/ 555 w 581"/>
                <a:gd name="T3" fmla="*/ 72 h 531"/>
                <a:gd name="T4" fmla="*/ 503 w 581"/>
                <a:gd name="T5" fmla="*/ 139 h 531"/>
                <a:gd name="T6" fmla="*/ 331 w 581"/>
                <a:gd name="T7" fmla="*/ 80 h 531"/>
                <a:gd name="T8" fmla="*/ 114 w 581"/>
                <a:gd name="T9" fmla="*/ 264 h 531"/>
                <a:gd name="T10" fmla="*/ 326 w 581"/>
                <a:gd name="T11" fmla="*/ 451 h 531"/>
                <a:gd name="T12" fmla="*/ 471 w 581"/>
                <a:gd name="T13" fmla="*/ 411 h 531"/>
                <a:gd name="T14" fmla="*/ 471 w 581"/>
                <a:gd name="T15" fmla="*/ 314 h 531"/>
                <a:gd name="T16" fmla="*/ 316 w 581"/>
                <a:gd name="T17" fmla="*/ 314 h 531"/>
                <a:gd name="T18" fmla="*/ 316 w 581"/>
                <a:gd name="T19" fmla="*/ 234 h 531"/>
                <a:gd name="T20" fmla="*/ 580 w 581"/>
                <a:gd name="T21" fmla="*/ 234 h 531"/>
                <a:gd name="T22" fmla="*/ 580 w 581"/>
                <a:gd name="T23" fmla="*/ 451 h 531"/>
                <a:gd name="T24" fmla="*/ 321 w 581"/>
                <a:gd name="T25" fmla="*/ 530 h 531"/>
                <a:gd name="T26" fmla="*/ 0 w 581"/>
                <a:gd name="T27" fmla="*/ 264 h 531"/>
                <a:gd name="T28" fmla="*/ 326 w 581"/>
                <a:gd name="T2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1" h="531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4"/>
                  </a:cubicBezTo>
                  <a:cubicBezTo>
                    <a:pt x="114" y="374"/>
                    <a:pt x="199" y="451"/>
                    <a:pt x="326" y="451"/>
                  </a:cubicBezTo>
                  <a:cubicBezTo>
                    <a:pt x="383" y="451"/>
                    <a:pt x="436" y="436"/>
                    <a:pt x="471" y="411"/>
                  </a:cubicBezTo>
                  <a:lnTo>
                    <a:pt x="471" y="314"/>
                  </a:lnTo>
                  <a:lnTo>
                    <a:pt x="316" y="314"/>
                  </a:lnTo>
                  <a:lnTo>
                    <a:pt x="316" y="234"/>
                  </a:lnTo>
                  <a:lnTo>
                    <a:pt x="580" y="234"/>
                  </a:lnTo>
                  <a:lnTo>
                    <a:pt x="580" y="451"/>
                  </a:lnTo>
                  <a:cubicBezTo>
                    <a:pt x="518" y="495"/>
                    <a:pt x="431" y="530"/>
                    <a:pt x="321" y="530"/>
                  </a:cubicBezTo>
                  <a:cubicBezTo>
                    <a:pt x="127" y="530"/>
                    <a:pt x="0" y="416"/>
                    <a:pt x="0" y="264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6" name="Freeform 33"/>
            <p:cNvSpPr>
              <a:spLocks noChangeArrowheads="1"/>
            </p:cNvSpPr>
            <p:nvPr/>
          </p:nvSpPr>
          <p:spPr bwMode="auto">
            <a:xfrm>
              <a:off x="3670300" y="773113"/>
              <a:ext cx="190500" cy="184150"/>
            </a:xfrm>
            <a:custGeom>
              <a:avLst/>
              <a:gdLst>
                <a:gd name="T0" fmla="*/ 3 w 529"/>
                <a:gd name="T1" fmla="*/ 0 h 513"/>
                <a:gd name="T2" fmla="*/ 279 w 529"/>
                <a:gd name="T3" fmla="*/ 0 h 513"/>
                <a:gd name="T4" fmla="*/ 513 w 529"/>
                <a:gd name="T5" fmla="*/ 164 h 513"/>
                <a:gd name="T6" fmla="*/ 361 w 529"/>
                <a:gd name="T7" fmla="*/ 319 h 513"/>
                <a:gd name="T8" fmla="*/ 528 w 529"/>
                <a:gd name="T9" fmla="*/ 512 h 513"/>
                <a:gd name="T10" fmla="*/ 399 w 529"/>
                <a:gd name="T11" fmla="*/ 512 h 513"/>
                <a:gd name="T12" fmla="*/ 247 w 529"/>
                <a:gd name="T13" fmla="*/ 334 h 513"/>
                <a:gd name="T14" fmla="*/ 110 w 529"/>
                <a:gd name="T15" fmla="*/ 334 h 513"/>
                <a:gd name="T16" fmla="*/ 110 w 529"/>
                <a:gd name="T17" fmla="*/ 512 h 513"/>
                <a:gd name="T18" fmla="*/ 0 w 529"/>
                <a:gd name="T19" fmla="*/ 512 h 513"/>
                <a:gd name="T20" fmla="*/ 0 w 529"/>
                <a:gd name="T21" fmla="*/ 0 h 513"/>
                <a:gd name="T22" fmla="*/ 3 w 529"/>
                <a:gd name="T23" fmla="*/ 0 h 513"/>
                <a:gd name="T24" fmla="*/ 272 w 529"/>
                <a:gd name="T25" fmla="*/ 254 h 513"/>
                <a:gd name="T26" fmla="*/ 399 w 529"/>
                <a:gd name="T27" fmla="*/ 167 h 513"/>
                <a:gd name="T28" fmla="*/ 269 w 529"/>
                <a:gd name="T29" fmla="*/ 82 h 513"/>
                <a:gd name="T30" fmla="*/ 110 w 529"/>
                <a:gd name="T31" fmla="*/ 82 h 513"/>
                <a:gd name="T32" fmla="*/ 110 w 529"/>
                <a:gd name="T33" fmla="*/ 254 h 513"/>
                <a:gd name="T34" fmla="*/ 272 w 529"/>
                <a:gd name="T35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9" h="513">
                  <a:moveTo>
                    <a:pt x="3" y="0"/>
                  </a:moveTo>
                  <a:lnTo>
                    <a:pt x="279" y="0"/>
                  </a:lnTo>
                  <a:cubicBezTo>
                    <a:pt x="409" y="0"/>
                    <a:pt x="513" y="52"/>
                    <a:pt x="513" y="164"/>
                  </a:cubicBezTo>
                  <a:cubicBezTo>
                    <a:pt x="513" y="252"/>
                    <a:pt x="448" y="299"/>
                    <a:pt x="361" y="319"/>
                  </a:cubicBezTo>
                  <a:lnTo>
                    <a:pt x="528" y="512"/>
                  </a:lnTo>
                  <a:lnTo>
                    <a:pt x="399" y="512"/>
                  </a:lnTo>
                  <a:lnTo>
                    <a:pt x="247" y="334"/>
                  </a:lnTo>
                  <a:lnTo>
                    <a:pt x="110" y="334"/>
                  </a:lnTo>
                  <a:lnTo>
                    <a:pt x="110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3" y="0"/>
                  </a:lnTo>
                  <a:close/>
                  <a:moveTo>
                    <a:pt x="272" y="254"/>
                  </a:moveTo>
                  <a:cubicBezTo>
                    <a:pt x="349" y="254"/>
                    <a:pt x="399" y="222"/>
                    <a:pt x="399" y="167"/>
                  </a:cubicBezTo>
                  <a:cubicBezTo>
                    <a:pt x="399" y="112"/>
                    <a:pt x="351" y="82"/>
                    <a:pt x="269" y="82"/>
                  </a:cubicBezTo>
                  <a:lnTo>
                    <a:pt x="110" y="82"/>
                  </a:lnTo>
                  <a:lnTo>
                    <a:pt x="110" y="254"/>
                  </a:lnTo>
                  <a:lnTo>
                    <a:pt x="272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7" name="Freeform 34"/>
            <p:cNvSpPr>
              <a:spLocks noChangeArrowheads="1"/>
            </p:cNvSpPr>
            <p:nvPr/>
          </p:nvSpPr>
          <p:spPr bwMode="auto">
            <a:xfrm>
              <a:off x="3905250" y="773113"/>
              <a:ext cx="39688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8" name="Freeform 35"/>
            <p:cNvSpPr>
              <a:spLocks noChangeArrowheads="1"/>
            </p:cNvSpPr>
            <p:nvPr/>
          </p:nvSpPr>
          <p:spPr bwMode="auto">
            <a:xfrm>
              <a:off x="3989388" y="769938"/>
              <a:ext cx="203200" cy="192087"/>
            </a:xfrm>
            <a:custGeom>
              <a:avLst/>
              <a:gdLst>
                <a:gd name="T0" fmla="*/ 327 w 564"/>
                <a:gd name="T1" fmla="*/ 0 h 533"/>
                <a:gd name="T2" fmla="*/ 556 w 564"/>
                <a:gd name="T3" fmla="*/ 72 h 533"/>
                <a:gd name="T4" fmla="*/ 504 w 564"/>
                <a:gd name="T5" fmla="*/ 139 h 533"/>
                <a:gd name="T6" fmla="*/ 332 w 564"/>
                <a:gd name="T7" fmla="*/ 80 h 533"/>
                <a:gd name="T8" fmla="*/ 115 w 564"/>
                <a:gd name="T9" fmla="*/ 267 h 533"/>
                <a:gd name="T10" fmla="*/ 332 w 564"/>
                <a:gd name="T11" fmla="*/ 453 h 533"/>
                <a:gd name="T12" fmla="*/ 511 w 564"/>
                <a:gd name="T13" fmla="*/ 391 h 533"/>
                <a:gd name="T14" fmla="*/ 563 w 564"/>
                <a:gd name="T15" fmla="*/ 458 h 533"/>
                <a:gd name="T16" fmla="*/ 324 w 564"/>
                <a:gd name="T17" fmla="*/ 532 h 533"/>
                <a:gd name="T18" fmla="*/ 0 w 564"/>
                <a:gd name="T19" fmla="*/ 267 h 533"/>
                <a:gd name="T20" fmla="*/ 327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7" y="0"/>
                  </a:moveTo>
                  <a:cubicBezTo>
                    <a:pt x="406" y="0"/>
                    <a:pt x="489" y="25"/>
                    <a:pt x="556" y="72"/>
                  </a:cubicBezTo>
                  <a:lnTo>
                    <a:pt x="504" y="139"/>
                  </a:lnTo>
                  <a:cubicBezTo>
                    <a:pt x="449" y="102"/>
                    <a:pt x="401" y="80"/>
                    <a:pt x="332" y="80"/>
                  </a:cubicBezTo>
                  <a:cubicBezTo>
                    <a:pt x="210" y="80"/>
                    <a:pt x="115" y="154"/>
                    <a:pt x="115" y="267"/>
                  </a:cubicBezTo>
                  <a:cubicBezTo>
                    <a:pt x="115" y="376"/>
                    <a:pt x="210" y="453"/>
                    <a:pt x="332" y="453"/>
                  </a:cubicBezTo>
                  <a:cubicBezTo>
                    <a:pt x="404" y="453"/>
                    <a:pt x="454" y="431"/>
                    <a:pt x="511" y="391"/>
                  </a:cubicBezTo>
                  <a:lnTo>
                    <a:pt x="563" y="458"/>
                  </a:lnTo>
                  <a:cubicBezTo>
                    <a:pt x="494" y="507"/>
                    <a:pt x="409" y="532"/>
                    <a:pt x="324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3" y="97"/>
                    <a:pt x="160" y="0"/>
                    <a:pt x="32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9" name="Freeform 36"/>
            <p:cNvSpPr>
              <a:spLocks noChangeArrowheads="1"/>
            </p:cNvSpPr>
            <p:nvPr/>
          </p:nvSpPr>
          <p:spPr bwMode="auto">
            <a:xfrm>
              <a:off x="4213225" y="769938"/>
              <a:ext cx="233363" cy="192087"/>
            </a:xfrm>
            <a:custGeom>
              <a:avLst/>
              <a:gdLst>
                <a:gd name="T0" fmla="*/ 0 w 648"/>
                <a:gd name="T1" fmla="*/ 267 h 533"/>
                <a:gd name="T2" fmla="*/ 324 w 648"/>
                <a:gd name="T3" fmla="*/ 0 h 533"/>
                <a:gd name="T4" fmla="*/ 647 w 648"/>
                <a:gd name="T5" fmla="*/ 267 h 533"/>
                <a:gd name="T6" fmla="*/ 324 w 648"/>
                <a:gd name="T7" fmla="*/ 532 h 533"/>
                <a:gd name="T8" fmla="*/ 0 w 648"/>
                <a:gd name="T9" fmla="*/ 267 h 533"/>
                <a:gd name="T10" fmla="*/ 114 w 648"/>
                <a:gd name="T11" fmla="*/ 267 h 533"/>
                <a:gd name="T12" fmla="*/ 326 w 648"/>
                <a:gd name="T13" fmla="*/ 453 h 533"/>
                <a:gd name="T14" fmla="*/ 538 w 648"/>
                <a:gd name="T15" fmla="*/ 267 h 533"/>
                <a:gd name="T16" fmla="*/ 326 w 648"/>
                <a:gd name="T17" fmla="*/ 80 h 533"/>
                <a:gd name="T18" fmla="*/ 114 w 648"/>
                <a:gd name="T19" fmla="*/ 267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8" h="533">
                  <a:moveTo>
                    <a:pt x="0" y="267"/>
                  </a:moveTo>
                  <a:cubicBezTo>
                    <a:pt x="0" y="122"/>
                    <a:pt x="135" y="0"/>
                    <a:pt x="324" y="0"/>
                  </a:cubicBezTo>
                  <a:cubicBezTo>
                    <a:pt x="514" y="0"/>
                    <a:pt x="647" y="120"/>
                    <a:pt x="647" y="267"/>
                  </a:cubicBezTo>
                  <a:cubicBezTo>
                    <a:pt x="647" y="411"/>
                    <a:pt x="513" y="532"/>
                    <a:pt x="324" y="532"/>
                  </a:cubicBezTo>
                  <a:cubicBezTo>
                    <a:pt x="134" y="530"/>
                    <a:pt x="0" y="411"/>
                    <a:pt x="0" y="267"/>
                  </a:cubicBezTo>
                  <a:close/>
                  <a:moveTo>
                    <a:pt x="114" y="267"/>
                  </a:moveTo>
                  <a:cubicBezTo>
                    <a:pt x="114" y="371"/>
                    <a:pt x="199" y="453"/>
                    <a:pt x="326" y="453"/>
                  </a:cubicBezTo>
                  <a:cubicBezTo>
                    <a:pt x="451" y="453"/>
                    <a:pt x="538" y="371"/>
                    <a:pt x="538" y="267"/>
                  </a:cubicBezTo>
                  <a:cubicBezTo>
                    <a:pt x="538" y="162"/>
                    <a:pt x="453" y="80"/>
                    <a:pt x="326" y="80"/>
                  </a:cubicBezTo>
                  <a:cubicBezTo>
                    <a:pt x="199" y="80"/>
                    <a:pt x="114" y="162"/>
                    <a:pt x="114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0" name="Freeform 37"/>
            <p:cNvSpPr>
              <a:spLocks noChangeArrowheads="1"/>
            </p:cNvSpPr>
            <p:nvPr/>
          </p:nvSpPr>
          <p:spPr bwMode="auto">
            <a:xfrm>
              <a:off x="4487863" y="773113"/>
              <a:ext cx="157162" cy="184150"/>
            </a:xfrm>
            <a:custGeom>
              <a:avLst/>
              <a:gdLst>
                <a:gd name="T0" fmla="*/ 0 w 437"/>
                <a:gd name="T1" fmla="*/ 0 h 513"/>
                <a:gd name="T2" fmla="*/ 110 w 437"/>
                <a:gd name="T3" fmla="*/ 0 h 513"/>
                <a:gd name="T4" fmla="*/ 110 w 437"/>
                <a:gd name="T5" fmla="*/ 431 h 513"/>
                <a:gd name="T6" fmla="*/ 436 w 437"/>
                <a:gd name="T7" fmla="*/ 431 h 513"/>
                <a:gd name="T8" fmla="*/ 436 w 437"/>
                <a:gd name="T9" fmla="*/ 512 h 513"/>
                <a:gd name="T10" fmla="*/ 0 w 437"/>
                <a:gd name="T11" fmla="*/ 512 h 513"/>
                <a:gd name="T12" fmla="*/ 0 w 437"/>
                <a:gd name="T13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" h="513">
                  <a:moveTo>
                    <a:pt x="0" y="0"/>
                  </a:moveTo>
                  <a:lnTo>
                    <a:pt x="110" y="0"/>
                  </a:lnTo>
                  <a:lnTo>
                    <a:pt x="110" y="431"/>
                  </a:lnTo>
                  <a:lnTo>
                    <a:pt x="436" y="431"/>
                  </a:lnTo>
                  <a:lnTo>
                    <a:pt x="436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1" name="Freeform 38"/>
            <p:cNvSpPr>
              <a:spLocks noChangeArrowheads="1"/>
            </p:cNvSpPr>
            <p:nvPr/>
          </p:nvSpPr>
          <p:spPr bwMode="auto">
            <a:xfrm>
              <a:off x="4675188" y="771525"/>
              <a:ext cx="171450" cy="185738"/>
            </a:xfrm>
            <a:custGeom>
              <a:avLst/>
              <a:gdLst>
                <a:gd name="T0" fmla="*/ 0 w 477"/>
                <a:gd name="T1" fmla="*/ 367 h 516"/>
                <a:gd name="T2" fmla="*/ 0 w 477"/>
                <a:gd name="T3" fmla="*/ 0 h 516"/>
                <a:gd name="T4" fmla="*/ 466 w 477"/>
                <a:gd name="T5" fmla="*/ 0 h 516"/>
                <a:gd name="T6" fmla="*/ 466 w 477"/>
                <a:gd name="T7" fmla="*/ 83 h 516"/>
                <a:gd name="T8" fmla="*/ 110 w 477"/>
                <a:gd name="T9" fmla="*/ 83 h 516"/>
                <a:gd name="T10" fmla="*/ 110 w 477"/>
                <a:gd name="T11" fmla="*/ 207 h 516"/>
                <a:gd name="T12" fmla="*/ 436 w 477"/>
                <a:gd name="T13" fmla="*/ 207 h 516"/>
                <a:gd name="T14" fmla="*/ 436 w 477"/>
                <a:gd name="T15" fmla="*/ 287 h 516"/>
                <a:gd name="T16" fmla="*/ 110 w 477"/>
                <a:gd name="T17" fmla="*/ 287 h 516"/>
                <a:gd name="T18" fmla="*/ 110 w 477"/>
                <a:gd name="T19" fmla="*/ 367 h 516"/>
                <a:gd name="T20" fmla="*/ 174 w 477"/>
                <a:gd name="T21" fmla="*/ 434 h 516"/>
                <a:gd name="T22" fmla="*/ 476 w 477"/>
                <a:gd name="T23" fmla="*/ 434 h 516"/>
                <a:gd name="T24" fmla="*/ 476 w 477"/>
                <a:gd name="T25" fmla="*/ 515 h 516"/>
                <a:gd name="T26" fmla="*/ 150 w 477"/>
                <a:gd name="T27" fmla="*/ 515 h 516"/>
                <a:gd name="T28" fmla="*/ 0 w 477"/>
                <a:gd name="T29" fmla="*/ 367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16">
                  <a:moveTo>
                    <a:pt x="0" y="367"/>
                  </a:moveTo>
                  <a:lnTo>
                    <a:pt x="0" y="0"/>
                  </a:lnTo>
                  <a:lnTo>
                    <a:pt x="466" y="0"/>
                  </a:lnTo>
                  <a:lnTo>
                    <a:pt x="466" y="83"/>
                  </a:lnTo>
                  <a:lnTo>
                    <a:pt x="110" y="83"/>
                  </a:lnTo>
                  <a:lnTo>
                    <a:pt x="110" y="207"/>
                  </a:lnTo>
                  <a:lnTo>
                    <a:pt x="436" y="207"/>
                  </a:lnTo>
                  <a:lnTo>
                    <a:pt x="436" y="287"/>
                  </a:lnTo>
                  <a:lnTo>
                    <a:pt x="110" y="287"/>
                  </a:lnTo>
                  <a:lnTo>
                    <a:pt x="110" y="367"/>
                  </a:lnTo>
                  <a:cubicBezTo>
                    <a:pt x="110" y="411"/>
                    <a:pt x="132" y="434"/>
                    <a:pt x="174" y="434"/>
                  </a:cubicBezTo>
                  <a:lnTo>
                    <a:pt x="476" y="434"/>
                  </a:lnTo>
                  <a:lnTo>
                    <a:pt x="476" y="515"/>
                  </a:lnTo>
                  <a:lnTo>
                    <a:pt x="150" y="515"/>
                  </a:lnTo>
                  <a:cubicBezTo>
                    <a:pt x="55" y="515"/>
                    <a:pt x="0" y="461"/>
                    <a:pt x="0" y="36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2" name="Freeform 39"/>
            <p:cNvSpPr>
              <a:spLocks noChangeArrowheads="1"/>
            </p:cNvSpPr>
            <p:nvPr/>
          </p:nvSpPr>
          <p:spPr bwMode="auto">
            <a:xfrm>
              <a:off x="3967163" y="1012825"/>
              <a:ext cx="127000" cy="142875"/>
            </a:xfrm>
            <a:custGeom>
              <a:avLst/>
              <a:gdLst>
                <a:gd name="T0" fmla="*/ 246 w 354"/>
                <a:gd name="T1" fmla="*/ 343 h 397"/>
                <a:gd name="T2" fmla="*/ 127 w 354"/>
                <a:gd name="T3" fmla="*/ 393 h 397"/>
                <a:gd name="T4" fmla="*/ 0 w 354"/>
                <a:gd name="T5" fmla="*/ 284 h 397"/>
                <a:gd name="T6" fmla="*/ 0 w 354"/>
                <a:gd name="T7" fmla="*/ 284 h 397"/>
                <a:gd name="T8" fmla="*/ 82 w 354"/>
                <a:gd name="T9" fmla="*/ 176 h 397"/>
                <a:gd name="T10" fmla="*/ 49 w 354"/>
                <a:gd name="T11" fmla="*/ 97 h 397"/>
                <a:gd name="T12" fmla="*/ 49 w 354"/>
                <a:gd name="T13" fmla="*/ 97 h 397"/>
                <a:gd name="T14" fmla="*/ 162 w 354"/>
                <a:gd name="T15" fmla="*/ 0 h 397"/>
                <a:gd name="T16" fmla="*/ 266 w 354"/>
                <a:gd name="T17" fmla="*/ 92 h 397"/>
                <a:gd name="T18" fmla="*/ 266 w 354"/>
                <a:gd name="T19" fmla="*/ 92 h 397"/>
                <a:gd name="T20" fmla="*/ 181 w 354"/>
                <a:gd name="T21" fmla="*/ 191 h 397"/>
                <a:gd name="T22" fmla="*/ 249 w 354"/>
                <a:gd name="T23" fmla="*/ 259 h 397"/>
                <a:gd name="T24" fmla="*/ 291 w 354"/>
                <a:gd name="T25" fmla="*/ 184 h 397"/>
                <a:gd name="T26" fmla="*/ 343 w 354"/>
                <a:gd name="T27" fmla="*/ 211 h 397"/>
                <a:gd name="T28" fmla="*/ 291 w 354"/>
                <a:gd name="T29" fmla="*/ 299 h 397"/>
                <a:gd name="T30" fmla="*/ 353 w 354"/>
                <a:gd name="T31" fmla="*/ 361 h 397"/>
                <a:gd name="T32" fmla="*/ 304 w 354"/>
                <a:gd name="T33" fmla="*/ 396 h 397"/>
                <a:gd name="T34" fmla="*/ 246 w 354"/>
                <a:gd name="T35" fmla="*/ 343 h 397"/>
                <a:gd name="T36" fmla="*/ 209 w 354"/>
                <a:gd name="T37" fmla="*/ 304 h 397"/>
                <a:gd name="T38" fmla="*/ 122 w 354"/>
                <a:gd name="T39" fmla="*/ 216 h 397"/>
                <a:gd name="T40" fmla="*/ 69 w 354"/>
                <a:gd name="T41" fmla="*/ 281 h 397"/>
                <a:gd name="T42" fmla="*/ 69 w 354"/>
                <a:gd name="T43" fmla="*/ 281 h 397"/>
                <a:gd name="T44" fmla="*/ 134 w 354"/>
                <a:gd name="T45" fmla="*/ 338 h 397"/>
                <a:gd name="T46" fmla="*/ 209 w 354"/>
                <a:gd name="T47" fmla="*/ 304 h 397"/>
                <a:gd name="T48" fmla="*/ 206 w 354"/>
                <a:gd name="T49" fmla="*/ 94 h 397"/>
                <a:gd name="T50" fmla="*/ 206 w 354"/>
                <a:gd name="T51" fmla="*/ 94 h 397"/>
                <a:gd name="T52" fmla="*/ 162 w 354"/>
                <a:gd name="T53" fmla="*/ 49 h 397"/>
                <a:gd name="T54" fmla="*/ 114 w 354"/>
                <a:gd name="T55" fmla="*/ 97 h 397"/>
                <a:gd name="T56" fmla="*/ 114 w 354"/>
                <a:gd name="T57" fmla="*/ 97 h 397"/>
                <a:gd name="T58" fmla="*/ 144 w 354"/>
                <a:gd name="T59" fmla="*/ 154 h 397"/>
                <a:gd name="T60" fmla="*/ 206 w 354"/>
                <a:gd name="T61" fmla="*/ 9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4" h="397">
                  <a:moveTo>
                    <a:pt x="246" y="343"/>
                  </a:moveTo>
                  <a:cubicBezTo>
                    <a:pt x="214" y="373"/>
                    <a:pt x="174" y="393"/>
                    <a:pt x="127" y="393"/>
                  </a:cubicBezTo>
                  <a:cubicBezTo>
                    <a:pt x="54" y="393"/>
                    <a:pt x="0" y="351"/>
                    <a:pt x="0" y="284"/>
                  </a:cubicBezTo>
                  <a:lnTo>
                    <a:pt x="0" y="284"/>
                  </a:lnTo>
                  <a:cubicBezTo>
                    <a:pt x="0" y="234"/>
                    <a:pt x="30" y="199"/>
                    <a:pt x="82" y="176"/>
                  </a:cubicBezTo>
                  <a:cubicBezTo>
                    <a:pt x="59" y="149"/>
                    <a:pt x="49" y="124"/>
                    <a:pt x="49" y="97"/>
                  </a:cubicBezTo>
                  <a:lnTo>
                    <a:pt x="49" y="97"/>
                  </a:lnTo>
                  <a:cubicBezTo>
                    <a:pt x="49" y="44"/>
                    <a:pt x="92" y="0"/>
                    <a:pt x="162" y="0"/>
                  </a:cubicBezTo>
                  <a:cubicBezTo>
                    <a:pt x="224" y="0"/>
                    <a:pt x="266" y="42"/>
                    <a:pt x="266" y="92"/>
                  </a:cubicBezTo>
                  <a:lnTo>
                    <a:pt x="266" y="92"/>
                  </a:lnTo>
                  <a:cubicBezTo>
                    <a:pt x="266" y="142"/>
                    <a:pt x="231" y="174"/>
                    <a:pt x="181" y="191"/>
                  </a:cubicBezTo>
                  <a:lnTo>
                    <a:pt x="249" y="259"/>
                  </a:lnTo>
                  <a:cubicBezTo>
                    <a:pt x="264" y="236"/>
                    <a:pt x="279" y="211"/>
                    <a:pt x="291" y="184"/>
                  </a:cubicBezTo>
                  <a:lnTo>
                    <a:pt x="343" y="211"/>
                  </a:lnTo>
                  <a:cubicBezTo>
                    <a:pt x="328" y="241"/>
                    <a:pt x="311" y="274"/>
                    <a:pt x="291" y="299"/>
                  </a:cubicBezTo>
                  <a:lnTo>
                    <a:pt x="353" y="361"/>
                  </a:lnTo>
                  <a:lnTo>
                    <a:pt x="304" y="396"/>
                  </a:lnTo>
                  <a:lnTo>
                    <a:pt x="246" y="343"/>
                  </a:lnTo>
                  <a:close/>
                  <a:moveTo>
                    <a:pt x="209" y="304"/>
                  </a:moveTo>
                  <a:lnTo>
                    <a:pt x="122" y="216"/>
                  </a:lnTo>
                  <a:cubicBezTo>
                    <a:pt x="84" y="231"/>
                    <a:pt x="69" y="256"/>
                    <a:pt x="69" y="281"/>
                  </a:cubicBezTo>
                  <a:lnTo>
                    <a:pt x="69" y="281"/>
                  </a:lnTo>
                  <a:cubicBezTo>
                    <a:pt x="69" y="313"/>
                    <a:pt x="97" y="338"/>
                    <a:pt x="134" y="338"/>
                  </a:cubicBezTo>
                  <a:cubicBezTo>
                    <a:pt x="162" y="338"/>
                    <a:pt x="186" y="326"/>
                    <a:pt x="209" y="304"/>
                  </a:cubicBezTo>
                  <a:close/>
                  <a:moveTo>
                    <a:pt x="206" y="94"/>
                  </a:moveTo>
                  <a:lnTo>
                    <a:pt x="206" y="94"/>
                  </a:lnTo>
                  <a:cubicBezTo>
                    <a:pt x="206" y="67"/>
                    <a:pt x="190" y="49"/>
                    <a:pt x="162" y="49"/>
                  </a:cubicBezTo>
                  <a:cubicBezTo>
                    <a:pt x="135" y="49"/>
                    <a:pt x="114" y="69"/>
                    <a:pt x="114" y="97"/>
                  </a:cubicBezTo>
                  <a:lnTo>
                    <a:pt x="114" y="97"/>
                  </a:lnTo>
                  <a:cubicBezTo>
                    <a:pt x="114" y="117"/>
                    <a:pt x="122" y="132"/>
                    <a:pt x="144" y="154"/>
                  </a:cubicBezTo>
                  <a:cubicBezTo>
                    <a:pt x="184" y="139"/>
                    <a:pt x="206" y="122"/>
                    <a:pt x="206" y="94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</p:grpSp>
    </p:spTree>
    <p:extLst>
      <p:ext uri="{BB962C8B-B14F-4D97-AF65-F5344CB8AC3E}">
        <p14:creationId xmlns:p14="http://schemas.microsoft.com/office/powerpoint/2010/main" val="377201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01" r:id="rId1"/>
    <p:sldLayoutId id="2147485402" r:id="rId2"/>
    <p:sldLayoutId id="2147485403" r:id="rId3"/>
    <p:sldLayoutId id="2147485404" r:id="rId4"/>
    <p:sldLayoutId id="2147485405" r:id="rId5"/>
    <p:sldLayoutId id="2147485406" r:id="rId6"/>
    <p:sldLayoutId id="2147485407" r:id="rId7"/>
    <p:sldLayoutId id="2147485408" r:id="rId8"/>
    <p:sldLayoutId id="2147485409" r:id="rId9"/>
  </p:sldLayoutIdLst>
  <p:hf sldNum="0" hdr="0" dt="0"/>
  <p:txStyles>
    <p:titleStyle>
      <a:lvl1pPr algn="ctr" defTabSz="561412" rtl="0" fontAlgn="base">
        <a:spcBef>
          <a:spcPct val="0"/>
        </a:spcBef>
        <a:spcAft>
          <a:spcPct val="0"/>
        </a:spcAft>
        <a:defRPr sz="5404" kern="1200">
          <a:solidFill>
            <a:schemeClr val="tx1"/>
          </a:solidFill>
          <a:latin typeface="+mj-lt"/>
          <a:ea typeface="ＭＳ Ｐゴシック" pitchFamily="34" charset="-128"/>
          <a:cs typeface="+mj-cs"/>
        </a:defRPr>
      </a:lvl1pPr>
      <a:lvl2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2pPr>
      <a:lvl3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3pPr>
      <a:lvl4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4pPr>
      <a:lvl5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5pPr>
      <a:lvl6pPr marL="561412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6pPr>
      <a:lvl7pPr marL="1122822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7pPr>
      <a:lvl8pPr marL="1684234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8pPr>
      <a:lvl9pPr marL="2245645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9pPr>
    </p:titleStyle>
    <p:bodyStyle>
      <a:lvl1pPr marL="421059" indent="-421059" algn="l" defTabSz="561412" rtl="0" fontAlgn="base">
        <a:spcBef>
          <a:spcPct val="20000"/>
        </a:spcBef>
        <a:spcAft>
          <a:spcPct val="0"/>
        </a:spcAft>
        <a:buFont typeface="Arial" charset="0"/>
        <a:buChar char="•"/>
        <a:defRPr sz="393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1pPr>
      <a:lvl2pPr marL="912294" indent="-350882" algn="l" defTabSz="561412" rtl="0" fontAlgn="base">
        <a:spcBef>
          <a:spcPct val="20000"/>
        </a:spcBef>
        <a:spcAft>
          <a:spcPct val="0"/>
        </a:spcAft>
        <a:buFont typeface="Arial" charset="0"/>
        <a:buChar char="–"/>
        <a:defRPr sz="3438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403529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•"/>
        <a:defRPr sz="294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964940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–"/>
        <a:defRPr sz="245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526350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»"/>
        <a:defRPr sz="245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3087762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6pPr>
      <a:lvl7pPr marL="3649174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7pPr>
      <a:lvl8pPr marL="4210584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8pPr>
      <a:lvl9pPr marL="4771995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1pPr>
      <a:lvl2pPr marL="561412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2pPr>
      <a:lvl3pPr marL="1122822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3pPr>
      <a:lvl4pPr marL="1684234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4pPr>
      <a:lvl5pPr marL="2245645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5pPr>
      <a:lvl6pPr marL="2807055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6pPr>
      <a:lvl7pPr marL="3368467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7pPr>
      <a:lvl8pPr marL="3929879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8pPr>
      <a:lvl9pPr marL="4491290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1956" y="1590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56" y="1590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er 2"/>
          <p:cNvGrpSpPr/>
          <p:nvPr userDrawn="1"/>
        </p:nvGrpSpPr>
        <p:grpSpPr>
          <a:xfrm>
            <a:off x="9718060" y="6427311"/>
            <a:ext cx="2139295" cy="217992"/>
            <a:chOff x="1122363" y="720725"/>
            <a:chExt cx="4278312" cy="434975"/>
          </a:xfrm>
        </p:grpSpPr>
        <p:sp>
          <p:nvSpPr>
            <p:cNvPr id="4" name="Freeform 1"/>
            <p:cNvSpPr>
              <a:spLocks noChangeArrowheads="1"/>
            </p:cNvSpPr>
            <p:nvPr/>
          </p:nvSpPr>
          <p:spPr bwMode="auto">
            <a:xfrm>
              <a:off x="1557338" y="966788"/>
              <a:ext cx="119062" cy="104775"/>
            </a:xfrm>
            <a:custGeom>
              <a:avLst/>
              <a:gdLst>
                <a:gd name="T0" fmla="*/ 0 w 330"/>
                <a:gd name="T1" fmla="*/ 100 h 293"/>
                <a:gd name="T2" fmla="*/ 189 w 330"/>
                <a:gd name="T3" fmla="*/ 0 h 293"/>
                <a:gd name="T4" fmla="*/ 329 w 330"/>
                <a:gd name="T5" fmla="*/ 292 h 293"/>
                <a:gd name="T6" fmla="*/ 119 w 330"/>
                <a:gd name="T7" fmla="*/ 292 h 293"/>
                <a:gd name="T8" fmla="*/ 62 w 330"/>
                <a:gd name="T9" fmla="*/ 257 h 293"/>
                <a:gd name="T10" fmla="*/ 0 w 330"/>
                <a:gd name="T11" fmla="*/ 1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0" h="293">
                  <a:moveTo>
                    <a:pt x="0" y="100"/>
                  </a:moveTo>
                  <a:lnTo>
                    <a:pt x="189" y="0"/>
                  </a:lnTo>
                  <a:lnTo>
                    <a:pt x="329" y="292"/>
                  </a:lnTo>
                  <a:lnTo>
                    <a:pt x="119" y="292"/>
                  </a:lnTo>
                  <a:cubicBezTo>
                    <a:pt x="119" y="292"/>
                    <a:pt x="79" y="292"/>
                    <a:pt x="62" y="257"/>
                  </a:cubicBezTo>
                  <a:cubicBezTo>
                    <a:pt x="47" y="214"/>
                    <a:pt x="0" y="100"/>
                    <a:pt x="0" y="10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5" name="Freeform 2"/>
            <p:cNvSpPr>
              <a:spLocks noChangeArrowheads="1"/>
            </p:cNvSpPr>
            <p:nvPr/>
          </p:nvSpPr>
          <p:spPr bwMode="auto">
            <a:xfrm>
              <a:off x="1146175" y="1104900"/>
              <a:ext cx="546100" cy="49213"/>
            </a:xfrm>
            <a:custGeom>
              <a:avLst/>
              <a:gdLst>
                <a:gd name="T0" fmla="*/ 757 w 1515"/>
                <a:gd name="T1" fmla="*/ 134 h 135"/>
                <a:gd name="T2" fmla="*/ 0 w 1515"/>
                <a:gd name="T3" fmla="*/ 134 h 135"/>
                <a:gd name="T4" fmla="*/ 0 w 1515"/>
                <a:gd name="T5" fmla="*/ 0 h 135"/>
                <a:gd name="T6" fmla="*/ 1514 w 1515"/>
                <a:gd name="T7" fmla="*/ 0 h 135"/>
                <a:gd name="T8" fmla="*/ 1514 w 1515"/>
                <a:gd name="T9" fmla="*/ 134 h 135"/>
                <a:gd name="T10" fmla="*/ 757 w 1515"/>
                <a:gd name="T11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5" h="135">
                  <a:moveTo>
                    <a:pt x="757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514" y="0"/>
                  </a:lnTo>
                  <a:lnTo>
                    <a:pt x="1514" y="134"/>
                  </a:lnTo>
                  <a:lnTo>
                    <a:pt x="757" y="134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6" name="Freeform 3"/>
            <p:cNvSpPr>
              <a:spLocks noChangeArrowheads="1"/>
            </p:cNvSpPr>
            <p:nvPr/>
          </p:nvSpPr>
          <p:spPr bwMode="auto">
            <a:xfrm>
              <a:off x="1584325" y="739775"/>
              <a:ext cx="147638" cy="120650"/>
            </a:xfrm>
            <a:custGeom>
              <a:avLst/>
              <a:gdLst>
                <a:gd name="T0" fmla="*/ 411 w 412"/>
                <a:gd name="T1" fmla="*/ 155 h 333"/>
                <a:gd name="T2" fmla="*/ 117 w 412"/>
                <a:gd name="T3" fmla="*/ 312 h 333"/>
                <a:gd name="T4" fmla="*/ 40 w 412"/>
                <a:gd name="T5" fmla="*/ 297 h 333"/>
                <a:gd name="T6" fmla="*/ 0 w 412"/>
                <a:gd name="T7" fmla="*/ 197 h 333"/>
                <a:gd name="T8" fmla="*/ 45 w 412"/>
                <a:gd name="T9" fmla="*/ 192 h 333"/>
                <a:gd name="T10" fmla="*/ 411 w 412"/>
                <a:gd name="T11" fmla="*/ 0 h 333"/>
                <a:gd name="T12" fmla="*/ 411 w 412"/>
                <a:gd name="T13" fmla="*/ 155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333">
                  <a:moveTo>
                    <a:pt x="411" y="155"/>
                  </a:moveTo>
                  <a:cubicBezTo>
                    <a:pt x="411" y="155"/>
                    <a:pt x="172" y="292"/>
                    <a:pt x="117" y="312"/>
                  </a:cubicBezTo>
                  <a:cubicBezTo>
                    <a:pt x="65" y="332"/>
                    <a:pt x="47" y="304"/>
                    <a:pt x="40" y="297"/>
                  </a:cubicBezTo>
                  <a:cubicBezTo>
                    <a:pt x="25" y="277"/>
                    <a:pt x="2" y="207"/>
                    <a:pt x="0" y="197"/>
                  </a:cubicBezTo>
                  <a:cubicBezTo>
                    <a:pt x="2" y="197"/>
                    <a:pt x="15" y="200"/>
                    <a:pt x="45" y="192"/>
                  </a:cubicBezTo>
                  <a:cubicBezTo>
                    <a:pt x="82" y="182"/>
                    <a:pt x="409" y="0"/>
                    <a:pt x="411" y="0"/>
                  </a:cubicBezTo>
                  <a:lnTo>
                    <a:pt x="411" y="15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7" name="Freeform 4"/>
            <p:cNvSpPr>
              <a:spLocks noChangeArrowheads="1"/>
            </p:cNvSpPr>
            <p:nvPr/>
          </p:nvSpPr>
          <p:spPr bwMode="auto">
            <a:xfrm>
              <a:off x="1122363" y="765175"/>
              <a:ext cx="609600" cy="347663"/>
            </a:xfrm>
            <a:custGeom>
              <a:avLst/>
              <a:gdLst>
                <a:gd name="T0" fmla="*/ 1313 w 1695"/>
                <a:gd name="T1" fmla="*/ 366 h 964"/>
                <a:gd name="T2" fmla="*/ 1156 w 1695"/>
                <a:gd name="T3" fmla="*/ 20 h 964"/>
                <a:gd name="T4" fmla="*/ 929 w 1695"/>
                <a:gd name="T5" fmla="*/ 20 h 964"/>
                <a:gd name="T6" fmla="*/ 610 w 1695"/>
                <a:gd name="T7" fmla="*/ 614 h 964"/>
                <a:gd name="T8" fmla="*/ 867 w 1695"/>
                <a:gd name="T9" fmla="*/ 535 h 964"/>
                <a:gd name="T10" fmla="*/ 1029 w 1695"/>
                <a:gd name="T11" fmla="*/ 207 h 964"/>
                <a:gd name="T12" fmla="*/ 1131 w 1695"/>
                <a:gd name="T13" fmla="*/ 463 h 964"/>
                <a:gd name="T14" fmla="*/ 750 w 1695"/>
                <a:gd name="T15" fmla="*/ 634 h 964"/>
                <a:gd name="T16" fmla="*/ 197 w 1695"/>
                <a:gd name="T17" fmla="*/ 649 h 964"/>
                <a:gd name="T18" fmla="*/ 683 w 1695"/>
                <a:gd name="T19" fmla="*/ 184 h 964"/>
                <a:gd name="T20" fmla="*/ 780 w 1695"/>
                <a:gd name="T21" fmla="*/ 174 h 964"/>
                <a:gd name="T22" fmla="*/ 735 w 1695"/>
                <a:gd name="T23" fmla="*/ 42 h 964"/>
                <a:gd name="T24" fmla="*/ 638 w 1695"/>
                <a:gd name="T25" fmla="*/ 7 h 964"/>
                <a:gd name="T26" fmla="*/ 75 w 1695"/>
                <a:gd name="T27" fmla="*/ 391 h 964"/>
                <a:gd name="T28" fmla="*/ 165 w 1695"/>
                <a:gd name="T29" fmla="*/ 766 h 964"/>
                <a:gd name="T30" fmla="*/ 845 w 1695"/>
                <a:gd name="T31" fmla="*/ 786 h 964"/>
                <a:gd name="T32" fmla="*/ 1692 w 1695"/>
                <a:gd name="T33" fmla="*/ 341 h 964"/>
                <a:gd name="T34" fmla="*/ 1692 w 1695"/>
                <a:gd name="T35" fmla="*/ 159 h 964"/>
                <a:gd name="T36" fmla="*/ 1313 w 1695"/>
                <a:gd name="T37" fmla="*/ 366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95" h="964">
                  <a:moveTo>
                    <a:pt x="1313" y="366"/>
                  </a:moveTo>
                  <a:lnTo>
                    <a:pt x="1156" y="20"/>
                  </a:lnTo>
                  <a:lnTo>
                    <a:pt x="929" y="20"/>
                  </a:lnTo>
                  <a:lnTo>
                    <a:pt x="610" y="614"/>
                  </a:lnTo>
                  <a:cubicBezTo>
                    <a:pt x="610" y="614"/>
                    <a:pt x="767" y="609"/>
                    <a:pt x="867" y="535"/>
                  </a:cubicBezTo>
                  <a:cubicBezTo>
                    <a:pt x="892" y="520"/>
                    <a:pt x="964" y="331"/>
                    <a:pt x="1029" y="207"/>
                  </a:cubicBezTo>
                  <a:lnTo>
                    <a:pt x="1131" y="463"/>
                  </a:lnTo>
                  <a:cubicBezTo>
                    <a:pt x="977" y="542"/>
                    <a:pt x="830" y="612"/>
                    <a:pt x="750" y="634"/>
                  </a:cubicBezTo>
                  <a:cubicBezTo>
                    <a:pt x="541" y="694"/>
                    <a:pt x="287" y="731"/>
                    <a:pt x="197" y="649"/>
                  </a:cubicBezTo>
                  <a:cubicBezTo>
                    <a:pt x="112" y="572"/>
                    <a:pt x="309" y="254"/>
                    <a:pt x="683" y="184"/>
                  </a:cubicBezTo>
                  <a:cubicBezTo>
                    <a:pt x="742" y="172"/>
                    <a:pt x="780" y="174"/>
                    <a:pt x="780" y="174"/>
                  </a:cubicBezTo>
                  <a:cubicBezTo>
                    <a:pt x="780" y="174"/>
                    <a:pt x="755" y="65"/>
                    <a:pt x="735" y="42"/>
                  </a:cubicBezTo>
                  <a:cubicBezTo>
                    <a:pt x="708" y="7"/>
                    <a:pt x="680" y="0"/>
                    <a:pt x="638" y="7"/>
                  </a:cubicBezTo>
                  <a:cubicBezTo>
                    <a:pt x="556" y="12"/>
                    <a:pt x="212" y="105"/>
                    <a:pt x="75" y="391"/>
                  </a:cubicBezTo>
                  <a:cubicBezTo>
                    <a:pt x="0" y="555"/>
                    <a:pt x="100" y="719"/>
                    <a:pt x="165" y="766"/>
                  </a:cubicBezTo>
                  <a:cubicBezTo>
                    <a:pt x="194" y="789"/>
                    <a:pt x="391" y="963"/>
                    <a:pt x="845" y="786"/>
                  </a:cubicBezTo>
                  <a:cubicBezTo>
                    <a:pt x="1290" y="612"/>
                    <a:pt x="1692" y="341"/>
                    <a:pt x="1692" y="341"/>
                  </a:cubicBezTo>
                  <a:lnTo>
                    <a:pt x="1692" y="159"/>
                  </a:lnTo>
                  <a:cubicBezTo>
                    <a:pt x="1694" y="154"/>
                    <a:pt x="1520" y="257"/>
                    <a:pt x="1313" y="36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8" name="Freeform 5"/>
            <p:cNvSpPr>
              <a:spLocks noChangeArrowheads="1"/>
            </p:cNvSpPr>
            <p:nvPr/>
          </p:nvSpPr>
          <p:spPr bwMode="auto">
            <a:xfrm>
              <a:off x="1884363" y="1014413"/>
              <a:ext cx="136525" cy="139700"/>
            </a:xfrm>
            <a:custGeom>
              <a:avLst/>
              <a:gdLst>
                <a:gd name="T0" fmla="*/ 0 w 380"/>
                <a:gd name="T1" fmla="*/ 62 h 387"/>
                <a:gd name="T2" fmla="*/ 0 w 380"/>
                <a:gd name="T3" fmla="*/ 0 h 387"/>
                <a:gd name="T4" fmla="*/ 379 w 380"/>
                <a:gd name="T5" fmla="*/ 0 h 387"/>
                <a:gd name="T6" fmla="*/ 379 w 380"/>
                <a:gd name="T7" fmla="*/ 62 h 387"/>
                <a:gd name="T8" fmla="*/ 229 w 380"/>
                <a:gd name="T9" fmla="*/ 62 h 387"/>
                <a:gd name="T10" fmla="*/ 229 w 380"/>
                <a:gd name="T11" fmla="*/ 386 h 387"/>
                <a:gd name="T12" fmla="*/ 147 w 380"/>
                <a:gd name="T13" fmla="*/ 386 h 387"/>
                <a:gd name="T14" fmla="*/ 147 w 380"/>
                <a:gd name="T15" fmla="*/ 62 h 387"/>
                <a:gd name="T16" fmla="*/ 0 w 380"/>
                <a:gd name="T17" fmla="*/ 6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0" h="387">
                  <a:moveTo>
                    <a:pt x="0" y="62"/>
                  </a:moveTo>
                  <a:lnTo>
                    <a:pt x="0" y="0"/>
                  </a:lnTo>
                  <a:lnTo>
                    <a:pt x="379" y="0"/>
                  </a:lnTo>
                  <a:lnTo>
                    <a:pt x="379" y="62"/>
                  </a:lnTo>
                  <a:lnTo>
                    <a:pt x="229" y="62"/>
                  </a:lnTo>
                  <a:lnTo>
                    <a:pt x="229" y="386"/>
                  </a:lnTo>
                  <a:lnTo>
                    <a:pt x="147" y="386"/>
                  </a:lnTo>
                  <a:lnTo>
                    <a:pt x="147" y="62"/>
                  </a:lnTo>
                  <a:lnTo>
                    <a:pt x="0" y="6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9" name="Freeform 6"/>
            <p:cNvSpPr>
              <a:spLocks noChangeArrowheads="1"/>
            </p:cNvSpPr>
            <p:nvPr/>
          </p:nvSpPr>
          <p:spPr bwMode="auto">
            <a:xfrm>
              <a:off x="2051050" y="1014413"/>
              <a:ext cx="128588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7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0" name="Freeform 7"/>
            <p:cNvSpPr>
              <a:spLocks noChangeArrowheads="1"/>
            </p:cNvSpPr>
            <p:nvPr/>
          </p:nvSpPr>
          <p:spPr bwMode="auto">
            <a:xfrm>
              <a:off x="2208213" y="1011238"/>
              <a:ext cx="152400" cy="144462"/>
            </a:xfrm>
            <a:custGeom>
              <a:avLst/>
              <a:gdLst>
                <a:gd name="T0" fmla="*/ 247 w 425"/>
                <a:gd name="T1" fmla="*/ 0 h 400"/>
                <a:gd name="T2" fmla="*/ 419 w 425"/>
                <a:gd name="T3" fmla="*/ 55 h 400"/>
                <a:gd name="T4" fmla="*/ 381 w 425"/>
                <a:gd name="T5" fmla="*/ 105 h 400"/>
                <a:gd name="T6" fmla="*/ 252 w 425"/>
                <a:gd name="T7" fmla="*/ 60 h 400"/>
                <a:gd name="T8" fmla="*/ 90 w 425"/>
                <a:gd name="T9" fmla="*/ 199 h 400"/>
                <a:gd name="T10" fmla="*/ 252 w 425"/>
                <a:gd name="T11" fmla="*/ 339 h 400"/>
                <a:gd name="T12" fmla="*/ 386 w 425"/>
                <a:gd name="T13" fmla="*/ 292 h 400"/>
                <a:gd name="T14" fmla="*/ 424 w 425"/>
                <a:gd name="T15" fmla="*/ 341 h 400"/>
                <a:gd name="T16" fmla="*/ 244 w 425"/>
                <a:gd name="T17" fmla="*/ 399 h 400"/>
                <a:gd name="T18" fmla="*/ 0 w 425"/>
                <a:gd name="T19" fmla="*/ 199 h 400"/>
                <a:gd name="T20" fmla="*/ 247 w 425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5" h="400">
                  <a:moveTo>
                    <a:pt x="247" y="0"/>
                  </a:moveTo>
                  <a:cubicBezTo>
                    <a:pt x="307" y="0"/>
                    <a:pt x="369" y="18"/>
                    <a:pt x="419" y="55"/>
                  </a:cubicBezTo>
                  <a:lnTo>
                    <a:pt x="381" y="105"/>
                  </a:lnTo>
                  <a:cubicBezTo>
                    <a:pt x="339" y="75"/>
                    <a:pt x="304" y="60"/>
                    <a:pt x="252" y="60"/>
                  </a:cubicBezTo>
                  <a:cubicBezTo>
                    <a:pt x="160" y="60"/>
                    <a:pt x="90" y="117"/>
                    <a:pt x="90" y="199"/>
                  </a:cubicBezTo>
                  <a:cubicBezTo>
                    <a:pt x="90" y="282"/>
                    <a:pt x="162" y="339"/>
                    <a:pt x="252" y="339"/>
                  </a:cubicBezTo>
                  <a:cubicBezTo>
                    <a:pt x="307" y="339"/>
                    <a:pt x="344" y="321"/>
                    <a:pt x="386" y="292"/>
                  </a:cubicBezTo>
                  <a:lnTo>
                    <a:pt x="424" y="341"/>
                  </a:lnTo>
                  <a:cubicBezTo>
                    <a:pt x="371" y="379"/>
                    <a:pt x="307" y="399"/>
                    <a:pt x="244" y="399"/>
                  </a:cubicBezTo>
                  <a:cubicBezTo>
                    <a:pt x="120" y="399"/>
                    <a:pt x="0" y="324"/>
                    <a:pt x="0" y="199"/>
                  </a:cubicBezTo>
                  <a:cubicBezTo>
                    <a:pt x="5" y="72"/>
                    <a:pt x="122" y="0"/>
                    <a:pt x="247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1" name="Freeform 8"/>
            <p:cNvSpPr>
              <a:spLocks noChangeArrowheads="1"/>
            </p:cNvSpPr>
            <p:nvPr/>
          </p:nvSpPr>
          <p:spPr bwMode="auto">
            <a:xfrm>
              <a:off x="2395538" y="1014413"/>
              <a:ext cx="146050" cy="139700"/>
            </a:xfrm>
            <a:custGeom>
              <a:avLst/>
              <a:gdLst>
                <a:gd name="T0" fmla="*/ 0 w 405"/>
                <a:gd name="T1" fmla="*/ 0 h 387"/>
                <a:gd name="T2" fmla="*/ 83 w 405"/>
                <a:gd name="T3" fmla="*/ 0 h 387"/>
                <a:gd name="T4" fmla="*/ 83 w 405"/>
                <a:gd name="T5" fmla="*/ 150 h 387"/>
                <a:gd name="T6" fmla="*/ 322 w 405"/>
                <a:gd name="T7" fmla="*/ 150 h 387"/>
                <a:gd name="T8" fmla="*/ 322 w 405"/>
                <a:gd name="T9" fmla="*/ 0 h 387"/>
                <a:gd name="T10" fmla="*/ 404 w 405"/>
                <a:gd name="T11" fmla="*/ 0 h 387"/>
                <a:gd name="T12" fmla="*/ 404 w 405"/>
                <a:gd name="T13" fmla="*/ 386 h 387"/>
                <a:gd name="T14" fmla="*/ 322 w 405"/>
                <a:gd name="T15" fmla="*/ 386 h 387"/>
                <a:gd name="T16" fmla="*/ 322 w 405"/>
                <a:gd name="T17" fmla="*/ 212 h 387"/>
                <a:gd name="T18" fmla="*/ 83 w 405"/>
                <a:gd name="T19" fmla="*/ 212 h 387"/>
                <a:gd name="T20" fmla="*/ 83 w 405"/>
                <a:gd name="T21" fmla="*/ 386 h 387"/>
                <a:gd name="T22" fmla="*/ 0 w 405"/>
                <a:gd name="T23" fmla="*/ 386 h 387"/>
                <a:gd name="T24" fmla="*/ 0 w 405"/>
                <a:gd name="T2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5" h="387">
                  <a:moveTo>
                    <a:pt x="0" y="0"/>
                  </a:moveTo>
                  <a:lnTo>
                    <a:pt x="83" y="0"/>
                  </a:lnTo>
                  <a:lnTo>
                    <a:pt x="83" y="150"/>
                  </a:lnTo>
                  <a:lnTo>
                    <a:pt x="322" y="150"/>
                  </a:lnTo>
                  <a:lnTo>
                    <a:pt x="322" y="0"/>
                  </a:lnTo>
                  <a:lnTo>
                    <a:pt x="404" y="0"/>
                  </a:lnTo>
                  <a:lnTo>
                    <a:pt x="404" y="386"/>
                  </a:lnTo>
                  <a:lnTo>
                    <a:pt x="322" y="386"/>
                  </a:lnTo>
                  <a:lnTo>
                    <a:pt x="322" y="212"/>
                  </a:lnTo>
                  <a:lnTo>
                    <a:pt x="83" y="212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2" name="Freeform 9"/>
            <p:cNvSpPr>
              <a:spLocks noChangeArrowheads="1"/>
            </p:cNvSpPr>
            <p:nvPr/>
          </p:nvSpPr>
          <p:spPr bwMode="auto">
            <a:xfrm>
              <a:off x="2584450" y="1014413"/>
              <a:ext cx="144463" cy="139700"/>
            </a:xfrm>
            <a:custGeom>
              <a:avLst/>
              <a:gdLst>
                <a:gd name="T0" fmla="*/ 82 w 402"/>
                <a:gd name="T1" fmla="*/ 112 h 387"/>
                <a:gd name="T2" fmla="*/ 82 w 402"/>
                <a:gd name="T3" fmla="*/ 386 h 387"/>
                <a:gd name="T4" fmla="*/ 0 w 402"/>
                <a:gd name="T5" fmla="*/ 386 h 387"/>
                <a:gd name="T6" fmla="*/ 0 w 402"/>
                <a:gd name="T7" fmla="*/ 0 h 387"/>
                <a:gd name="T8" fmla="*/ 82 w 402"/>
                <a:gd name="T9" fmla="*/ 0 h 387"/>
                <a:gd name="T10" fmla="*/ 319 w 402"/>
                <a:gd name="T11" fmla="*/ 274 h 387"/>
                <a:gd name="T12" fmla="*/ 319 w 402"/>
                <a:gd name="T13" fmla="*/ 0 h 387"/>
                <a:gd name="T14" fmla="*/ 401 w 402"/>
                <a:gd name="T15" fmla="*/ 0 h 387"/>
                <a:gd name="T16" fmla="*/ 401 w 402"/>
                <a:gd name="T17" fmla="*/ 386 h 387"/>
                <a:gd name="T18" fmla="*/ 319 w 402"/>
                <a:gd name="T19" fmla="*/ 386 h 387"/>
                <a:gd name="T20" fmla="*/ 82 w 402"/>
                <a:gd name="T21" fmla="*/ 11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2" h="387">
                  <a:moveTo>
                    <a:pt x="82" y="112"/>
                  </a:move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82" y="0"/>
                  </a:lnTo>
                  <a:lnTo>
                    <a:pt x="319" y="274"/>
                  </a:lnTo>
                  <a:lnTo>
                    <a:pt x="319" y="0"/>
                  </a:lnTo>
                  <a:lnTo>
                    <a:pt x="401" y="0"/>
                  </a:lnTo>
                  <a:lnTo>
                    <a:pt x="401" y="386"/>
                  </a:lnTo>
                  <a:lnTo>
                    <a:pt x="319" y="386"/>
                  </a:lnTo>
                  <a:lnTo>
                    <a:pt x="82" y="11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3" name="Freeform 10"/>
            <p:cNvSpPr>
              <a:spLocks noChangeArrowheads="1"/>
            </p:cNvSpPr>
            <p:nvPr/>
          </p:nvSpPr>
          <p:spPr bwMode="auto">
            <a:xfrm>
              <a:off x="2763838" y="1011238"/>
              <a:ext cx="176212" cy="144462"/>
            </a:xfrm>
            <a:custGeom>
              <a:avLst/>
              <a:gdLst>
                <a:gd name="T0" fmla="*/ 0 w 489"/>
                <a:gd name="T1" fmla="*/ 199 h 400"/>
                <a:gd name="T2" fmla="*/ 244 w 489"/>
                <a:gd name="T3" fmla="*/ 0 h 400"/>
                <a:gd name="T4" fmla="*/ 488 w 489"/>
                <a:gd name="T5" fmla="*/ 199 h 400"/>
                <a:gd name="T6" fmla="*/ 244 w 489"/>
                <a:gd name="T7" fmla="*/ 399 h 400"/>
                <a:gd name="T8" fmla="*/ 0 w 489"/>
                <a:gd name="T9" fmla="*/ 199 h 400"/>
                <a:gd name="T10" fmla="*/ 85 w 489"/>
                <a:gd name="T11" fmla="*/ 199 h 400"/>
                <a:gd name="T12" fmla="*/ 244 w 489"/>
                <a:gd name="T13" fmla="*/ 339 h 400"/>
                <a:gd name="T14" fmla="*/ 404 w 489"/>
                <a:gd name="T15" fmla="*/ 199 h 400"/>
                <a:gd name="T16" fmla="*/ 244 w 489"/>
                <a:gd name="T17" fmla="*/ 60 h 400"/>
                <a:gd name="T18" fmla="*/ 85 w 489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8" y="90"/>
                    <a:pt x="488" y="199"/>
                  </a:cubicBezTo>
                  <a:cubicBezTo>
                    <a:pt x="488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5" y="199"/>
                  </a:moveTo>
                  <a:cubicBezTo>
                    <a:pt x="85" y="277"/>
                    <a:pt x="150" y="339"/>
                    <a:pt x="244" y="339"/>
                  </a:cubicBezTo>
                  <a:cubicBezTo>
                    <a:pt x="339" y="339"/>
                    <a:pt x="404" y="277"/>
                    <a:pt x="404" y="199"/>
                  </a:cubicBezTo>
                  <a:cubicBezTo>
                    <a:pt x="404" y="122"/>
                    <a:pt x="338" y="60"/>
                    <a:pt x="244" y="60"/>
                  </a:cubicBezTo>
                  <a:cubicBezTo>
                    <a:pt x="149" y="60"/>
                    <a:pt x="85" y="122"/>
                    <a:pt x="85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4" name="Freeform 11"/>
            <p:cNvSpPr>
              <a:spLocks noChangeArrowheads="1"/>
            </p:cNvSpPr>
            <p:nvPr/>
          </p:nvSpPr>
          <p:spPr bwMode="auto">
            <a:xfrm>
              <a:off x="2974975" y="1014413"/>
              <a:ext cx="117475" cy="139700"/>
            </a:xfrm>
            <a:custGeom>
              <a:avLst/>
              <a:gdLst>
                <a:gd name="T0" fmla="*/ 0 w 328"/>
                <a:gd name="T1" fmla="*/ 0 h 387"/>
                <a:gd name="T2" fmla="*/ 82 w 328"/>
                <a:gd name="T3" fmla="*/ 0 h 387"/>
                <a:gd name="T4" fmla="*/ 82 w 328"/>
                <a:gd name="T5" fmla="*/ 324 h 387"/>
                <a:gd name="T6" fmla="*/ 327 w 328"/>
                <a:gd name="T7" fmla="*/ 324 h 387"/>
                <a:gd name="T8" fmla="*/ 327 w 328"/>
                <a:gd name="T9" fmla="*/ 386 h 387"/>
                <a:gd name="T10" fmla="*/ 0 w 328"/>
                <a:gd name="T11" fmla="*/ 386 h 387"/>
                <a:gd name="T12" fmla="*/ 0 w 32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387">
                  <a:moveTo>
                    <a:pt x="0" y="0"/>
                  </a:moveTo>
                  <a:lnTo>
                    <a:pt x="82" y="0"/>
                  </a:lnTo>
                  <a:lnTo>
                    <a:pt x="82" y="324"/>
                  </a:lnTo>
                  <a:lnTo>
                    <a:pt x="327" y="324"/>
                  </a:lnTo>
                  <a:lnTo>
                    <a:pt x="327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5" name="Freeform 12"/>
            <p:cNvSpPr>
              <a:spLocks noChangeArrowheads="1"/>
            </p:cNvSpPr>
            <p:nvPr/>
          </p:nvSpPr>
          <p:spPr bwMode="auto">
            <a:xfrm>
              <a:off x="3105150" y="1011238"/>
              <a:ext cx="176213" cy="144462"/>
            </a:xfrm>
            <a:custGeom>
              <a:avLst/>
              <a:gdLst>
                <a:gd name="T0" fmla="*/ 0 w 490"/>
                <a:gd name="T1" fmla="*/ 199 h 400"/>
                <a:gd name="T2" fmla="*/ 244 w 490"/>
                <a:gd name="T3" fmla="*/ 0 h 400"/>
                <a:gd name="T4" fmla="*/ 489 w 490"/>
                <a:gd name="T5" fmla="*/ 199 h 400"/>
                <a:gd name="T6" fmla="*/ 244 w 490"/>
                <a:gd name="T7" fmla="*/ 399 h 400"/>
                <a:gd name="T8" fmla="*/ 0 w 490"/>
                <a:gd name="T9" fmla="*/ 199 h 400"/>
                <a:gd name="T10" fmla="*/ 87 w 490"/>
                <a:gd name="T11" fmla="*/ 199 h 400"/>
                <a:gd name="T12" fmla="*/ 247 w 490"/>
                <a:gd name="T13" fmla="*/ 339 h 400"/>
                <a:gd name="T14" fmla="*/ 406 w 490"/>
                <a:gd name="T15" fmla="*/ 199 h 400"/>
                <a:gd name="T16" fmla="*/ 247 w 490"/>
                <a:gd name="T17" fmla="*/ 60 h 400"/>
                <a:gd name="T18" fmla="*/ 87 w 490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0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9" y="90"/>
                    <a:pt x="489" y="199"/>
                  </a:cubicBezTo>
                  <a:cubicBezTo>
                    <a:pt x="489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7" y="199"/>
                  </a:moveTo>
                  <a:cubicBezTo>
                    <a:pt x="87" y="277"/>
                    <a:pt x="152" y="339"/>
                    <a:pt x="247" y="339"/>
                  </a:cubicBezTo>
                  <a:cubicBezTo>
                    <a:pt x="342" y="339"/>
                    <a:pt x="406" y="277"/>
                    <a:pt x="406" y="199"/>
                  </a:cubicBezTo>
                  <a:cubicBezTo>
                    <a:pt x="406" y="122"/>
                    <a:pt x="342" y="60"/>
                    <a:pt x="247" y="60"/>
                  </a:cubicBezTo>
                  <a:cubicBezTo>
                    <a:pt x="152" y="60"/>
                    <a:pt x="87" y="122"/>
                    <a:pt x="87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6" name="Freeform 13"/>
            <p:cNvSpPr>
              <a:spLocks noChangeArrowheads="1"/>
            </p:cNvSpPr>
            <p:nvPr/>
          </p:nvSpPr>
          <p:spPr bwMode="auto">
            <a:xfrm>
              <a:off x="3306763" y="1011238"/>
              <a:ext cx="158750" cy="142875"/>
            </a:xfrm>
            <a:custGeom>
              <a:avLst/>
              <a:gdLst>
                <a:gd name="T0" fmla="*/ 244 w 439"/>
                <a:gd name="T1" fmla="*/ 0 h 397"/>
                <a:gd name="T2" fmla="*/ 416 w 439"/>
                <a:gd name="T3" fmla="*/ 55 h 397"/>
                <a:gd name="T4" fmla="*/ 378 w 439"/>
                <a:gd name="T5" fmla="*/ 105 h 397"/>
                <a:gd name="T6" fmla="*/ 249 w 439"/>
                <a:gd name="T7" fmla="*/ 60 h 397"/>
                <a:gd name="T8" fmla="*/ 87 w 439"/>
                <a:gd name="T9" fmla="*/ 199 h 397"/>
                <a:gd name="T10" fmla="*/ 246 w 439"/>
                <a:gd name="T11" fmla="*/ 339 h 397"/>
                <a:gd name="T12" fmla="*/ 356 w 439"/>
                <a:gd name="T13" fmla="*/ 309 h 397"/>
                <a:gd name="T14" fmla="*/ 356 w 439"/>
                <a:gd name="T15" fmla="*/ 234 h 397"/>
                <a:gd name="T16" fmla="*/ 239 w 439"/>
                <a:gd name="T17" fmla="*/ 234 h 397"/>
                <a:gd name="T18" fmla="*/ 239 w 439"/>
                <a:gd name="T19" fmla="*/ 174 h 397"/>
                <a:gd name="T20" fmla="*/ 438 w 439"/>
                <a:gd name="T21" fmla="*/ 174 h 397"/>
                <a:gd name="T22" fmla="*/ 438 w 439"/>
                <a:gd name="T23" fmla="*/ 336 h 397"/>
                <a:gd name="T24" fmla="*/ 244 w 439"/>
                <a:gd name="T25" fmla="*/ 396 h 397"/>
                <a:gd name="T26" fmla="*/ 2 w 439"/>
                <a:gd name="T27" fmla="*/ 197 h 397"/>
                <a:gd name="T28" fmla="*/ 244 w 439"/>
                <a:gd name="T2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9" h="397">
                  <a:moveTo>
                    <a:pt x="244" y="0"/>
                  </a:moveTo>
                  <a:cubicBezTo>
                    <a:pt x="304" y="0"/>
                    <a:pt x="366" y="18"/>
                    <a:pt x="416" y="55"/>
                  </a:cubicBezTo>
                  <a:lnTo>
                    <a:pt x="378" y="105"/>
                  </a:lnTo>
                  <a:cubicBezTo>
                    <a:pt x="336" y="75"/>
                    <a:pt x="301" y="60"/>
                    <a:pt x="249" y="60"/>
                  </a:cubicBezTo>
                  <a:cubicBezTo>
                    <a:pt x="157" y="60"/>
                    <a:pt x="87" y="115"/>
                    <a:pt x="87" y="199"/>
                  </a:cubicBezTo>
                  <a:cubicBezTo>
                    <a:pt x="87" y="282"/>
                    <a:pt x="149" y="339"/>
                    <a:pt x="246" y="339"/>
                  </a:cubicBezTo>
                  <a:cubicBezTo>
                    <a:pt x="289" y="339"/>
                    <a:pt x="329" y="326"/>
                    <a:pt x="356" y="309"/>
                  </a:cubicBezTo>
                  <a:lnTo>
                    <a:pt x="356" y="234"/>
                  </a:lnTo>
                  <a:lnTo>
                    <a:pt x="239" y="234"/>
                  </a:lnTo>
                  <a:lnTo>
                    <a:pt x="239" y="174"/>
                  </a:lnTo>
                  <a:lnTo>
                    <a:pt x="438" y="174"/>
                  </a:lnTo>
                  <a:lnTo>
                    <a:pt x="438" y="336"/>
                  </a:lnTo>
                  <a:cubicBezTo>
                    <a:pt x="391" y="369"/>
                    <a:pt x="326" y="396"/>
                    <a:pt x="244" y="396"/>
                  </a:cubicBezTo>
                  <a:cubicBezTo>
                    <a:pt x="99" y="396"/>
                    <a:pt x="2" y="309"/>
                    <a:pt x="2" y="197"/>
                  </a:cubicBezTo>
                  <a:cubicBezTo>
                    <a:pt x="0" y="72"/>
                    <a:pt x="117" y="0"/>
                    <a:pt x="244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7" name="Freeform 14"/>
            <p:cNvSpPr>
              <a:spLocks noChangeArrowheads="1"/>
            </p:cNvSpPr>
            <p:nvPr/>
          </p:nvSpPr>
          <p:spPr bwMode="auto">
            <a:xfrm>
              <a:off x="3505200" y="1014413"/>
              <a:ext cx="30163" cy="139700"/>
            </a:xfrm>
            <a:custGeom>
              <a:avLst/>
              <a:gdLst>
                <a:gd name="T0" fmla="*/ 0 w 83"/>
                <a:gd name="T1" fmla="*/ 0 h 387"/>
                <a:gd name="T2" fmla="*/ 82 w 83"/>
                <a:gd name="T3" fmla="*/ 0 h 387"/>
                <a:gd name="T4" fmla="*/ 82 w 83"/>
                <a:gd name="T5" fmla="*/ 386 h 387"/>
                <a:gd name="T6" fmla="*/ 0 w 83"/>
                <a:gd name="T7" fmla="*/ 386 h 387"/>
                <a:gd name="T8" fmla="*/ 0 w 83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387">
                  <a:moveTo>
                    <a:pt x="0" y="0"/>
                  </a:moveTo>
                  <a:lnTo>
                    <a:pt x="82" y="0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8" name="Freeform 15"/>
            <p:cNvSpPr>
              <a:spLocks noChangeArrowheads="1"/>
            </p:cNvSpPr>
            <p:nvPr/>
          </p:nvSpPr>
          <p:spPr bwMode="auto">
            <a:xfrm>
              <a:off x="3576638" y="1014413"/>
              <a:ext cx="128587" cy="139700"/>
            </a:xfrm>
            <a:custGeom>
              <a:avLst/>
              <a:gdLst>
                <a:gd name="T0" fmla="*/ 0 w 357"/>
                <a:gd name="T1" fmla="*/ 274 h 387"/>
                <a:gd name="T2" fmla="*/ 0 w 357"/>
                <a:gd name="T3" fmla="*/ 0 h 387"/>
                <a:gd name="T4" fmla="*/ 349 w 357"/>
                <a:gd name="T5" fmla="*/ 0 h 387"/>
                <a:gd name="T6" fmla="*/ 349 w 357"/>
                <a:gd name="T7" fmla="*/ 62 h 387"/>
                <a:gd name="T8" fmla="*/ 82 w 357"/>
                <a:gd name="T9" fmla="*/ 62 h 387"/>
                <a:gd name="T10" fmla="*/ 82 w 357"/>
                <a:gd name="T11" fmla="*/ 154 h 387"/>
                <a:gd name="T12" fmla="*/ 326 w 357"/>
                <a:gd name="T13" fmla="*/ 154 h 387"/>
                <a:gd name="T14" fmla="*/ 326 w 357"/>
                <a:gd name="T15" fmla="*/ 214 h 387"/>
                <a:gd name="T16" fmla="*/ 82 w 357"/>
                <a:gd name="T17" fmla="*/ 214 h 387"/>
                <a:gd name="T18" fmla="*/ 82 w 357"/>
                <a:gd name="T19" fmla="*/ 274 h 387"/>
                <a:gd name="T20" fmla="*/ 130 w 357"/>
                <a:gd name="T21" fmla="*/ 323 h 387"/>
                <a:gd name="T22" fmla="*/ 356 w 357"/>
                <a:gd name="T23" fmla="*/ 323 h 387"/>
                <a:gd name="T24" fmla="*/ 356 w 357"/>
                <a:gd name="T25" fmla="*/ 386 h 387"/>
                <a:gd name="T26" fmla="*/ 110 w 357"/>
                <a:gd name="T27" fmla="*/ 386 h 387"/>
                <a:gd name="T28" fmla="*/ 0 w 357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7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2" y="62"/>
                  </a:lnTo>
                  <a:lnTo>
                    <a:pt x="82" y="154"/>
                  </a:lnTo>
                  <a:lnTo>
                    <a:pt x="326" y="154"/>
                  </a:lnTo>
                  <a:lnTo>
                    <a:pt x="326" y="214"/>
                  </a:lnTo>
                  <a:lnTo>
                    <a:pt x="82" y="214"/>
                  </a:lnTo>
                  <a:lnTo>
                    <a:pt x="82" y="274"/>
                  </a:lnTo>
                  <a:cubicBezTo>
                    <a:pt x="82" y="308"/>
                    <a:pt x="97" y="323"/>
                    <a:pt x="130" y="323"/>
                  </a:cubicBezTo>
                  <a:lnTo>
                    <a:pt x="356" y="323"/>
                  </a:lnTo>
                  <a:lnTo>
                    <a:pt x="356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9" name="Freeform 16"/>
            <p:cNvSpPr>
              <a:spLocks noChangeArrowheads="1"/>
            </p:cNvSpPr>
            <p:nvPr/>
          </p:nvSpPr>
          <p:spPr bwMode="auto">
            <a:xfrm>
              <a:off x="373221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5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7 w 417"/>
                <a:gd name="T17" fmla="*/ 110 h 400"/>
                <a:gd name="T18" fmla="*/ 210 w 417"/>
                <a:gd name="T19" fmla="*/ 60 h 400"/>
                <a:gd name="T20" fmla="*/ 103 w 417"/>
                <a:gd name="T21" fmla="*/ 105 h 400"/>
                <a:gd name="T22" fmla="*/ 215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8" y="319"/>
                    <a:pt x="157" y="336"/>
                    <a:pt x="215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2" y="20"/>
                    <a:pt x="404" y="55"/>
                  </a:cubicBezTo>
                  <a:lnTo>
                    <a:pt x="367" y="110"/>
                  </a:lnTo>
                  <a:cubicBezTo>
                    <a:pt x="324" y="77"/>
                    <a:pt x="265" y="60"/>
                    <a:pt x="210" y="60"/>
                  </a:cubicBezTo>
                  <a:cubicBezTo>
                    <a:pt x="155" y="60"/>
                    <a:pt x="103" y="77"/>
                    <a:pt x="103" y="105"/>
                  </a:cubicBezTo>
                  <a:cubicBezTo>
                    <a:pt x="103" y="130"/>
                    <a:pt x="152" y="142"/>
                    <a:pt x="215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8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0" name="Freeform 17"/>
            <p:cNvSpPr>
              <a:spLocks noChangeArrowheads="1"/>
            </p:cNvSpPr>
            <p:nvPr/>
          </p:nvSpPr>
          <p:spPr bwMode="auto">
            <a:xfrm>
              <a:off x="4159250" y="1011238"/>
              <a:ext cx="150813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4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1" y="20"/>
                    <a:pt x="404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5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5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1" name="Freeform 18"/>
            <p:cNvSpPr>
              <a:spLocks noChangeArrowheads="1"/>
            </p:cNvSpPr>
            <p:nvPr/>
          </p:nvSpPr>
          <p:spPr bwMode="auto">
            <a:xfrm>
              <a:off x="433863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2" name="Freeform 19"/>
            <p:cNvSpPr>
              <a:spLocks noChangeArrowheads="1"/>
            </p:cNvSpPr>
            <p:nvPr/>
          </p:nvSpPr>
          <p:spPr bwMode="auto">
            <a:xfrm>
              <a:off x="4505325" y="1014413"/>
              <a:ext cx="142875" cy="139700"/>
            </a:xfrm>
            <a:custGeom>
              <a:avLst/>
              <a:gdLst>
                <a:gd name="T0" fmla="*/ 207 w 397"/>
                <a:gd name="T1" fmla="*/ 0 h 387"/>
                <a:gd name="T2" fmla="*/ 384 w 397"/>
                <a:gd name="T3" fmla="*/ 125 h 387"/>
                <a:gd name="T4" fmla="*/ 269 w 397"/>
                <a:gd name="T5" fmla="*/ 239 h 387"/>
                <a:gd name="T6" fmla="*/ 396 w 397"/>
                <a:gd name="T7" fmla="*/ 386 h 387"/>
                <a:gd name="T8" fmla="*/ 299 w 397"/>
                <a:gd name="T9" fmla="*/ 386 h 387"/>
                <a:gd name="T10" fmla="*/ 185 w 397"/>
                <a:gd name="T11" fmla="*/ 252 h 387"/>
                <a:gd name="T12" fmla="*/ 82 w 397"/>
                <a:gd name="T13" fmla="*/ 252 h 387"/>
                <a:gd name="T14" fmla="*/ 82 w 397"/>
                <a:gd name="T15" fmla="*/ 386 h 387"/>
                <a:gd name="T16" fmla="*/ 0 w 397"/>
                <a:gd name="T17" fmla="*/ 386 h 387"/>
                <a:gd name="T18" fmla="*/ 0 w 397"/>
                <a:gd name="T19" fmla="*/ 0 h 387"/>
                <a:gd name="T20" fmla="*/ 207 w 397"/>
                <a:gd name="T21" fmla="*/ 0 h 387"/>
                <a:gd name="T22" fmla="*/ 202 w 397"/>
                <a:gd name="T23" fmla="*/ 192 h 387"/>
                <a:gd name="T24" fmla="*/ 299 w 397"/>
                <a:gd name="T25" fmla="*/ 125 h 387"/>
                <a:gd name="T26" fmla="*/ 202 w 397"/>
                <a:gd name="T27" fmla="*/ 62 h 387"/>
                <a:gd name="T28" fmla="*/ 82 w 397"/>
                <a:gd name="T29" fmla="*/ 62 h 387"/>
                <a:gd name="T30" fmla="*/ 82 w 397"/>
                <a:gd name="T31" fmla="*/ 192 h 387"/>
                <a:gd name="T32" fmla="*/ 202 w 397"/>
                <a:gd name="T33" fmla="*/ 19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7" h="387">
                  <a:moveTo>
                    <a:pt x="207" y="0"/>
                  </a:moveTo>
                  <a:cubicBezTo>
                    <a:pt x="304" y="0"/>
                    <a:pt x="384" y="40"/>
                    <a:pt x="384" y="125"/>
                  </a:cubicBezTo>
                  <a:cubicBezTo>
                    <a:pt x="384" y="192"/>
                    <a:pt x="337" y="227"/>
                    <a:pt x="269" y="239"/>
                  </a:cubicBezTo>
                  <a:lnTo>
                    <a:pt x="396" y="386"/>
                  </a:lnTo>
                  <a:lnTo>
                    <a:pt x="299" y="386"/>
                  </a:lnTo>
                  <a:lnTo>
                    <a:pt x="185" y="252"/>
                  </a:lnTo>
                  <a:lnTo>
                    <a:pt x="82" y="252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207" y="0"/>
                  </a:lnTo>
                  <a:close/>
                  <a:moveTo>
                    <a:pt x="202" y="192"/>
                  </a:moveTo>
                  <a:cubicBezTo>
                    <a:pt x="259" y="192"/>
                    <a:pt x="299" y="167"/>
                    <a:pt x="299" y="125"/>
                  </a:cubicBezTo>
                  <a:cubicBezTo>
                    <a:pt x="299" y="85"/>
                    <a:pt x="264" y="62"/>
                    <a:pt x="202" y="62"/>
                  </a:cubicBezTo>
                  <a:lnTo>
                    <a:pt x="82" y="62"/>
                  </a:lnTo>
                  <a:lnTo>
                    <a:pt x="82" y="192"/>
                  </a:lnTo>
                  <a:lnTo>
                    <a:pt x="202" y="192"/>
                  </a:ln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3" name="Freeform 20"/>
            <p:cNvSpPr>
              <a:spLocks noChangeArrowheads="1"/>
            </p:cNvSpPr>
            <p:nvPr/>
          </p:nvSpPr>
          <p:spPr bwMode="auto">
            <a:xfrm>
              <a:off x="4657725" y="1014413"/>
              <a:ext cx="169863" cy="139700"/>
            </a:xfrm>
            <a:custGeom>
              <a:avLst/>
              <a:gdLst>
                <a:gd name="T0" fmla="*/ 469 w 470"/>
                <a:gd name="T1" fmla="*/ 0 h 387"/>
                <a:gd name="T2" fmla="*/ 277 w 470"/>
                <a:gd name="T3" fmla="*/ 386 h 387"/>
                <a:gd name="T4" fmla="*/ 192 w 470"/>
                <a:gd name="T5" fmla="*/ 386 h 387"/>
                <a:gd name="T6" fmla="*/ 0 w 470"/>
                <a:gd name="T7" fmla="*/ 0 h 387"/>
                <a:gd name="T8" fmla="*/ 95 w 470"/>
                <a:gd name="T9" fmla="*/ 0 h 387"/>
                <a:gd name="T10" fmla="*/ 239 w 470"/>
                <a:gd name="T11" fmla="*/ 304 h 387"/>
                <a:gd name="T12" fmla="*/ 384 w 470"/>
                <a:gd name="T13" fmla="*/ 0 h 387"/>
                <a:gd name="T14" fmla="*/ 469 w 470"/>
                <a:gd name="T1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0" h="387">
                  <a:moveTo>
                    <a:pt x="469" y="0"/>
                  </a:moveTo>
                  <a:lnTo>
                    <a:pt x="277" y="386"/>
                  </a:lnTo>
                  <a:lnTo>
                    <a:pt x="192" y="386"/>
                  </a:lnTo>
                  <a:lnTo>
                    <a:pt x="0" y="0"/>
                  </a:lnTo>
                  <a:lnTo>
                    <a:pt x="95" y="0"/>
                  </a:lnTo>
                  <a:lnTo>
                    <a:pt x="239" y="304"/>
                  </a:lnTo>
                  <a:lnTo>
                    <a:pt x="384" y="0"/>
                  </a:lnTo>
                  <a:lnTo>
                    <a:pt x="469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4" name="Freeform 21"/>
            <p:cNvSpPr>
              <a:spLocks noChangeArrowheads="1"/>
            </p:cNvSpPr>
            <p:nvPr/>
          </p:nvSpPr>
          <p:spPr bwMode="auto">
            <a:xfrm>
              <a:off x="4846638" y="1014413"/>
              <a:ext cx="30162" cy="139700"/>
            </a:xfrm>
            <a:custGeom>
              <a:avLst/>
              <a:gdLst>
                <a:gd name="T0" fmla="*/ 0 w 84"/>
                <a:gd name="T1" fmla="*/ 0 h 387"/>
                <a:gd name="T2" fmla="*/ 83 w 84"/>
                <a:gd name="T3" fmla="*/ 0 h 387"/>
                <a:gd name="T4" fmla="*/ 83 w 84"/>
                <a:gd name="T5" fmla="*/ 386 h 387"/>
                <a:gd name="T6" fmla="*/ 0 w 84"/>
                <a:gd name="T7" fmla="*/ 386 h 387"/>
                <a:gd name="T8" fmla="*/ 0 w 84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87">
                  <a:moveTo>
                    <a:pt x="0" y="0"/>
                  </a:moveTo>
                  <a:lnTo>
                    <a:pt x="83" y="0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5" name="Freeform 22"/>
            <p:cNvSpPr>
              <a:spLocks noChangeArrowheads="1"/>
            </p:cNvSpPr>
            <p:nvPr/>
          </p:nvSpPr>
          <p:spPr bwMode="auto">
            <a:xfrm>
              <a:off x="4910138" y="1011238"/>
              <a:ext cx="152400" cy="144462"/>
            </a:xfrm>
            <a:custGeom>
              <a:avLst/>
              <a:gdLst>
                <a:gd name="T0" fmla="*/ 246 w 424"/>
                <a:gd name="T1" fmla="*/ 0 h 400"/>
                <a:gd name="T2" fmla="*/ 418 w 424"/>
                <a:gd name="T3" fmla="*/ 55 h 400"/>
                <a:gd name="T4" fmla="*/ 381 w 424"/>
                <a:gd name="T5" fmla="*/ 105 h 400"/>
                <a:gd name="T6" fmla="*/ 251 w 424"/>
                <a:gd name="T7" fmla="*/ 60 h 400"/>
                <a:gd name="T8" fmla="*/ 89 w 424"/>
                <a:gd name="T9" fmla="*/ 199 h 400"/>
                <a:gd name="T10" fmla="*/ 251 w 424"/>
                <a:gd name="T11" fmla="*/ 339 h 400"/>
                <a:gd name="T12" fmla="*/ 386 w 424"/>
                <a:gd name="T13" fmla="*/ 292 h 400"/>
                <a:gd name="T14" fmla="*/ 423 w 424"/>
                <a:gd name="T15" fmla="*/ 341 h 400"/>
                <a:gd name="T16" fmla="*/ 244 w 424"/>
                <a:gd name="T17" fmla="*/ 399 h 400"/>
                <a:gd name="T18" fmla="*/ 0 w 424"/>
                <a:gd name="T19" fmla="*/ 199 h 400"/>
                <a:gd name="T20" fmla="*/ 246 w 424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4" h="400">
                  <a:moveTo>
                    <a:pt x="246" y="0"/>
                  </a:moveTo>
                  <a:cubicBezTo>
                    <a:pt x="306" y="0"/>
                    <a:pt x="368" y="18"/>
                    <a:pt x="418" y="55"/>
                  </a:cubicBezTo>
                  <a:lnTo>
                    <a:pt x="381" y="105"/>
                  </a:lnTo>
                  <a:cubicBezTo>
                    <a:pt x="338" y="75"/>
                    <a:pt x="304" y="60"/>
                    <a:pt x="251" y="60"/>
                  </a:cubicBezTo>
                  <a:cubicBezTo>
                    <a:pt x="159" y="60"/>
                    <a:pt x="89" y="117"/>
                    <a:pt x="89" y="199"/>
                  </a:cubicBezTo>
                  <a:cubicBezTo>
                    <a:pt x="89" y="282"/>
                    <a:pt x="162" y="339"/>
                    <a:pt x="251" y="339"/>
                  </a:cubicBezTo>
                  <a:cubicBezTo>
                    <a:pt x="306" y="339"/>
                    <a:pt x="343" y="321"/>
                    <a:pt x="386" y="292"/>
                  </a:cubicBezTo>
                  <a:lnTo>
                    <a:pt x="423" y="341"/>
                  </a:lnTo>
                  <a:cubicBezTo>
                    <a:pt x="371" y="379"/>
                    <a:pt x="306" y="399"/>
                    <a:pt x="244" y="399"/>
                  </a:cubicBezTo>
                  <a:cubicBezTo>
                    <a:pt x="119" y="399"/>
                    <a:pt x="0" y="324"/>
                    <a:pt x="0" y="199"/>
                  </a:cubicBezTo>
                  <a:cubicBezTo>
                    <a:pt x="5" y="72"/>
                    <a:pt x="122" y="0"/>
                    <a:pt x="246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6" name="Freeform 23"/>
            <p:cNvSpPr>
              <a:spLocks noChangeArrowheads="1"/>
            </p:cNvSpPr>
            <p:nvPr/>
          </p:nvSpPr>
          <p:spPr bwMode="auto">
            <a:xfrm>
              <a:off x="509428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7" name="Freeform 24"/>
            <p:cNvSpPr>
              <a:spLocks noChangeArrowheads="1"/>
            </p:cNvSpPr>
            <p:nvPr/>
          </p:nvSpPr>
          <p:spPr bwMode="auto">
            <a:xfrm>
              <a:off x="524986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7 w 417"/>
                <a:gd name="T3" fmla="*/ 282 h 400"/>
                <a:gd name="T4" fmla="*/ 214 w 417"/>
                <a:gd name="T5" fmla="*/ 336 h 400"/>
                <a:gd name="T6" fmla="*/ 326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3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1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7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6" y="336"/>
                    <a:pt x="326" y="319"/>
                    <a:pt x="326" y="289"/>
                  </a:cubicBezTo>
                  <a:cubicBezTo>
                    <a:pt x="326" y="259"/>
                    <a:pt x="271" y="247"/>
                    <a:pt x="207" y="234"/>
                  </a:cubicBezTo>
                  <a:cubicBezTo>
                    <a:pt x="119" y="214"/>
                    <a:pt x="15" y="194"/>
                    <a:pt x="15" y="117"/>
                  </a:cubicBezTo>
                  <a:cubicBezTo>
                    <a:pt x="15" y="45"/>
                    <a:pt x="104" y="0"/>
                    <a:pt x="207" y="0"/>
                  </a:cubicBezTo>
                  <a:cubicBezTo>
                    <a:pt x="276" y="0"/>
                    <a:pt x="351" y="20"/>
                    <a:pt x="403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4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1" y="396"/>
                  </a:cubicBezTo>
                  <a:cubicBezTo>
                    <a:pt x="137" y="399"/>
                    <a:pt x="57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8" name="Freeform 25"/>
            <p:cNvSpPr>
              <a:spLocks noChangeArrowheads="1"/>
            </p:cNvSpPr>
            <p:nvPr/>
          </p:nvSpPr>
          <p:spPr bwMode="auto">
            <a:xfrm>
              <a:off x="1874838" y="769938"/>
              <a:ext cx="203200" cy="192087"/>
            </a:xfrm>
            <a:custGeom>
              <a:avLst/>
              <a:gdLst>
                <a:gd name="T0" fmla="*/ 326 w 564"/>
                <a:gd name="T1" fmla="*/ 0 h 533"/>
                <a:gd name="T2" fmla="*/ 555 w 564"/>
                <a:gd name="T3" fmla="*/ 72 h 533"/>
                <a:gd name="T4" fmla="*/ 503 w 564"/>
                <a:gd name="T5" fmla="*/ 139 h 533"/>
                <a:gd name="T6" fmla="*/ 331 w 564"/>
                <a:gd name="T7" fmla="*/ 80 h 533"/>
                <a:gd name="T8" fmla="*/ 114 w 564"/>
                <a:gd name="T9" fmla="*/ 267 h 533"/>
                <a:gd name="T10" fmla="*/ 331 w 564"/>
                <a:gd name="T11" fmla="*/ 453 h 533"/>
                <a:gd name="T12" fmla="*/ 510 w 564"/>
                <a:gd name="T13" fmla="*/ 391 h 533"/>
                <a:gd name="T14" fmla="*/ 563 w 564"/>
                <a:gd name="T15" fmla="*/ 458 h 533"/>
                <a:gd name="T16" fmla="*/ 323 w 564"/>
                <a:gd name="T17" fmla="*/ 532 h 533"/>
                <a:gd name="T18" fmla="*/ 0 w 564"/>
                <a:gd name="T19" fmla="*/ 267 h 533"/>
                <a:gd name="T20" fmla="*/ 326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7"/>
                  </a:cubicBezTo>
                  <a:cubicBezTo>
                    <a:pt x="114" y="376"/>
                    <a:pt x="209" y="453"/>
                    <a:pt x="331" y="453"/>
                  </a:cubicBezTo>
                  <a:cubicBezTo>
                    <a:pt x="403" y="453"/>
                    <a:pt x="453" y="431"/>
                    <a:pt x="510" y="391"/>
                  </a:cubicBezTo>
                  <a:lnTo>
                    <a:pt x="563" y="458"/>
                  </a:lnTo>
                  <a:cubicBezTo>
                    <a:pt x="493" y="507"/>
                    <a:pt x="408" y="532"/>
                    <a:pt x="323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9" name="Freeform 26"/>
            <p:cNvSpPr>
              <a:spLocks noChangeArrowheads="1"/>
            </p:cNvSpPr>
            <p:nvPr/>
          </p:nvSpPr>
          <p:spPr bwMode="auto">
            <a:xfrm>
              <a:off x="2117725" y="773113"/>
              <a:ext cx="188913" cy="184150"/>
            </a:xfrm>
            <a:custGeom>
              <a:avLst/>
              <a:gdLst>
                <a:gd name="T0" fmla="*/ 276 w 526"/>
                <a:gd name="T1" fmla="*/ 0 h 513"/>
                <a:gd name="T2" fmla="*/ 510 w 526"/>
                <a:gd name="T3" fmla="*/ 164 h 513"/>
                <a:gd name="T4" fmla="*/ 358 w 526"/>
                <a:gd name="T5" fmla="*/ 319 h 513"/>
                <a:gd name="T6" fmla="*/ 525 w 526"/>
                <a:gd name="T7" fmla="*/ 512 h 513"/>
                <a:gd name="T8" fmla="*/ 396 w 526"/>
                <a:gd name="T9" fmla="*/ 512 h 513"/>
                <a:gd name="T10" fmla="*/ 244 w 526"/>
                <a:gd name="T11" fmla="*/ 334 h 513"/>
                <a:gd name="T12" fmla="*/ 109 w 526"/>
                <a:gd name="T13" fmla="*/ 334 h 513"/>
                <a:gd name="T14" fmla="*/ 109 w 526"/>
                <a:gd name="T15" fmla="*/ 512 h 513"/>
                <a:gd name="T16" fmla="*/ 0 w 526"/>
                <a:gd name="T17" fmla="*/ 512 h 513"/>
                <a:gd name="T18" fmla="*/ 0 w 526"/>
                <a:gd name="T19" fmla="*/ 0 h 513"/>
                <a:gd name="T20" fmla="*/ 276 w 526"/>
                <a:gd name="T21" fmla="*/ 0 h 513"/>
                <a:gd name="T22" fmla="*/ 269 w 526"/>
                <a:gd name="T23" fmla="*/ 254 h 513"/>
                <a:gd name="T24" fmla="*/ 396 w 526"/>
                <a:gd name="T25" fmla="*/ 167 h 513"/>
                <a:gd name="T26" fmla="*/ 266 w 526"/>
                <a:gd name="T27" fmla="*/ 82 h 513"/>
                <a:gd name="T28" fmla="*/ 109 w 526"/>
                <a:gd name="T29" fmla="*/ 82 h 513"/>
                <a:gd name="T30" fmla="*/ 109 w 526"/>
                <a:gd name="T31" fmla="*/ 254 h 513"/>
                <a:gd name="T32" fmla="*/ 269 w 526"/>
                <a:gd name="T33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6" h="513">
                  <a:moveTo>
                    <a:pt x="276" y="0"/>
                  </a:moveTo>
                  <a:cubicBezTo>
                    <a:pt x="406" y="0"/>
                    <a:pt x="510" y="52"/>
                    <a:pt x="510" y="164"/>
                  </a:cubicBezTo>
                  <a:cubicBezTo>
                    <a:pt x="510" y="252"/>
                    <a:pt x="446" y="299"/>
                    <a:pt x="358" y="319"/>
                  </a:cubicBezTo>
                  <a:lnTo>
                    <a:pt x="525" y="512"/>
                  </a:lnTo>
                  <a:lnTo>
                    <a:pt x="396" y="512"/>
                  </a:lnTo>
                  <a:lnTo>
                    <a:pt x="244" y="334"/>
                  </a:lnTo>
                  <a:lnTo>
                    <a:pt x="109" y="334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276" y="0"/>
                  </a:lnTo>
                  <a:close/>
                  <a:moveTo>
                    <a:pt x="269" y="254"/>
                  </a:moveTo>
                  <a:cubicBezTo>
                    <a:pt x="346" y="254"/>
                    <a:pt x="396" y="222"/>
                    <a:pt x="396" y="167"/>
                  </a:cubicBezTo>
                  <a:cubicBezTo>
                    <a:pt x="396" y="112"/>
                    <a:pt x="348" y="82"/>
                    <a:pt x="266" y="82"/>
                  </a:cubicBezTo>
                  <a:lnTo>
                    <a:pt x="109" y="82"/>
                  </a:lnTo>
                  <a:lnTo>
                    <a:pt x="109" y="254"/>
                  </a:lnTo>
                  <a:lnTo>
                    <a:pt x="269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0" name="Freeform 27"/>
            <p:cNvSpPr>
              <a:spLocks noChangeArrowheads="1"/>
            </p:cNvSpPr>
            <p:nvPr/>
          </p:nvSpPr>
          <p:spPr bwMode="auto">
            <a:xfrm>
              <a:off x="2346325" y="720725"/>
              <a:ext cx="171450" cy="238125"/>
            </a:xfrm>
            <a:custGeom>
              <a:avLst/>
              <a:gdLst>
                <a:gd name="T0" fmla="*/ 0 w 477"/>
                <a:gd name="T1" fmla="*/ 511 h 660"/>
                <a:gd name="T2" fmla="*/ 0 w 477"/>
                <a:gd name="T3" fmla="*/ 144 h 660"/>
                <a:gd name="T4" fmla="*/ 466 w 477"/>
                <a:gd name="T5" fmla="*/ 144 h 660"/>
                <a:gd name="T6" fmla="*/ 466 w 477"/>
                <a:gd name="T7" fmla="*/ 227 h 660"/>
                <a:gd name="T8" fmla="*/ 110 w 477"/>
                <a:gd name="T9" fmla="*/ 227 h 660"/>
                <a:gd name="T10" fmla="*/ 110 w 477"/>
                <a:gd name="T11" fmla="*/ 351 h 660"/>
                <a:gd name="T12" fmla="*/ 436 w 477"/>
                <a:gd name="T13" fmla="*/ 351 h 660"/>
                <a:gd name="T14" fmla="*/ 436 w 477"/>
                <a:gd name="T15" fmla="*/ 431 h 660"/>
                <a:gd name="T16" fmla="*/ 110 w 477"/>
                <a:gd name="T17" fmla="*/ 431 h 660"/>
                <a:gd name="T18" fmla="*/ 110 w 477"/>
                <a:gd name="T19" fmla="*/ 511 h 660"/>
                <a:gd name="T20" fmla="*/ 175 w 477"/>
                <a:gd name="T21" fmla="*/ 578 h 660"/>
                <a:gd name="T22" fmla="*/ 476 w 477"/>
                <a:gd name="T23" fmla="*/ 578 h 660"/>
                <a:gd name="T24" fmla="*/ 476 w 477"/>
                <a:gd name="T25" fmla="*/ 659 h 660"/>
                <a:gd name="T26" fmla="*/ 150 w 477"/>
                <a:gd name="T27" fmla="*/ 659 h 660"/>
                <a:gd name="T28" fmla="*/ 0 w 477"/>
                <a:gd name="T29" fmla="*/ 511 h 660"/>
                <a:gd name="T30" fmla="*/ 354 w 477"/>
                <a:gd name="T31" fmla="*/ 0 h 660"/>
                <a:gd name="T32" fmla="*/ 269 w 477"/>
                <a:gd name="T33" fmla="*/ 90 h 660"/>
                <a:gd name="T34" fmla="*/ 175 w 477"/>
                <a:gd name="T35" fmla="*/ 90 h 660"/>
                <a:gd name="T36" fmla="*/ 239 w 477"/>
                <a:gd name="T37" fmla="*/ 0 h 660"/>
                <a:gd name="T38" fmla="*/ 354 w 477"/>
                <a:gd name="T39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7" h="660">
                  <a:moveTo>
                    <a:pt x="0" y="511"/>
                  </a:moveTo>
                  <a:lnTo>
                    <a:pt x="0" y="144"/>
                  </a:lnTo>
                  <a:lnTo>
                    <a:pt x="466" y="144"/>
                  </a:lnTo>
                  <a:lnTo>
                    <a:pt x="466" y="227"/>
                  </a:lnTo>
                  <a:lnTo>
                    <a:pt x="110" y="227"/>
                  </a:lnTo>
                  <a:lnTo>
                    <a:pt x="110" y="351"/>
                  </a:lnTo>
                  <a:lnTo>
                    <a:pt x="436" y="351"/>
                  </a:lnTo>
                  <a:lnTo>
                    <a:pt x="436" y="431"/>
                  </a:lnTo>
                  <a:lnTo>
                    <a:pt x="110" y="431"/>
                  </a:lnTo>
                  <a:lnTo>
                    <a:pt x="110" y="511"/>
                  </a:lnTo>
                  <a:cubicBezTo>
                    <a:pt x="110" y="555"/>
                    <a:pt x="132" y="578"/>
                    <a:pt x="175" y="578"/>
                  </a:cubicBezTo>
                  <a:lnTo>
                    <a:pt x="476" y="578"/>
                  </a:lnTo>
                  <a:lnTo>
                    <a:pt x="476" y="659"/>
                  </a:lnTo>
                  <a:lnTo>
                    <a:pt x="150" y="659"/>
                  </a:lnTo>
                  <a:cubicBezTo>
                    <a:pt x="55" y="659"/>
                    <a:pt x="0" y="605"/>
                    <a:pt x="0" y="511"/>
                  </a:cubicBezTo>
                  <a:close/>
                  <a:moveTo>
                    <a:pt x="354" y="0"/>
                  </a:moveTo>
                  <a:lnTo>
                    <a:pt x="269" y="90"/>
                  </a:lnTo>
                  <a:lnTo>
                    <a:pt x="175" y="90"/>
                  </a:lnTo>
                  <a:lnTo>
                    <a:pt x="239" y="0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1" name="Freeform 28"/>
            <p:cNvSpPr>
              <a:spLocks noChangeArrowheads="1"/>
            </p:cNvSpPr>
            <p:nvPr/>
          </p:nvSpPr>
          <p:spPr bwMode="auto">
            <a:xfrm>
              <a:off x="2563813" y="773113"/>
              <a:ext cx="203200" cy="184150"/>
            </a:xfrm>
            <a:custGeom>
              <a:avLst/>
              <a:gdLst>
                <a:gd name="T0" fmla="*/ 0 w 564"/>
                <a:gd name="T1" fmla="*/ 0 h 513"/>
                <a:gd name="T2" fmla="*/ 231 w 564"/>
                <a:gd name="T3" fmla="*/ 0 h 513"/>
                <a:gd name="T4" fmla="*/ 563 w 564"/>
                <a:gd name="T5" fmla="*/ 257 h 513"/>
                <a:gd name="T6" fmla="*/ 231 w 564"/>
                <a:gd name="T7" fmla="*/ 512 h 513"/>
                <a:gd name="T8" fmla="*/ 0 w 564"/>
                <a:gd name="T9" fmla="*/ 512 h 513"/>
                <a:gd name="T10" fmla="*/ 0 w 564"/>
                <a:gd name="T11" fmla="*/ 0 h 513"/>
                <a:gd name="T12" fmla="*/ 239 w 564"/>
                <a:gd name="T13" fmla="*/ 431 h 513"/>
                <a:gd name="T14" fmla="*/ 448 w 564"/>
                <a:gd name="T15" fmla="*/ 257 h 513"/>
                <a:gd name="T16" fmla="*/ 239 w 564"/>
                <a:gd name="T17" fmla="*/ 82 h 513"/>
                <a:gd name="T18" fmla="*/ 109 w 564"/>
                <a:gd name="T19" fmla="*/ 82 h 513"/>
                <a:gd name="T20" fmla="*/ 109 w 564"/>
                <a:gd name="T21" fmla="*/ 431 h 513"/>
                <a:gd name="T22" fmla="*/ 239 w 564"/>
                <a:gd name="T23" fmla="*/ 431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4" h="513">
                  <a:moveTo>
                    <a:pt x="0" y="0"/>
                  </a:moveTo>
                  <a:lnTo>
                    <a:pt x="231" y="0"/>
                  </a:lnTo>
                  <a:cubicBezTo>
                    <a:pt x="431" y="0"/>
                    <a:pt x="563" y="102"/>
                    <a:pt x="563" y="257"/>
                  </a:cubicBezTo>
                  <a:cubicBezTo>
                    <a:pt x="563" y="411"/>
                    <a:pt x="431" y="512"/>
                    <a:pt x="231" y="512"/>
                  </a:cubicBezTo>
                  <a:lnTo>
                    <a:pt x="0" y="512"/>
                  </a:lnTo>
                  <a:lnTo>
                    <a:pt x="0" y="0"/>
                  </a:lnTo>
                  <a:close/>
                  <a:moveTo>
                    <a:pt x="239" y="431"/>
                  </a:moveTo>
                  <a:cubicBezTo>
                    <a:pt x="363" y="431"/>
                    <a:pt x="448" y="361"/>
                    <a:pt x="448" y="257"/>
                  </a:cubicBezTo>
                  <a:cubicBezTo>
                    <a:pt x="448" y="152"/>
                    <a:pt x="363" y="82"/>
                    <a:pt x="239" y="82"/>
                  </a:cubicBezTo>
                  <a:lnTo>
                    <a:pt x="109" y="82"/>
                  </a:lnTo>
                  <a:lnTo>
                    <a:pt x="109" y="431"/>
                  </a:lnTo>
                  <a:lnTo>
                    <a:pt x="239" y="4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2" name="Freeform 29"/>
            <p:cNvSpPr>
              <a:spLocks noChangeArrowheads="1"/>
            </p:cNvSpPr>
            <p:nvPr/>
          </p:nvSpPr>
          <p:spPr bwMode="auto">
            <a:xfrm>
              <a:off x="2808288" y="773113"/>
              <a:ext cx="39687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3" name="Freeform 30"/>
            <p:cNvSpPr>
              <a:spLocks noChangeArrowheads="1"/>
            </p:cNvSpPr>
            <p:nvPr/>
          </p:nvSpPr>
          <p:spPr bwMode="auto">
            <a:xfrm>
              <a:off x="2887663" y="773113"/>
              <a:ext cx="182562" cy="184150"/>
            </a:xfrm>
            <a:custGeom>
              <a:avLst/>
              <a:gdLst>
                <a:gd name="T0" fmla="*/ 0 w 506"/>
                <a:gd name="T1" fmla="*/ 82 h 513"/>
                <a:gd name="T2" fmla="*/ 0 w 506"/>
                <a:gd name="T3" fmla="*/ 0 h 513"/>
                <a:gd name="T4" fmla="*/ 505 w 506"/>
                <a:gd name="T5" fmla="*/ 0 h 513"/>
                <a:gd name="T6" fmla="*/ 505 w 506"/>
                <a:gd name="T7" fmla="*/ 82 h 513"/>
                <a:gd name="T8" fmla="*/ 309 w 506"/>
                <a:gd name="T9" fmla="*/ 82 h 513"/>
                <a:gd name="T10" fmla="*/ 309 w 506"/>
                <a:gd name="T11" fmla="*/ 512 h 513"/>
                <a:gd name="T12" fmla="*/ 199 w 506"/>
                <a:gd name="T13" fmla="*/ 512 h 513"/>
                <a:gd name="T14" fmla="*/ 199 w 506"/>
                <a:gd name="T15" fmla="*/ 82 h 513"/>
                <a:gd name="T16" fmla="*/ 0 w 506"/>
                <a:gd name="T17" fmla="*/ 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6" h="513">
                  <a:moveTo>
                    <a:pt x="0" y="82"/>
                  </a:moveTo>
                  <a:lnTo>
                    <a:pt x="0" y="0"/>
                  </a:lnTo>
                  <a:lnTo>
                    <a:pt x="505" y="0"/>
                  </a:lnTo>
                  <a:lnTo>
                    <a:pt x="505" y="82"/>
                  </a:lnTo>
                  <a:lnTo>
                    <a:pt x="309" y="82"/>
                  </a:lnTo>
                  <a:lnTo>
                    <a:pt x="309" y="512"/>
                  </a:lnTo>
                  <a:lnTo>
                    <a:pt x="199" y="512"/>
                  </a:lnTo>
                  <a:lnTo>
                    <a:pt x="199" y="82"/>
                  </a:lnTo>
                  <a:lnTo>
                    <a:pt x="0" y="82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4" name="Freeform 31"/>
            <p:cNvSpPr>
              <a:spLocks noChangeArrowheads="1"/>
            </p:cNvSpPr>
            <p:nvPr/>
          </p:nvSpPr>
          <p:spPr bwMode="auto">
            <a:xfrm>
              <a:off x="3168650" y="773113"/>
              <a:ext cx="231775" cy="184150"/>
            </a:xfrm>
            <a:custGeom>
              <a:avLst/>
              <a:gdLst>
                <a:gd name="T0" fmla="*/ 458 w 646"/>
                <a:gd name="T1" fmla="*/ 389 h 513"/>
                <a:gd name="T2" fmla="*/ 174 w 646"/>
                <a:gd name="T3" fmla="*/ 389 h 513"/>
                <a:gd name="T4" fmla="*/ 112 w 646"/>
                <a:gd name="T5" fmla="*/ 512 h 513"/>
                <a:gd name="T6" fmla="*/ 0 w 646"/>
                <a:gd name="T7" fmla="*/ 512 h 513"/>
                <a:gd name="T8" fmla="*/ 266 w 646"/>
                <a:gd name="T9" fmla="*/ 0 h 513"/>
                <a:gd name="T10" fmla="*/ 378 w 646"/>
                <a:gd name="T11" fmla="*/ 0 h 513"/>
                <a:gd name="T12" fmla="*/ 645 w 646"/>
                <a:gd name="T13" fmla="*/ 512 h 513"/>
                <a:gd name="T14" fmla="*/ 518 w 646"/>
                <a:gd name="T15" fmla="*/ 512 h 513"/>
                <a:gd name="T16" fmla="*/ 458 w 646"/>
                <a:gd name="T17" fmla="*/ 389 h 513"/>
                <a:gd name="T18" fmla="*/ 418 w 646"/>
                <a:gd name="T19" fmla="*/ 309 h 513"/>
                <a:gd name="T20" fmla="*/ 316 w 646"/>
                <a:gd name="T21" fmla="*/ 105 h 513"/>
                <a:gd name="T22" fmla="*/ 214 w 646"/>
                <a:gd name="T23" fmla="*/ 309 h 513"/>
                <a:gd name="T24" fmla="*/ 418 w 646"/>
                <a:gd name="T25" fmla="*/ 309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6" h="513">
                  <a:moveTo>
                    <a:pt x="458" y="389"/>
                  </a:moveTo>
                  <a:lnTo>
                    <a:pt x="174" y="389"/>
                  </a:lnTo>
                  <a:lnTo>
                    <a:pt x="112" y="512"/>
                  </a:lnTo>
                  <a:lnTo>
                    <a:pt x="0" y="512"/>
                  </a:lnTo>
                  <a:lnTo>
                    <a:pt x="266" y="0"/>
                  </a:lnTo>
                  <a:lnTo>
                    <a:pt x="378" y="0"/>
                  </a:lnTo>
                  <a:lnTo>
                    <a:pt x="645" y="512"/>
                  </a:lnTo>
                  <a:lnTo>
                    <a:pt x="518" y="512"/>
                  </a:lnTo>
                  <a:lnTo>
                    <a:pt x="458" y="389"/>
                  </a:lnTo>
                  <a:close/>
                  <a:moveTo>
                    <a:pt x="418" y="309"/>
                  </a:moveTo>
                  <a:lnTo>
                    <a:pt x="316" y="105"/>
                  </a:lnTo>
                  <a:lnTo>
                    <a:pt x="214" y="309"/>
                  </a:lnTo>
                  <a:lnTo>
                    <a:pt x="418" y="3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5" name="Freeform 32"/>
            <p:cNvSpPr>
              <a:spLocks noChangeArrowheads="1"/>
            </p:cNvSpPr>
            <p:nvPr/>
          </p:nvSpPr>
          <p:spPr bwMode="auto">
            <a:xfrm>
              <a:off x="3411538" y="769938"/>
              <a:ext cx="209550" cy="190500"/>
            </a:xfrm>
            <a:custGeom>
              <a:avLst/>
              <a:gdLst>
                <a:gd name="T0" fmla="*/ 326 w 581"/>
                <a:gd name="T1" fmla="*/ 0 h 531"/>
                <a:gd name="T2" fmla="*/ 555 w 581"/>
                <a:gd name="T3" fmla="*/ 72 h 531"/>
                <a:gd name="T4" fmla="*/ 503 w 581"/>
                <a:gd name="T5" fmla="*/ 139 h 531"/>
                <a:gd name="T6" fmla="*/ 331 w 581"/>
                <a:gd name="T7" fmla="*/ 80 h 531"/>
                <a:gd name="T8" fmla="*/ 114 w 581"/>
                <a:gd name="T9" fmla="*/ 264 h 531"/>
                <a:gd name="T10" fmla="*/ 326 w 581"/>
                <a:gd name="T11" fmla="*/ 451 h 531"/>
                <a:gd name="T12" fmla="*/ 471 w 581"/>
                <a:gd name="T13" fmla="*/ 411 h 531"/>
                <a:gd name="T14" fmla="*/ 471 w 581"/>
                <a:gd name="T15" fmla="*/ 314 h 531"/>
                <a:gd name="T16" fmla="*/ 316 w 581"/>
                <a:gd name="T17" fmla="*/ 314 h 531"/>
                <a:gd name="T18" fmla="*/ 316 w 581"/>
                <a:gd name="T19" fmla="*/ 234 h 531"/>
                <a:gd name="T20" fmla="*/ 580 w 581"/>
                <a:gd name="T21" fmla="*/ 234 h 531"/>
                <a:gd name="T22" fmla="*/ 580 w 581"/>
                <a:gd name="T23" fmla="*/ 451 h 531"/>
                <a:gd name="T24" fmla="*/ 321 w 581"/>
                <a:gd name="T25" fmla="*/ 530 h 531"/>
                <a:gd name="T26" fmla="*/ 0 w 581"/>
                <a:gd name="T27" fmla="*/ 264 h 531"/>
                <a:gd name="T28" fmla="*/ 326 w 581"/>
                <a:gd name="T2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1" h="531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4"/>
                  </a:cubicBezTo>
                  <a:cubicBezTo>
                    <a:pt x="114" y="374"/>
                    <a:pt x="199" y="451"/>
                    <a:pt x="326" y="451"/>
                  </a:cubicBezTo>
                  <a:cubicBezTo>
                    <a:pt x="383" y="451"/>
                    <a:pt x="436" y="436"/>
                    <a:pt x="471" y="411"/>
                  </a:cubicBezTo>
                  <a:lnTo>
                    <a:pt x="471" y="314"/>
                  </a:lnTo>
                  <a:lnTo>
                    <a:pt x="316" y="314"/>
                  </a:lnTo>
                  <a:lnTo>
                    <a:pt x="316" y="234"/>
                  </a:lnTo>
                  <a:lnTo>
                    <a:pt x="580" y="234"/>
                  </a:lnTo>
                  <a:lnTo>
                    <a:pt x="580" y="451"/>
                  </a:lnTo>
                  <a:cubicBezTo>
                    <a:pt x="518" y="495"/>
                    <a:pt x="431" y="530"/>
                    <a:pt x="321" y="530"/>
                  </a:cubicBezTo>
                  <a:cubicBezTo>
                    <a:pt x="127" y="530"/>
                    <a:pt x="0" y="416"/>
                    <a:pt x="0" y="264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6" name="Freeform 33"/>
            <p:cNvSpPr>
              <a:spLocks noChangeArrowheads="1"/>
            </p:cNvSpPr>
            <p:nvPr/>
          </p:nvSpPr>
          <p:spPr bwMode="auto">
            <a:xfrm>
              <a:off x="3670300" y="773113"/>
              <a:ext cx="190500" cy="184150"/>
            </a:xfrm>
            <a:custGeom>
              <a:avLst/>
              <a:gdLst>
                <a:gd name="T0" fmla="*/ 3 w 529"/>
                <a:gd name="T1" fmla="*/ 0 h 513"/>
                <a:gd name="T2" fmla="*/ 279 w 529"/>
                <a:gd name="T3" fmla="*/ 0 h 513"/>
                <a:gd name="T4" fmla="*/ 513 w 529"/>
                <a:gd name="T5" fmla="*/ 164 h 513"/>
                <a:gd name="T6" fmla="*/ 361 w 529"/>
                <a:gd name="T7" fmla="*/ 319 h 513"/>
                <a:gd name="T8" fmla="*/ 528 w 529"/>
                <a:gd name="T9" fmla="*/ 512 h 513"/>
                <a:gd name="T10" fmla="*/ 399 w 529"/>
                <a:gd name="T11" fmla="*/ 512 h 513"/>
                <a:gd name="T12" fmla="*/ 247 w 529"/>
                <a:gd name="T13" fmla="*/ 334 h 513"/>
                <a:gd name="T14" fmla="*/ 110 w 529"/>
                <a:gd name="T15" fmla="*/ 334 h 513"/>
                <a:gd name="T16" fmla="*/ 110 w 529"/>
                <a:gd name="T17" fmla="*/ 512 h 513"/>
                <a:gd name="T18" fmla="*/ 0 w 529"/>
                <a:gd name="T19" fmla="*/ 512 h 513"/>
                <a:gd name="T20" fmla="*/ 0 w 529"/>
                <a:gd name="T21" fmla="*/ 0 h 513"/>
                <a:gd name="T22" fmla="*/ 3 w 529"/>
                <a:gd name="T23" fmla="*/ 0 h 513"/>
                <a:gd name="T24" fmla="*/ 272 w 529"/>
                <a:gd name="T25" fmla="*/ 254 h 513"/>
                <a:gd name="T26" fmla="*/ 399 w 529"/>
                <a:gd name="T27" fmla="*/ 167 h 513"/>
                <a:gd name="T28" fmla="*/ 269 w 529"/>
                <a:gd name="T29" fmla="*/ 82 h 513"/>
                <a:gd name="T30" fmla="*/ 110 w 529"/>
                <a:gd name="T31" fmla="*/ 82 h 513"/>
                <a:gd name="T32" fmla="*/ 110 w 529"/>
                <a:gd name="T33" fmla="*/ 254 h 513"/>
                <a:gd name="T34" fmla="*/ 272 w 529"/>
                <a:gd name="T35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9" h="513">
                  <a:moveTo>
                    <a:pt x="3" y="0"/>
                  </a:moveTo>
                  <a:lnTo>
                    <a:pt x="279" y="0"/>
                  </a:lnTo>
                  <a:cubicBezTo>
                    <a:pt x="409" y="0"/>
                    <a:pt x="513" y="52"/>
                    <a:pt x="513" y="164"/>
                  </a:cubicBezTo>
                  <a:cubicBezTo>
                    <a:pt x="513" y="252"/>
                    <a:pt x="448" y="299"/>
                    <a:pt x="361" y="319"/>
                  </a:cubicBezTo>
                  <a:lnTo>
                    <a:pt x="528" y="512"/>
                  </a:lnTo>
                  <a:lnTo>
                    <a:pt x="399" y="512"/>
                  </a:lnTo>
                  <a:lnTo>
                    <a:pt x="247" y="334"/>
                  </a:lnTo>
                  <a:lnTo>
                    <a:pt x="110" y="334"/>
                  </a:lnTo>
                  <a:lnTo>
                    <a:pt x="110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3" y="0"/>
                  </a:lnTo>
                  <a:close/>
                  <a:moveTo>
                    <a:pt x="272" y="254"/>
                  </a:moveTo>
                  <a:cubicBezTo>
                    <a:pt x="349" y="254"/>
                    <a:pt x="399" y="222"/>
                    <a:pt x="399" y="167"/>
                  </a:cubicBezTo>
                  <a:cubicBezTo>
                    <a:pt x="399" y="112"/>
                    <a:pt x="351" y="82"/>
                    <a:pt x="269" y="82"/>
                  </a:cubicBezTo>
                  <a:lnTo>
                    <a:pt x="110" y="82"/>
                  </a:lnTo>
                  <a:lnTo>
                    <a:pt x="110" y="254"/>
                  </a:lnTo>
                  <a:lnTo>
                    <a:pt x="272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7" name="Freeform 34"/>
            <p:cNvSpPr>
              <a:spLocks noChangeArrowheads="1"/>
            </p:cNvSpPr>
            <p:nvPr/>
          </p:nvSpPr>
          <p:spPr bwMode="auto">
            <a:xfrm>
              <a:off x="3905250" y="773113"/>
              <a:ext cx="39688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8" name="Freeform 35"/>
            <p:cNvSpPr>
              <a:spLocks noChangeArrowheads="1"/>
            </p:cNvSpPr>
            <p:nvPr/>
          </p:nvSpPr>
          <p:spPr bwMode="auto">
            <a:xfrm>
              <a:off x="3989388" y="769938"/>
              <a:ext cx="203200" cy="192087"/>
            </a:xfrm>
            <a:custGeom>
              <a:avLst/>
              <a:gdLst>
                <a:gd name="T0" fmla="*/ 327 w 564"/>
                <a:gd name="T1" fmla="*/ 0 h 533"/>
                <a:gd name="T2" fmla="*/ 556 w 564"/>
                <a:gd name="T3" fmla="*/ 72 h 533"/>
                <a:gd name="T4" fmla="*/ 504 w 564"/>
                <a:gd name="T5" fmla="*/ 139 h 533"/>
                <a:gd name="T6" fmla="*/ 332 w 564"/>
                <a:gd name="T7" fmla="*/ 80 h 533"/>
                <a:gd name="T8" fmla="*/ 115 w 564"/>
                <a:gd name="T9" fmla="*/ 267 h 533"/>
                <a:gd name="T10" fmla="*/ 332 w 564"/>
                <a:gd name="T11" fmla="*/ 453 h 533"/>
                <a:gd name="T12" fmla="*/ 511 w 564"/>
                <a:gd name="T13" fmla="*/ 391 h 533"/>
                <a:gd name="T14" fmla="*/ 563 w 564"/>
                <a:gd name="T15" fmla="*/ 458 h 533"/>
                <a:gd name="T16" fmla="*/ 324 w 564"/>
                <a:gd name="T17" fmla="*/ 532 h 533"/>
                <a:gd name="T18" fmla="*/ 0 w 564"/>
                <a:gd name="T19" fmla="*/ 267 h 533"/>
                <a:gd name="T20" fmla="*/ 327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7" y="0"/>
                  </a:moveTo>
                  <a:cubicBezTo>
                    <a:pt x="406" y="0"/>
                    <a:pt x="489" y="25"/>
                    <a:pt x="556" y="72"/>
                  </a:cubicBezTo>
                  <a:lnTo>
                    <a:pt x="504" y="139"/>
                  </a:lnTo>
                  <a:cubicBezTo>
                    <a:pt x="449" y="102"/>
                    <a:pt x="401" y="80"/>
                    <a:pt x="332" y="80"/>
                  </a:cubicBezTo>
                  <a:cubicBezTo>
                    <a:pt x="210" y="80"/>
                    <a:pt x="115" y="154"/>
                    <a:pt x="115" y="267"/>
                  </a:cubicBezTo>
                  <a:cubicBezTo>
                    <a:pt x="115" y="376"/>
                    <a:pt x="210" y="453"/>
                    <a:pt x="332" y="453"/>
                  </a:cubicBezTo>
                  <a:cubicBezTo>
                    <a:pt x="404" y="453"/>
                    <a:pt x="454" y="431"/>
                    <a:pt x="511" y="391"/>
                  </a:cubicBezTo>
                  <a:lnTo>
                    <a:pt x="563" y="458"/>
                  </a:lnTo>
                  <a:cubicBezTo>
                    <a:pt x="494" y="507"/>
                    <a:pt x="409" y="532"/>
                    <a:pt x="324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3" y="97"/>
                    <a:pt x="160" y="0"/>
                    <a:pt x="32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9" name="Freeform 36"/>
            <p:cNvSpPr>
              <a:spLocks noChangeArrowheads="1"/>
            </p:cNvSpPr>
            <p:nvPr/>
          </p:nvSpPr>
          <p:spPr bwMode="auto">
            <a:xfrm>
              <a:off x="4213225" y="769938"/>
              <a:ext cx="233363" cy="192087"/>
            </a:xfrm>
            <a:custGeom>
              <a:avLst/>
              <a:gdLst>
                <a:gd name="T0" fmla="*/ 0 w 648"/>
                <a:gd name="T1" fmla="*/ 267 h 533"/>
                <a:gd name="T2" fmla="*/ 324 w 648"/>
                <a:gd name="T3" fmla="*/ 0 h 533"/>
                <a:gd name="T4" fmla="*/ 647 w 648"/>
                <a:gd name="T5" fmla="*/ 267 h 533"/>
                <a:gd name="T6" fmla="*/ 324 w 648"/>
                <a:gd name="T7" fmla="*/ 532 h 533"/>
                <a:gd name="T8" fmla="*/ 0 w 648"/>
                <a:gd name="T9" fmla="*/ 267 h 533"/>
                <a:gd name="T10" fmla="*/ 114 w 648"/>
                <a:gd name="T11" fmla="*/ 267 h 533"/>
                <a:gd name="T12" fmla="*/ 326 w 648"/>
                <a:gd name="T13" fmla="*/ 453 h 533"/>
                <a:gd name="T14" fmla="*/ 538 w 648"/>
                <a:gd name="T15" fmla="*/ 267 h 533"/>
                <a:gd name="T16" fmla="*/ 326 w 648"/>
                <a:gd name="T17" fmla="*/ 80 h 533"/>
                <a:gd name="T18" fmla="*/ 114 w 648"/>
                <a:gd name="T19" fmla="*/ 267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8" h="533">
                  <a:moveTo>
                    <a:pt x="0" y="267"/>
                  </a:moveTo>
                  <a:cubicBezTo>
                    <a:pt x="0" y="122"/>
                    <a:pt x="135" y="0"/>
                    <a:pt x="324" y="0"/>
                  </a:cubicBezTo>
                  <a:cubicBezTo>
                    <a:pt x="514" y="0"/>
                    <a:pt x="647" y="120"/>
                    <a:pt x="647" y="267"/>
                  </a:cubicBezTo>
                  <a:cubicBezTo>
                    <a:pt x="647" y="411"/>
                    <a:pt x="513" y="532"/>
                    <a:pt x="324" y="532"/>
                  </a:cubicBezTo>
                  <a:cubicBezTo>
                    <a:pt x="134" y="530"/>
                    <a:pt x="0" y="411"/>
                    <a:pt x="0" y="267"/>
                  </a:cubicBezTo>
                  <a:close/>
                  <a:moveTo>
                    <a:pt x="114" y="267"/>
                  </a:moveTo>
                  <a:cubicBezTo>
                    <a:pt x="114" y="371"/>
                    <a:pt x="199" y="453"/>
                    <a:pt x="326" y="453"/>
                  </a:cubicBezTo>
                  <a:cubicBezTo>
                    <a:pt x="451" y="453"/>
                    <a:pt x="538" y="371"/>
                    <a:pt x="538" y="267"/>
                  </a:cubicBezTo>
                  <a:cubicBezTo>
                    <a:pt x="538" y="162"/>
                    <a:pt x="453" y="80"/>
                    <a:pt x="326" y="80"/>
                  </a:cubicBezTo>
                  <a:cubicBezTo>
                    <a:pt x="199" y="80"/>
                    <a:pt x="114" y="162"/>
                    <a:pt x="114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0" name="Freeform 37"/>
            <p:cNvSpPr>
              <a:spLocks noChangeArrowheads="1"/>
            </p:cNvSpPr>
            <p:nvPr/>
          </p:nvSpPr>
          <p:spPr bwMode="auto">
            <a:xfrm>
              <a:off x="4487863" y="773113"/>
              <a:ext cx="157162" cy="184150"/>
            </a:xfrm>
            <a:custGeom>
              <a:avLst/>
              <a:gdLst>
                <a:gd name="T0" fmla="*/ 0 w 437"/>
                <a:gd name="T1" fmla="*/ 0 h 513"/>
                <a:gd name="T2" fmla="*/ 110 w 437"/>
                <a:gd name="T3" fmla="*/ 0 h 513"/>
                <a:gd name="T4" fmla="*/ 110 w 437"/>
                <a:gd name="T5" fmla="*/ 431 h 513"/>
                <a:gd name="T6" fmla="*/ 436 w 437"/>
                <a:gd name="T7" fmla="*/ 431 h 513"/>
                <a:gd name="T8" fmla="*/ 436 w 437"/>
                <a:gd name="T9" fmla="*/ 512 h 513"/>
                <a:gd name="T10" fmla="*/ 0 w 437"/>
                <a:gd name="T11" fmla="*/ 512 h 513"/>
                <a:gd name="T12" fmla="*/ 0 w 437"/>
                <a:gd name="T13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" h="513">
                  <a:moveTo>
                    <a:pt x="0" y="0"/>
                  </a:moveTo>
                  <a:lnTo>
                    <a:pt x="110" y="0"/>
                  </a:lnTo>
                  <a:lnTo>
                    <a:pt x="110" y="431"/>
                  </a:lnTo>
                  <a:lnTo>
                    <a:pt x="436" y="431"/>
                  </a:lnTo>
                  <a:lnTo>
                    <a:pt x="436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1" name="Freeform 38"/>
            <p:cNvSpPr>
              <a:spLocks noChangeArrowheads="1"/>
            </p:cNvSpPr>
            <p:nvPr/>
          </p:nvSpPr>
          <p:spPr bwMode="auto">
            <a:xfrm>
              <a:off x="4675188" y="771525"/>
              <a:ext cx="171450" cy="185738"/>
            </a:xfrm>
            <a:custGeom>
              <a:avLst/>
              <a:gdLst>
                <a:gd name="T0" fmla="*/ 0 w 477"/>
                <a:gd name="T1" fmla="*/ 367 h 516"/>
                <a:gd name="T2" fmla="*/ 0 w 477"/>
                <a:gd name="T3" fmla="*/ 0 h 516"/>
                <a:gd name="T4" fmla="*/ 466 w 477"/>
                <a:gd name="T5" fmla="*/ 0 h 516"/>
                <a:gd name="T6" fmla="*/ 466 w 477"/>
                <a:gd name="T7" fmla="*/ 83 h 516"/>
                <a:gd name="T8" fmla="*/ 110 w 477"/>
                <a:gd name="T9" fmla="*/ 83 h 516"/>
                <a:gd name="T10" fmla="*/ 110 w 477"/>
                <a:gd name="T11" fmla="*/ 207 h 516"/>
                <a:gd name="T12" fmla="*/ 436 w 477"/>
                <a:gd name="T13" fmla="*/ 207 h 516"/>
                <a:gd name="T14" fmla="*/ 436 w 477"/>
                <a:gd name="T15" fmla="*/ 287 h 516"/>
                <a:gd name="T16" fmla="*/ 110 w 477"/>
                <a:gd name="T17" fmla="*/ 287 h 516"/>
                <a:gd name="T18" fmla="*/ 110 w 477"/>
                <a:gd name="T19" fmla="*/ 367 h 516"/>
                <a:gd name="T20" fmla="*/ 174 w 477"/>
                <a:gd name="T21" fmla="*/ 434 h 516"/>
                <a:gd name="T22" fmla="*/ 476 w 477"/>
                <a:gd name="T23" fmla="*/ 434 h 516"/>
                <a:gd name="T24" fmla="*/ 476 w 477"/>
                <a:gd name="T25" fmla="*/ 515 h 516"/>
                <a:gd name="T26" fmla="*/ 150 w 477"/>
                <a:gd name="T27" fmla="*/ 515 h 516"/>
                <a:gd name="T28" fmla="*/ 0 w 477"/>
                <a:gd name="T29" fmla="*/ 367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16">
                  <a:moveTo>
                    <a:pt x="0" y="367"/>
                  </a:moveTo>
                  <a:lnTo>
                    <a:pt x="0" y="0"/>
                  </a:lnTo>
                  <a:lnTo>
                    <a:pt x="466" y="0"/>
                  </a:lnTo>
                  <a:lnTo>
                    <a:pt x="466" y="83"/>
                  </a:lnTo>
                  <a:lnTo>
                    <a:pt x="110" y="83"/>
                  </a:lnTo>
                  <a:lnTo>
                    <a:pt x="110" y="207"/>
                  </a:lnTo>
                  <a:lnTo>
                    <a:pt x="436" y="207"/>
                  </a:lnTo>
                  <a:lnTo>
                    <a:pt x="436" y="287"/>
                  </a:lnTo>
                  <a:lnTo>
                    <a:pt x="110" y="287"/>
                  </a:lnTo>
                  <a:lnTo>
                    <a:pt x="110" y="367"/>
                  </a:lnTo>
                  <a:cubicBezTo>
                    <a:pt x="110" y="411"/>
                    <a:pt x="132" y="434"/>
                    <a:pt x="174" y="434"/>
                  </a:cubicBezTo>
                  <a:lnTo>
                    <a:pt x="476" y="434"/>
                  </a:lnTo>
                  <a:lnTo>
                    <a:pt x="476" y="515"/>
                  </a:lnTo>
                  <a:lnTo>
                    <a:pt x="150" y="515"/>
                  </a:lnTo>
                  <a:cubicBezTo>
                    <a:pt x="55" y="515"/>
                    <a:pt x="0" y="461"/>
                    <a:pt x="0" y="36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2" name="Freeform 39"/>
            <p:cNvSpPr>
              <a:spLocks noChangeArrowheads="1"/>
            </p:cNvSpPr>
            <p:nvPr/>
          </p:nvSpPr>
          <p:spPr bwMode="auto">
            <a:xfrm>
              <a:off x="3967163" y="1012825"/>
              <a:ext cx="127000" cy="142875"/>
            </a:xfrm>
            <a:custGeom>
              <a:avLst/>
              <a:gdLst>
                <a:gd name="T0" fmla="*/ 246 w 354"/>
                <a:gd name="T1" fmla="*/ 343 h 397"/>
                <a:gd name="T2" fmla="*/ 127 w 354"/>
                <a:gd name="T3" fmla="*/ 393 h 397"/>
                <a:gd name="T4" fmla="*/ 0 w 354"/>
                <a:gd name="T5" fmla="*/ 284 h 397"/>
                <a:gd name="T6" fmla="*/ 0 w 354"/>
                <a:gd name="T7" fmla="*/ 284 h 397"/>
                <a:gd name="T8" fmla="*/ 82 w 354"/>
                <a:gd name="T9" fmla="*/ 176 h 397"/>
                <a:gd name="T10" fmla="*/ 49 w 354"/>
                <a:gd name="T11" fmla="*/ 97 h 397"/>
                <a:gd name="T12" fmla="*/ 49 w 354"/>
                <a:gd name="T13" fmla="*/ 97 h 397"/>
                <a:gd name="T14" fmla="*/ 162 w 354"/>
                <a:gd name="T15" fmla="*/ 0 h 397"/>
                <a:gd name="T16" fmla="*/ 266 w 354"/>
                <a:gd name="T17" fmla="*/ 92 h 397"/>
                <a:gd name="T18" fmla="*/ 266 w 354"/>
                <a:gd name="T19" fmla="*/ 92 h 397"/>
                <a:gd name="T20" fmla="*/ 181 w 354"/>
                <a:gd name="T21" fmla="*/ 191 h 397"/>
                <a:gd name="T22" fmla="*/ 249 w 354"/>
                <a:gd name="T23" fmla="*/ 259 h 397"/>
                <a:gd name="T24" fmla="*/ 291 w 354"/>
                <a:gd name="T25" fmla="*/ 184 h 397"/>
                <a:gd name="T26" fmla="*/ 343 w 354"/>
                <a:gd name="T27" fmla="*/ 211 h 397"/>
                <a:gd name="T28" fmla="*/ 291 w 354"/>
                <a:gd name="T29" fmla="*/ 299 h 397"/>
                <a:gd name="T30" fmla="*/ 353 w 354"/>
                <a:gd name="T31" fmla="*/ 361 h 397"/>
                <a:gd name="T32" fmla="*/ 304 w 354"/>
                <a:gd name="T33" fmla="*/ 396 h 397"/>
                <a:gd name="T34" fmla="*/ 246 w 354"/>
                <a:gd name="T35" fmla="*/ 343 h 397"/>
                <a:gd name="T36" fmla="*/ 209 w 354"/>
                <a:gd name="T37" fmla="*/ 304 h 397"/>
                <a:gd name="T38" fmla="*/ 122 w 354"/>
                <a:gd name="T39" fmla="*/ 216 h 397"/>
                <a:gd name="T40" fmla="*/ 69 w 354"/>
                <a:gd name="T41" fmla="*/ 281 h 397"/>
                <a:gd name="T42" fmla="*/ 69 w 354"/>
                <a:gd name="T43" fmla="*/ 281 h 397"/>
                <a:gd name="T44" fmla="*/ 134 w 354"/>
                <a:gd name="T45" fmla="*/ 338 h 397"/>
                <a:gd name="T46" fmla="*/ 209 w 354"/>
                <a:gd name="T47" fmla="*/ 304 h 397"/>
                <a:gd name="T48" fmla="*/ 206 w 354"/>
                <a:gd name="T49" fmla="*/ 94 h 397"/>
                <a:gd name="T50" fmla="*/ 206 w 354"/>
                <a:gd name="T51" fmla="*/ 94 h 397"/>
                <a:gd name="T52" fmla="*/ 162 w 354"/>
                <a:gd name="T53" fmla="*/ 49 h 397"/>
                <a:gd name="T54" fmla="*/ 114 w 354"/>
                <a:gd name="T55" fmla="*/ 97 h 397"/>
                <a:gd name="T56" fmla="*/ 114 w 354"/>
                <a:gd name="T57" fmla="*/ 97 h 397"/>
                <a:gd name="T58" fmla="*/ 144 w 354"/>
                <a:gd name="T59" fmla="*/ 154 h 397"/>
                <a:gd name="T60" fmla="*/ 206 w 354"/>
                <a:gd name="T61" fmla="*/ 9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4" h="397">
                  <a:moveTo>
                    <a:pt x="246" y="343"/>
                  </a:moveTo>
                  <a:cubicBezTo>
                    <a:pt x="214" y="373"/>
                    <a:pt x="174" y="393"/>
                    <a:pt x="127" y="393"/>
                  </a:cubicBezTo>
                  <a:cubicBezTo>
                    <a:pt x="54" y="393"/>
                    <a:pt x="0" y="351"/>
                    <a:pt x="0" y="284"/>
                  </a:cubicBezTo>
                  <a:lnTo>
                    <a:pt x="0" y="284"/>
                  </a:lnTo>
                  <a:cubicBezTo>
                    <a:pt x="0" y="234"/>
                    <a:pt x="30" y="199"/>
                    <a:pt x="82" y="176"/>
                  </a:cubicBezTo>
                  <a:cubicBezTo>
                    <a:pt x="59" y="149"/>
                    <a:pt x="49" y="124"/>
                    <a:pt x="49" y="97"/>
                  </a:cubicBezTo>
                  <a:lnTo>
                    <a:pt x="49" y="97"/>
                  </a:lnTo>
                  <a:cubicBezTo>
                    <a:pt x="49" y="44"/>
                    <a:pt x="92" y="0"/>
                    <a:pt x="162" y="0"/>
                  </a:cubicBezTo>
                  <a:cubicBezTo>
                    <a:pt x="224" y="0"/>
                    <a:pt x="266" y="42"/>
                    <a:pt x="266" y="92"/>
                  </a:cubicBezTo>
                  <a:lnTo>
                    <a:pt x="266" y="92"/>
                  </a:lnTo>
                  <a:cubicBezTo>
                    <a:pt x="266" y="142"/>
                    <a:pt x="231" y="174"/>
                    <a:pt x="181" y="191"/>
                  </a:cubicBezTo>
                  <a:lnTo>
                    <a:pt x="249" y="259"/>
                  </a:lnTo>
                  <a:cubicBezTo>
                    <a:pt x="264" y="236"/>
                    <a:pt x="279" y="211"/>
                    <a:pt x="291" y="184"/>
                  </a:cubicBezTo>
                  <a:lnTo>
                    <a:pt x="343" y="211"/>
                  </a:lnTo>
                  <a:cubicBezTo>
                    <a:pt x="328" y="241"/>
                    <a:pt x="311" y="274"/>
                    <a:pt x="291" y="299"/>
                  </a:cubicBezTo>
                  <a:lnTo>
                    <a:pt x="353" y="361"/>
                  </a:lnTo>
                  <a:lnTo>
                    <a:pt x="304" y="396"/>
                  </a:lnTo>
                  <a:lnTo>
                    <a:pt x="246" y="343"/>
                  </a:lnTo>
                  <a:close/>
                  <a:moveTo>
                    <a:pt x="209" y="304"/>
                  </a:moveTo>
                  <a:lnTo>
                    <a:pt x="122" y="216"/>
                  </a:lnTo>
                  <a:cubicBezTo>
                    <a:pt x="84" y="231"/>
                    <a:pt x="69" y="256"/>
                    <a:pt x="69" y="281"/>
                  </a:cubicBezTo>
                  <a:lnTo>
                    <a:pt x="69" y="281"/>
                  </a:lnTo>
                  <a:cubicBezTo>
                    <a:pt x="69" y="313"/>
                    <a:pt x="97" y="338"/>
                    <a:pt x="134" y="338"/>
                  </a:cubicBezTo>
                  <a:cubicBezTo>
                    <a:pt x="162" y="338"/>
                    <a:pt x="186" y="326"/>
                    <a:pt x="209" y="304"/>
                  </a:cubicBezTo>
                  <a:close/>
                  <a:moveTo>
                    <a:pt x="206" y="94"/>
                  </a:moveTo>
                  <a:lnTo>
                    <a:pt x="206" y="94"/>
                  </a:lnTo>
                  <a:cubicBezTo>
                    <a:pt x="206" y="67"/>
                    <a:pt x="190" y="49"/>
                    <a:pt x="162" y="49"/>
                  </a:cubicBezTo>
                  <a:cubicBezTo>
                    <a:pt x="135" y="49"/>
                    <a:pt x="114" y="69"/>
                    <a:pt x="114" y="97"/>
                  </a:cubicBezTo>
                  <a:lnTo>
                    <a:pt x="114" y="97"/>
                  </a:lnTo>
                  <a:cubicBezTo>
                    <a:pt x="114" y="117"/>
                    <a:pt x="122" y="132"/>
                    <a:pt x="144" y="154"/>
                  </a:cubicBezTo>
                  <a:cubicBezTo>
                    <a:pt x="184" y="139"/>
                    <a:pt x="206" y="122"/>
                    <a:pt x="206" y="94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</p:grpSp>
      <p:grpSp>
        <p:nvGrpSpPr>
          <p:cNvPr id="43" name="Grouper 42"/>
          <p:cNvGrpSpPr/>
          <p:nvPr userDrawn="1"/>
        </p:nvGrpSpPr>
        <p:grpSpPr>
          <a:xfrm>
            <a:off x="0" y="1311216"/>
            <a:ext cx="12192000" cy="4852517"/>
            <a:chOff x="0" y="1261568"/>
            <a:chExt cx="12315038" cy="4969484"/>
          </a:xfrm>
          <a:noFill/>
        </p:grpSpPr>
        <p:sp>
          <p:nvSpPr>
            <p:cNvPr id="44" name="Forme libre 43"/>
            <p:cNvSpPr>
              <a:spLocks noChangeArrowheads="1"/>
            </p:cNvSpPr>
            <p:nvPr userDrawn="1"/>
          </p:nvSpPr>
          <p:spPr bwMode="auto">
            <a:xfrm rot="5400000">
              <a:off x="2172970" y="3846549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5" name="Forme libre 44"/>
            <p:cNvSpPr>
              <a:spLocks noChangeArrowheads="1"/>
            </p:cNvSpPr>
            <p:nvPr userDrawn="1"/>
          </p:nvSpPr>
          <p:spPr bwMode="auto">
            <a:xfrm rot="5400000">
              <a:off x="2234518" y="3215496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6" name="Forme libre 45"/>
            <p:cNvSpPr>
              <a:spLocks noChangeArrowheads="1"/>
            </p:cNvSpPr>
            <p:nvPr userDrawn="1"/>
          </p:nvSpPr>
          <p:spPr bwMode="auto">
            <a:xfrm rot="5400000">
              <a:off x="3293103" y="3215443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7" name="Forme libre 46"/>
            <p:cNvSpPr>
              <a:spLocks noChangeArrowheads="1"/>
            </p:cNvSpPr>
            <p:nvPr userDrawn="1"/>
          </p:nvSpPr>
          <p:spPr bwMode="auto">
            <a:xfrm rot="5400000">
              <a:off x="5588678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8" name="Forme libre 47"/>
            <p:cNvSpPr>
              <a:spLocks noChangeArrowheads="1"/>
            </p:cNvSpPr>
            <p:nvPr userDrawn="1"/>
          </p:nvSpPr>
          <p:spPr bwMode="auto">
            <a:xfrm rot="5400000">
              <a:off x="4472154" y="3214881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9" name="Forme libre 48"/>
            <p:cNvSpPr>
              <a:spLocks noChangeArrowheads="1"/>
            </p:cNvSpPr>
            <p:nvPr userDrawn="1"/>
          </p:nvSpPr>
          <p:spPr bwMode="auto">
            <a:xfrm rot="5400000">
              <a:off x="5530739" y="3214828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0" name="Forme libre 49"/>
            <p:cNvSpPr>
              <a:spLocks noChangeArrowheads="1"/>
            </p:cNvSpPr>
            <p:nvPr userDrawn="1"/>
          </p:nvSpPr>
          <p:spPr bwMode="auto">
            <a:xfrm rot="5400000">
              <a:off x="6645547" y="3846549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1" name="Forme libre 50"/>
            <p:cNvSpPr>
              <a:spLocks noChangeArrowheads="1"/>
            </p:cNvSpPr>
            <p:nvPr userDrawn="1"/>
          </p:nvSpPr>
          <p:spPr bwMode="auto">
            <a:xfrm rot="5400000">
              <a:off x="-5543" y="4472858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2" name="Forme libre 51"/>
            <p:cNvSpPr>
              <a:spLocks noChangeArrowheads="1"/>
            </p:cNvSpPr>
            <p:nvPr userDrawn="1"/>
          </p:nvSpPr>
          <p:spPr bwMode="auto">
            <a:xfrm rot="5400000">
              <a:off x="-67512" y="3845933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3" name="Forme libre 52"/>
            <p:cNvSpPr>
              <a:spLocks noChangeArrowheads="1"/>
            </p:cNvSpPr>
            <p:nvPr userDrawn="1"/>
          </p:nvSpPr>
          <p:spPr bwMode="auto">
            <a:xfrm rot="5400000">
              <a:off x="1053793" y="4471424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4" name="Forme libre 53"/>
            <p:cNvSpPr>
              <a:spLocks noChangeArrowheads="1"/>
            </p:cNvSpPr>
            <p:nvPr userDrawn="1"/>
          </p:nvSpPr>
          <p:spPr bwMode="auto">
            <a:xfrm rot="5400000">
              <a:off x="1110559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5" name="Forme libre 54"/>
            <p:cNvSpPr>
              <a:spLocks noChangeArrowheads="1"/>
            </p:cNvSpPr>
            <p:nvPr userDrawn="1"/>
          </p:nvSpPr>
          <p:spPr bwMode="auto">
            <a:xfrm rot="5400000">
              <a:off x="-5964" y="3214881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6" name="Forme libre 55"/>
            <p:cNvSpPr>
              <a:spLocks noChangeArrowheads="1"/>
            </p:cNvSpPr>
            <p:nvPr userDrawn="1"/>
          </p:nvSpPr>
          <p:spPr bwMode="auto">
            <a:xfrm rot="5400000">
              <a:off x="1052620" y="3214828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7" name="Forme libre 56"/>
            <p:cNvSpPr>
              <a:spLocks noChangeArrowheads="1"/>
            </p:cNvSpPr>
            <p:nvPr userDrawn="1"/>
          </p:nvSpPr>
          <p:spPr bwMode="auto">
            <a:xfrm rot="5400000">
              <a:off x="1115877" y="2587400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8" name="Forme libre 57"/>
            <p:cNvSpPr>
              <a:spLocks noChangeArrowheads="1"/>
            </p:cNvSpPr>
            <p:nvPr userDrawn="1"/>
          </p:nvSpPr>
          <p:spPr bwMode="auto">
            <a:xfrm rot="5400000">
              <a:off x="1053908" y="1960475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9" name="Forme libre 58"/>
            <p:cNvSpPr>
              <a:spLocks noChangeArrowheads="1"/>
            </p:cNvSpPr>
            <p:nvPr userDrawn="1"/>
          </p:nvSpPr>
          <p:spPr bwMode="auto">
            <a:xfrm rot="5400000">
              <a:off x="2175213" y="2585966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0" name="Forme libre 59"/>
            <p:cNvSpPr>
              <a:spLocks noChangeArrowheads="1"/>
            </p:cNvSpPr>
            <p:nvPr userDrawn="1"/>
          </p:nvSpPr>
          <p:spPr bwMode="auto">
            <a:xfrm rot="5400000">
              <a:off x="3353513" y="2586784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1" name="Forme libre 60"/>
            <p:cNvSpPr>
              <a:spLocks noChangeArrowheads="1"/>
            </p:cNvSpPr>
            <p:nvPr userDrawn="1"/>
          </p:nvSpPr>
          <p:spPr bwMode="auto">
            <a:xfrm rot="5400000">
              <a:off x="4412849" y="2585350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2" name="Forme libre 61"/>
            <p:cNvSpPr>
              <a:spLocks noChangeArrowheads="1"/>
            </p:cNvSpPr>
            <p:nvPr userDrawn="1"/>
          </p:nvSpPr>
          <p:spPr bwMode="auto">
            <a:xfrm rot="5400000">
              <a:off x="-65269" y="2585350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3" name="Forme libre 62"/>
            <p:cNvSpPr>
              <a:spLocks noChangeArrowheads="1"/>
            </p:cNvSpPr>
            <p:nvPr userDrawn="1"/>
          </p:nvSpPr>
          <p:spPr bwMode="auto">
            <a:xfrm rot="5400000">
              <a:off x="-8503" y="1956810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4" name="Forme libre 63"/>
            <p:cNvSpPr>
              <a:spLocks noChangeArrowheads="1"/>
            </p:cNvSpPr>
            <p:nvPr userDrawn="1"/>
          </p:nvSpPr>
          <p:spPr bwMode="auto">
            <a:xfrm rot="5400000">
              <a:off x="-66442" y="1328754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5" name="Forme libre 64"/>
            <p:cNvSpPr>
              <a:spLocks noChangeArrowheads="1"/>
            </p:cNvSpPr>
            <p:nvPr userDrawn="1"/>
          </p:nvSpPr>
          <p:spPr bwMode="auto">
            <a:xfrm rot="5400000">
              <a:off x="-66508" y="5104173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6" name="Forme libre 65"/>
            <p:cNvSpPr>
              <a:spLocks noChangeArrowheads="1"/>
            </p:cNvSpPr>
            <p:nvPr userDrawn="1"/>
          </p:nvSpPr>
          <p:spPr bwMode="auto">
            <a:xfrm rot="5400000">
              <a:off x="8889028" y="3846548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7" name="Forme libre 66"/>
            <p:cNvSpPr>
              <a:spLocks noChangeArrowheads="1"/>
            </p:cNvSpPr>
            <p:nvPr userDrawn="1"/>
          </p:nvSpPr>
          <p:spPr bwMode="auto">
            <a:xfrm rot="5400000">
              <a:off x="8950576" y="3215495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8" name="Forme libre 67"/>
            <p:cNvSpPr>
              <a:spLocks noChangeArrowheads="1"/>
            </p:cNvSpPr>
            <p:nvPr userDrawn="1"/>
          </p:nvSpPr>
          <p:spPr bwMode="auto">
            <a:xfrm rot="5400000">
              <a:off x="10009161" y="3215442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9" name="Forme libre 68"/>
            <p:cNvSpPr>
              <a:spLocks noChangeArrowheads="1"/>
            </p:cNvSpPr>
            <p:nvPr userDrawn="1"/>
          </p:nvSpPr>
          <p:spPr bwMode="auto">
            <a:xfrm rot="5400000">
              <a:off x="11188212" y="3214880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0" name="Forme libre 69"/>
            <p:cNvSpPr>
              <a:spLocks noChangeArrowheads="1"/>
            </p:cNvSpPr>
            <p:nvPr userDrawn="1"/>
          </p:nvSpPr>
          <p:spPr bwMode="auto">
            <a:xfrm rot="5400000">
              <a:off x="7826616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1" name="Forme libre 70"/>
            <p:cNvSpPr>
              <a:spLocks noChangeArrowheads="1"/>
            </p:cNvSpPr>
            <p:nvPr userDrawn="1"/>
          </p:nvSpPr>
          <p:spPr bwMode="auto">
            <a:xfrm rot="5400000">
              <a:off x="6710093" y="3214880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2" name="Forme libre 71"/>
            <p:cNvSpPr>
              <a:spLocks noChangeArrowheads="1"/>
            </p:cNvSpPr>
            <p:nvPr userDrawn="1"/>
          </p:nvSpPr>
          <p:spPr bwMode="auto">
            <a:xfrm rot="5400000">
              <a:off x="7768678" y="3214826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3" name="Forme libre 72"/>
            <p:cNvSpPr>
              <a:spLocks noChangeArrowheads="1"/>
            </p:cNvSpPr>
            <p:nvPr userDrawn="1"/>
          </p:nvSpPr>
          <p:spPr bwMode="auto">
            <a:xfrm rot="5400000">
              <a:off x="10069571" y="2586783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4" name="Forme libre 73"/>
            <p:cNvSpPr>
              <a:spLocks noChangeArrowheads="1"/>
            </p:cNvSpPr>
            <p:nvPr userDrawn="1"/>
          </p:nvSpPr>
          <p:spPr bwMode="auto">
            <a:xfrm rot="5400000">
              <a:off x="11128907" y="2585349"/>
              <a:ext cx="1192510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</p:grpSp>
    </p:spTree>
    <p:extLst>
      <p:ext uri="{BB962C8B-B14F-4D97-AF65-F5344CB8AC3E}">
        <p14:creationId xmlns:p14="http://schemas.microsoft.com/office/powerpoint/2010/main" val="196332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11" r:id="rId1"/>
    <p:sldLayoutId id="2147485412" r:id="rId2"/>
    <p:sldLayoutId id="2147485413" r:id="rId3"/>
    <p:sldLayoutId id="2147485414" r:id="rId4"/>
    <p:sldLayoutId id="2147485415" r:id="rId5"/>
    <p:sldLayoutId id="2147485416" r:id="rId6"/>
    <p:sldLayoutId id="2147485417" r:id="rId7"/>
    <p:sldLayoutId id="2147485418" r:id="rId8"/>
    <p:sldLayoutId id="2147485419" r:id="rId9"/>
    <p:sldLayoutId id="2147485432" r:id="rId10"/>
  </p:sldLayoutIdLst>
  <p:hf sldNum="0" hdr="0" dt="0"/>
  <p:txStyles>
    <p:titleStyle>
      <a:lvl1pPr algn="ctr" defTabSz="561412" rtl="0" fontAlgn="base">
        <a:spcBef>
          <a:spcPct val="0"/>
        </a:spcBef>
        <a:spcAft>
          <a:spcPct val="0"/>
        </a:spcAft>
        <a:defRPr sz="5404" kern="1200">
          <a:solidFill>
            <a:schemeClr val="tx1"/>
          </a:solidFill>
          <a:latin typeface="+mj-lt"/>
          <a:ea typeface="ＭＳ Ｐゴシック" pitchFamily="34" charset="-128"/>
          <a:cs typeface="+mj-cs"/>
        </a:defRPr>
      </a:lvl1pPr>
      <a:lvl2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2pPr>
      <a:lvl3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3pPr>
      <a:lvl4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4pPr>
      <a:lvl5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5pPr>
      <a:lvl6pPr marL="561412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6pPr>
      <a:lvl7pPr marL="1122822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7pPr>
      <a:lvl8pPr marL="1684234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8pPr>
      <a:lvl9pPr marL="2245645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9pPr>
    </p:titleStyle>
    <p:bodyStyle>
      <a:lvl1pPr marL="421059" indent="-421059" algn="l" defTabSz="561412" rtl="0" fontAlgn="base">
        <a:spcBef>
          <a:spcPct val="20000"/>
        </a:spcBef>
        <a:spcAft>
          <a:spcPct val="0"/>
        </a:spcAft>
        <a:buFont typeface="Arial" charset="0"/>
        <a:buChar char="•"/>
        <a:defRPr sz="393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1pPr>
      <a:lvl2pPr marL="912294" indent="-350882" algn="l" defTabSz="561412" rtl="0" fontAlgn="base">
        <a:spcBef>
          <a:spcPct val="20000"/>
        </a:spcBef>
        <a:spcAft>
          <a:spcPct val="0"/>
        </a:spcAft>
        <a:buFont typeface="Arial" charset="0"/>
        <a:buChar char="–"/>
        <a:defRPr sz="3438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403529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•"/>
        <a:defRPr sz="294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964940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–"/>
        <a:defRPr sz="245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526350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»"/>
        <a:defRPr sz="245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3087762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6pPr>
      <a:lvl7pPr marL="3649174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7pPr>
      <a:lvl8pPr marL="4210584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8pPr>
      <a:lvl9pPr marL="4771995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1pPr>
      <a:lvl2pPr marL="561412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2pPr>
      <a:lvl3pPr marL="1122822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3pPr>
      <a:lvl4pPr marL="1684234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4pPr>
      <a:lvl5pPr marL="2245645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5pPr>
      <a:lvl6pPr marL="2807055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6pPr>
      <a:lvl7pPr marL="3368467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7pPr>
      <a:lvl8pPr marL="3929879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8pPr>
      <a:lvl9pPr marL="4491290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2"/>
            </p:custDataLst>
          </p:nvPr>
        </p:nvGraphicFramePr>
        <p:xfrm>
          <a:off x="1956" y="1590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56" y="1590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er 2"/>
          <p:cNvGrpSpPr/>
          <p:nvPr userDrawn="1"/>
        </p:nvGrpSpPr>
        <p:grpSpPr>
          <a:xfrm>
            <a:off x="9718060" y="6427311"/>
            <a:ext cx="2139295" cy="217992"/>
            <a:chOff x="1122363" y="720725"/>
            <a:chExt cx="4278312" cy="434975"/>
          </a:xfrm>
        </p:grpSpPr>
        <p:sp>
          <p:nvSpPr>
            <p:cNvPr id="4" name="Freeform 1"/>
            <p:cNvSpPr>
              <a:spLocks noChangeArrowheads="1"/>
            </p:cNvSpPr>
            <p:nvPr/>
          </p:nvSpPr>
          <p:spPr bwMode="auto">
            <a:xfrm>
              <a:off x="1557338" y="966788"/>
              <a:ext cx="119062" cy="104775"/>
            </a:xfrm>
            <a:custGeom>
              <a:avLst/>
              <a:gdLst>
                <a:gd name="T0" fmla="*/ 0 w 330"/>
                <a:gd name="T1" fmla="*/ 100 h 293"/>
                <a:gd name="T2" fmla="*/ 189 w 330"/>
                <a:gd name="T3" fmla="*/ 0 h 293"/>
                <a:gd name="T4" fmla="*/ 329 w 330"/>
                <a:gd name="T5" fmla="*/ 292 h 293"/>
                <a:gd name="T6" fmla="*/ 119 w 330"/>
                <a:gd name="T7" fmla="*/ 292 h 293"/>
                <a:gd name="T8" fmla="*/ 62 w 330"/>
                <a:gd name="T9" fmla="*/ 257 h 293"/>
                <a:gd name="T10" fmla="*/ 0 w 330"/>
                <a:gd name="T11" fmla="*/ 1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0" h="293">
                  <a:moveTo>
                    <a:pt x="0" y="100"/>
                  </a:moveTo>
                  <a:lnTo>
                    <a:pt x="189" y="0"/>
                  </a:lnTo>
                  <a:lnTo>
                    <a:pt x="329" y="292"/>
                  </a:lnTo>
                  <a:lnTo>
                    <a:pt x="119" y="292"/>
                  </a:lnTo>
                  <a:cubicBezTo>
                    <a:pt x="119" y="292"/>
                    <a:pt x="79" y="292"/>
                    <a:pt x="62" y="257"/>
                  </a:cubicBezTo>
                  <a:cubicBezTo>
                    <a:pt x="47" y="214"/>
                    <a:pt x="0" y="100"/>
                    <a:pt x="0" y="10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5" name="Freeform 2"/>
            <p:cNvSpPr>
              <a:spLocks noChangeArrowheads="1"/>
            </p:cNvSpPr>
            <p:nvPr/>
          </p:nvSpPr>
          <p:spPr bwMode="auto">
            <a:xfrm>
              <a:off x="1146175" y="1104900"/>
              <a:ext cx="546100" cy="49213"/>
            </a:xfrm>
            <a:custGeom>
              <a:avLst/>
              <a:gdLst>
                <a:gd name="T0" fmla="*/ 757 w 1515"/>
                <a:gd name="T1" fmla="*/ 134 h 135"/>
                <a:gd name="T2" fmla="*/ 0 w 1515"/>
                <a:gd name="T3" fmla="*/ 134 h 135"/>
                <a:gd name="T4" fmla="*/ 0 w 1515"/>
                <a:gd name="T5" fmla="*/ 0 h 135"/>
                <a:gd name="T6" fmla="*/ 1514 w 1515"/>
                <a:gd name="T7" fmla="*/ 0 h 135"/>
                <a:gd name="T8" fmla="*/ 1514 w 1515"/>
                <a:gd name="T9" fmla="*/ 134 h 135"/>
                <a:gd name="T10" fmla="*/ 757 w 1515"/>
                <a:gd name="T11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5" h="135">
                  <a:moveTo>
                    <a:pt x="757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514" y="0"/>
                  </a:lnTo>
                  <a:lnTo>
                    <a:pt x="1514" y="134"/>
                  </a:lnTo>
                  <a:lnTo>
                    <a:pt x="757" y="134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6" name="Freeform 3"/>
            <p:cNvSpPr>
              <a:spLocks noChangeArrowheads="1"/>
            </p:cNvSpPr>
            <p:nvPr/>
          </p:nvSpPr>
          <p:spPr bwMode="auto">
            <a:xfrm>
              <a:off x="1584325" y="739775"/>
              <a:ext cx="147638" cy="120650"/>
            </a:xfrm>
            <a:custGeom>
              <a:avLst/>
              <a:gdLst>
                <a:gd name="T0" fmla="*/ 411 w 412"/>
                <a:gd name="T1" fmla="*/ 155 h 333"/>
                <a:gd name="T2" fmla="*/ 117 w 412"/>
                <a:gd name="T3" fmla="*/ 312 h 333"/>
                <a:gd name="T4" fmla="*/ 40 w 412"/>
                <a:gd name="T5" fmla="*/ 297 h 333"/>
                <a:gd name="T6" fmla="*/ 0 w 412"/>
                <a:gd name="T7" fmla="*/ 197 h 333"/>
                <a:gd name="T8" fmla="*/ 45 w 412"/>
                <a:gd name="T9" fmla="*/ 192 h 333"/>
                <a:gd name="T10" fmla="*/ 411 w 412"/>
                <a:gd name="T11" fmla="*/ 0 h 333"/>
                <a:gd name="T12" fmla="*/ 411 w 412"/>
                <a:gd name="T13" fmla="*/ 155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333">
                  <a:moveTo>
                    <a:pt x="411" y="155"/>
                  </a:moveTo>
                  <a:cubicBezTo>
                    <a:pt x="411" y="155"/>
                    <a:pt x="172" y="292"/>
                    <a:pt x="117" y="312"/>
                  </a:cubicBezTo>
                  <a:cubicBezTo>
                    <a:pt x="65" y="332"/>
                    <a:pt x="47" y="304"/>
                    <a:pt x="40" y="297"/>
                  </a:cubicBezTo>
                  <a:cubicBezTo>
                    <a:pt x="25" y="277"/>
                    <a:pt x="2" y="207"/>
                    <a:pt x="0" y="197"/>
                  </a:cubicBezTo>
                  <a:cubicBezTo>
                    <a:pt x="2" y="197"/>
                    <a:pt x="15" y="200"/>
                    <a:pt x="45" y="192"/>
                  </a:cubicBezTo>
                  <a:cubicBezTo>
                    <a:pt x="82" y="182"/>
                    <a:pt x="409" y="0"/>
                    <a:pt x="411" y="0"/>
                  </a:cubicBezTo>
                  <a:lnTo>
                    <a:pt x="411" y="15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7" name="Freeform 4"/>
            <p:cNvSpPr>
              <a:spLocks noChangeArrowheads="1"/>
            </p:cNvSpPr>
            <p:nvPr/>
          </p:nvSpPr>
          <p:spPr bwMode="auto">
            <a:xfrm>
              <a:off x="1122363" y="765175"/>
              <a:ext cx="609600" cy="347663"/>
            </a:xfrm>
            <a:custGeom>
              <a:avLst/>
              <a:gdLst>
                <a:gd name="T0" fmla="*/ 1313 w 1695"/>
                <a:gd name="T1" fmla="*/ 366 h 964"/>
                <a:gd name="T2" fmla="*/ 1156 w 1695"/>
                <a:gd name="T3" fmla="*/ 20 h 964"/>
                <a:gd name="T4" fmla="*/ 929 w 1695"/>
                <a:gd name="T5" fmla="*/ 20 h 964"/>
                <a:gd name="T6" fmla="*/ 610 w 1695"/>
                <a:gd name="T7" fmla="*/ 614 h 964"/>
                <a:gd name="T8" fmla="*/ 867 w 1695"/>
                <a:gd name="T9" fmla="*/ 535 h 964"/>
                <a:gd name="T10" fmla="*/ 1029 w 1695"/>
                <a:gd name="T11" fmla="*/ 207 h 964"/>
                <a:gd name="T12" fmla="*/ 1131 w 1695"/>
                <a:gd name="T13" fmla="*/ 463 h 964"/>
                <a:gd name="T14" fmla="*/ 750 w 1695"/>
                <a:gd name="T15" fmla="*/ 634 h 964"/>
                <a:gd name="T16" fmla="*/ 197 w 1695"/>
                <a:gd name="T17" fmla="*/ 649 h 964"/>
                <a:gd name="T18" fmla="*/ 683 w 1695"/>
                <a:gd name="T19" fmla="*/ 184 h 964"/>
                <a:gd name="T20" fmla="*/ 780 w 1695"/>
                <a:gd name="T21" fmla="*/ 174 h 964"/>
                <a:gd name="T22" fmla="*/ 735 w 1695"/>
                <a:gd name="T23" fmla="*/ 42 h 964"/>
                <a:gd name="T24" fmla="*/ 638 w 1695"/>
                <a:gd name="T25" fmla="*/ 7 h 964"/>
                <a:gd name="T26" fmla="*/ 75 w 1695"/>
                <a:gd name="T27" fmla="*/ 391 h 964"/>
                <a:gd name="T28" fmla="*/ 165 w 1695"/>
                <a:gd name="T29" fmla="*/ 766 h 964"/>
                <a:gd name="T30" fmla="*/ 845 w 1695"/>
                <a:gd name="T31" fmla="*/ 786 h 964"/>
                <a:gd name="T32" fmla="*/ 1692 w 1695"/>
                <a:gd name="T33" fmla="*/ 341 h 964"/>
                <a:gd name="T34" fmla="*/ 1692 w 1695"/>
                <a:gd name="T35" fmla="*/ 159 h 964"/>
                <a:gd name="T36" fmla="*/ 1313 w 1695"/>
                <a:gd name="T37" fmla="*/ 366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95" h="964">
                  <a:moveTo>
                    <a:pt x="1313" y="366"/>
                  </a:moveTo>
                  <a:lnTo>
                    <a:pt x="1156" y="20"/>
                  </a:lnTo>
                  <a:lnTo>
                    <a:pt x="929" y="20"/>
                  </a:lnTo>
                  <a:lnTo>
                    <a:pt x="610" y="614"/>
                  </a:lnTo>
                  <a:cubicBezTo>
                    <a:pt x="610" y="614"/>
                    <a:pt x="767" y="609"/>
                    <a:pt x="867" y="535"/>
                  </a:cubicBezTo>
                  <a:cubicBezTo>
                    <a:pt x="892" y="520"/>
                    <a:pt x="964" y="331"/>
                    <a:pt x="1029" y="207"/>
                  </a:cubicBezTo>
                  <a:lnTo>
                    <a:pt x="1131" y="463"/>
                  </a:lnTo>
                  <a:cubicBezTo>
                    <a:pt x="977" y="542"/>
                    <a:pt x="830" y="612"/>
                    <a:pt x="750" y="634"/>
                  </a:cubicBezTo>
                  <a:cubicBezTo>
                    <a:pt x="541" y="694"/>
                    <a:pt x="287" y="731"/>
                    <a:pt x="197" y="649"/>
                  </a:cubicBezTo>
                  <a:cubicBezTo>
                    <a:pt x="112" y="572"/>
                    <a:pt x="309" y="254"/>
                    <a:pt x="683" y="184"/>
                  </a:cubicBezTo>
                  <a:cubicBezTo>
                    <a:pt x="742" y="172"/>
                    <a:pt x="780" y="174"/>
                    <a:pt x="780" y="174"/>
                  </a:cubicBezTo>
                  <a:cubicBezTo>
                    <a:pt x="780" y="174"/>
                    <a:pt x="755" y="65"/>
                    <a:pt x="735" y="42"/>
                  </a:cubicBezTo>
                  <a:cubicBezTo>
                    <a:pt x="708" y="7"/>
                    <a:pt x="680" y="0"/>
                    <a:pt x="638" y="7"/>
                  </a:cubicBezTo>
                  <a:cubicBezTo>
                    <a:pt x="556" y="12"/>
                    <a:pt x="212" y="105"/>
                    <a:pt x="75" y="391"/>
                  </a:cubicBezTo>
                  <a:cubicBezTo>
                    <a:pt x="0" y="555"/>
                    <a:pt x="100" y="719"/>
                    <a:pt x="165" y="766"/>
                  </a:cubicBezTo>
                  <a:cubicBezTo>
                    <a:pt x="194" y="789"/>
                    <a:pt x="391" y="963"/>
                    <a:pt x="845" y="786"/>
                  </a:cubicBezTo>
                  <a:cubicBezTo>
                    <a:pt x="1290" y="612"/>
                    <a:pt x="1692" y="341"/>
                    <a:pt x="1692" y="341"/>
                  </a:cubicBezTo>
                  <a:lnTo>
                    <a:pt x="1692" y="159"/>
                  </a:lnTo>
                  <a:cubicBezTo>
                    <a:pt x="1694" y="154"/>
                    <a:pt x="1520" y="257"/>
                    <a:pt x="1313" y="36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8" name="Freeform 5"/>
            <p:cNvSpPr>
              <a:spLocks noChangeArrowheads="1"/>
            </p:cNvSpPr>
            <p:nvPr/>
          </p:nvSpPr>
          <p:spPr bwMode="auto">
            <a:xfrm>
              <a:off x="1884363" y="1014413"/>
              <a:ext cx="136525" cy="139700"/>
            </a:xfrm>
            <a:custGeom>
              <a:avLst/>
              <a:gdLst>
                <a:gd name="T0" fmla="*/ 0 w 380"/>
                <a:gd name="T1" fmla="*/ 62 h 387"/>
                <a:gd name="T2" fmla="*/ 0 w 380"/>
                <a:gd name="T3" fmla="*/ 0 h 387"/>
                <a:gd name="T4" fmla="*/ 379 w 380"/>
                <a:gd name="T5" fmla="*/ 0 h 387"/>
                <a:gd name="T6" fmla="*/ 379 w 380"/>
                <a:gd name="T7" fmla="*/ 62 h 387"/>
                <a:gd name="T8" fmla="*/ 229 w 380"/>
                <a:gd name="T9" fmla="*/ 62 h 387"/>
                <a:gd name="T10" fmla="*/ 229 w 380"/>
                <a:gd name="T11" fmla="*/ 386 h 387"/>
                <a:gd name="T12" fmla="*/ 147 w 380"/>
                <a:gd name="T13" fmla="*/ 386 h 387"/>
                <a:gd name="T14" fmla="*/ 147 w 380"/>
                <a:gd name="T15" fmla="*/ 62 h 387"/>
                <a:gd name="T16" fmla="*/ 0 w 380"/>
                <a:gd name="T17" fmla="*/ 6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0" h="387">
                  <a:moveTo>
                    <a:pt x="0" y="62"/>
                  </a:moveTo>
                  <a:lnTo>
                    <a:pt x="0" y="0"/>
                  </a:lnTo>
                  <a:lnTo>
                    <a:pt x="379" y="0"/>
                  </a:lnTo>
                  <a:lnTo>
                    <a:pt x="379" y="62"/>
                  </a:lnTo>
                  <a:lnTo>
                    <a:pt x="229" y="62"/>
                  </a:lnTo>
                  <a:lnTo>
                    <a:pt x="229" y="386"/>
                  </a:lnTo>
                  <a:lnTo>
                    <a:pt x="147" y="386"/>
                  </a:lnTo>
                  <a:lnTo>
                    <a:pt x="147" y="62"/>
                  </a:lnTo>
                  <a:lnTo>
                    <a:pt x="0" y="6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9" name="Freeform 6"/>
            <p:cNvSpPr>
              <a:spLocks noChangeArrowheads="1"/>
            </p:cNvSpPr>
            <p:nvPr/>
          </p:nvSpPr>
          <p:spPr bwMode="auto">
            <a:xfrm>
              <a:off x="2051050" y="1014413"/>
              <a:ext cx="128588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7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0" name="Freeform 7"/>
            <p:cNvSpPr>
              <a:spLocks noChangeArrowheads="1"/>
            </p:cNvSpPr>
            <p:nvPr/>
          </p:nvSpPr>
          <p:spPr bwMode="auto">
            <a:xfrm>
              <a:off x="2208213" y="1011238"/>
              <a:ext cx="152400" cy="144462"/>
            </a:xfrm>
            <a:custGeom>
              <a:avLst/>
              <a:gdLst>
                <a:gd name="T0" fmla="*/ 247 w 425"/>
                <a:gd name="T1" fmla="*/ 0 h 400"/>
                <a:gd name="T2" fmla="*/ 419 w 425"/>
                <a:gd name="T3" fmla="*/ 55 h 400"/>
                <a:gd name="T4" fmla="*/ 381 w 425"/>
                <a:gd name="T5" fmla="*/ 105 h 400"/>
                <a:gd name="T6" fmla="*/ 252 w 425"/>
                <a:gd name="T7" fmla="*/ 60 h 400"/>
                <a:gd name="T8" fmla="*/ 90 w 425"/>
                <a:gd name="T9" fmla="*/ 199 h 400"/>
                <a:gd name="T10" fmla="*/ 252 w 425"/>
                <a:gd name="T11" fmla="*/ 339 h 400"/>
                <a:gd name="T12" fmla="*/ 386 w 425"/>
                <a:gd name="T13" fmla="*/ 292 h 400"/>
                <a:gd name="T14" fmla="*/ 424 w 425"/>
                <a:gd name="T15" fmla="*/ 341 h 400"/>
                <a:gd name="T16" fmla="*/ 244 w 425"/>
                <a:gd name="T17" fmla="*/ 399 h 400"/>
                <a:gd name="T18" fmla="*/ 0 w 425"/>
                <a:gd name="T19" fmla="*/ 199 h 400"/>
                <a:gd name="T20" fmla="*/ 247 w 425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5" h="400">
                  <a:moveTo>
                    <a:pt x="247" y="0"/>
                  </a:moveTo>
                  <a:cubicBezTo>
                    <a:pt x="307" y="0"/>
                    <a:pt x="369" y="18"/>
                    <a:pt x="419" y="55"/>
                  </a:cubicBezTo>
                  <a:lnTo>
                    <a:pt x="381" y="105"/>
                  </a:lnTo>
                  <a:cubicBezTo>
                    <a:pt x="339" y="75"/>
                    <a:pt x="304" y="60"/>
                    <a:pt x="252" y="60"/>
                  </a:cubicBezTo>
                  <a:cubicBezTo>
                    <a:pt x="160" y="60"/>
                    <a:pt x="90" y="117"/>
                    <a:pt x="90" y="199"/>
                  </a:cubicBezTo>
                  <a:cubicBezTo>
                    <a:pt x="90" y="282"/>
                    <a:pt x="162" y="339"/>
                    <a:pt x="252" y="339"/>
                  </a:cubicBezTo>
                  <a:cubicBezTo>
                    <a:pt x="307" y="339"/>
                    <a:pt x="344" y="321"/>
                    <a:pt x="386" y="292"/>
                  </a:cubicBezTo>
                  <a:lnTo>
                    <a:pt x="424" y="341"/>
                  </a:lnTo>
                  <a:cubicBezTo>
                    <a:pt x="371" y="379"/>
                    <a:pt x="307" y="399"/>
                    <a:pt x="244" y="399"/>
                  </a:cubicBezTo>
                  <a:cubicBezTo>
                    <a:pt x="120" y="399"/>
                    <a:pt x="0" y="324"/>
                    <a:pt x="0" y="199"/>
                  </a:cubicBezTo>
                  <a:cubicBezTo>
                    <a:pt x="5" y="72"/>
                    <a:pt x="122" y="0"/>
                    <a:pt x="247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1" name="Freeform 8"/>
            <p:cNvSpPr>
              <a:spLocks noChangeArrowheads="1"/>
            </p:cNvSpPr>
            <p:nvPr/>
          </p:nvSpPr>
          <p:spPr bwMode="auto">
            <a:xfrm>
              <a:off x="2395538" y="1014413"/>
              <a:ext cx="146050" cy="139700"/>
            </a:xfrm>
            <a:custGeom>
              <a:avLst/>
              <a:gdLst>
                <a:gd name="T0" fmla="*/ 0 w 405"/>
                <a:gd name="T1" fmla="*/ 0 h 387"/>
                <a:gd name="T2" fmla="*/ 83 w 405"/>
                <a:gd name="T3" fmla="*/ 0 h 387"/>
                <a:gd name="T4" fmla="*/ 83 w 405"/>
                <a:gd name="T5" fmla="*/ 150 h 387"/>
                <a:gd name="T6" fmla="*/ 322 w 405"/>
                <a:gd name="T7" fmla="*/ 150 h 387"/>
                <a:gd name="T8" fmla="*/ 322 w 405"/>
                <a:gd name="T9" fmla="*/ 0 h 387"/>
                <a:gd name="T10" fmla="*/ 404 w 405"/>
                <a:gd name="T11" fmla="*/ 0 h 387"/>
                <a:gd name="T12" fmla="*/ 404 w 405"/>
                <a:gd name="T13" fmla="*/ 386 h 387"/>
                <a:gd name="T14" fmla="*/ 322 w 405"/>
                <a:gd name="T15" fmla="*/ 386 h 387"/>
                <a:gd name="T16" fmla="*/ 322 w 405"/>
                <a:gd name="T17" fmla="*/ 212 h 387"/>
                <a:gd name="T18" fmla="*/ 83 w 405"/>
                <a:gd name="T19" fmla="*/ 212 h 387"/>
                <a:gd name="T20" fmla="*/ 83 w 405"/>
                <a:gd name="T21" fmla="*/ 386 h 387"/>
                <a:gd name="T22" fmla="*/ 0 w 405"/>
                <a:gd name="T23" fmla="*/ 386 h 387"/>
                <a:gd name="T24" fmla="*/ 0 w 405"/>
                <a:gd name="T2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5" h="387">
                  <a:moveTo>
                    <a:pt x="0" y="0"/>
                  </a:moveTo>
                  <a:lnTo>
                    <a:pt x="83" y="0"/>
                  </a:lnTo>
                  <a:lnTo>
                    <a:pt x="83" y="150"/>
                  </a:lnTo>
                  <a:lnTo>
                    <a:pt x="322" y="150"/>
                  </a:lnTo>
                  <a:lnTo>
                    <a:pt x="322" y="0"/>
                  </a:lnTo>
                  <a:lnTo>
                    <a:pt x="404" y="0"/>
                  </a:lnTo>
                  <a:lnTo>
                    <a:pt x="404" y="386"/>
                  </a:lnTo>
                  <a:lnTo>
                    <a:pt x="322" y="386"/>
                  </a:lnTo>
                  <a:lnTo>
                    <a:pt x="322" y="212"/>
                  </a:lnTo>
                  <a:lnTo>
                    <a:pt x="83" y="212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2" name="Freeform 9"/>
            <p:cNvSpPr>
              <a:spLocks noChangeArrowheads="1"/>
            </p:cNvSpPr>
            <p:nvPr/>
          </p:nvSpPr>
          <p:spPr bwMode="auto">
            <a:xfrm>
              <a:off x="2584450" y="1014413"/>
              <a:ext cx="144463" cy="139700"/>
            </a:xfrm>
            <a:custGeom>
              <a:avLst/>
              <a:gdLst>
                <a:gd name="T0" fmla="*/ 82 w 402"/>
                <a:gd name="T1" fmla="*/ 112 h 387"/>
                <a:gd name="T2" fmla="*/ 82 w 402"/>
                <a:gd name="T3" fmla="*/ 386 h 387"/>
                <a:gd name="T4" fmla="*/ 0 w 402"/>
                <a:gd name="T5" fmla="*/ 386 h 387"/>
                <a:gd name="T6" fmla="*/ 0 w 402"/>
                <a:gd name="T7" fmla="*/ 0 h 387"/>
                <a:gd name="T8" fmla="*/ 82 w 402"/>
                <a:gd name="T9" fmla="*/ 0 h 387"/>
                <a:gd name="T10" fmla="*/ 319 w 402"/>
                <a:gd name="T11" fmla="*/ 274 h 387"/>
                <a:gd name="T12" fmla="*/ 319 w 402"/>
                <a:gd name="T13" fmla="*/ 0 h 387"/>
                <a:gd name="T14" fmla="*/ 401 w 402"/>
                <a:gd name="T15" fmla="*/ 0 h 387"/>
                <a:gd name="T16" fmla="*/ 401 w 402"/>
                <a:gd name="T17" fmla="*/ 386 h 387"/>
                <a:gd name="T18" fmla="*/ 319 w 402"/>
                <a:gd name="T19" fmla="*/ 386 h 387"/>
                <a:gd name="T20" fmla="*/ 82 w 402"/>
                <a:gd name="T21" fmla="*/ 11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2" h="387">
                  <a:moveTo>
                    <a:pt x="82" y="112"/>
                  </a:move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82" y="0"/>
                  </a:lnTo>
                  <a:lnTo>
                    <a:pt x="319" y="274"/>
                  </a:lnTo>
                  <a:lnTo>
                    <a:pt x="319" y="0"/>
                  </a:lnTo>
                  <a:lnTo>
                    <a:pt x="401" y="0"/>
                  </a:lnTo>
                  <a:lnTo>
                    <a:pt x="401" y="386"/>
                  </a:lnTo>
                  <a:lnTo>
                    <a:pt x="319" y="386"/>
                  </a:lnTo>
                  <a:lnTo>
                    <a:pt x="82" y="11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3" name="Freeform 10"/>
            <p:cNvSpPr>
              <a:spLocks noChangeArrowheads="1"/>
            </p:cNvSpPr>
            <p:nvPr/>
          </p:nvSpPr>
          <p:spPr bwMode="auto">
            <a:xfrm>
              <a:off x="2763838" y="1011238"/>
              <a:ext cx="176212" cy="144462"/>
            </a:xfrm>
            <a:custGeom>
              <a:avLst/>
              <a:gdLst>
                <a:gd name="T0" fmla="*/ 0 w 489"/>
                <a:gd name="T1" fmla="*/ 199 h 400"/>
                <a:gd name="T2" fmla="*/ 244 w 489"/>
                <a:gd name="T3" fmla="*/ 0 h 400"/>
                <a:gd name="T4" fmla="*/ 488 w 489"/>
                <a:gd name="T5" fmla="*/ 199 h 400"/>
                <a:gd name="T6" fmla="*/ 244 w 489"/>
                <a:gd name="T7" fmla="*/ 399 h 400"/>
                <a:gd name="T8" fmla="*/ 0 w 489"/>
                <a:gd name="T9" fmla="*/ 199 h 400"/>
                <a:gd name="T10" fmla="*/ 85 w 489"/>
                <a:gd name="T11" fmla="*/ 199 h 400"/>
                <a:gd name="T12" fmla="*/ 244 w 489"/>
                <a:gd name="T13" fmla="*/ 339 h 400"/>
                <a:gd name="T14" fmla="*/ 404 w 489"/>
                <a:gd name="T15" fmla="*/ 199 h 400"/>
                <a:gd name="T16" fmla="*/ 244 w 489"/>
                <a:gd name="T17" fmla="*/ 60 h 400"/>
                <a:gd name="T18" fmla="*/ 85 w 489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8" y="90"/>
                    <a:pt x="488" y="199"/>
                  </a:cubicBezTo>
                  <a:cubicBezTo>
                    <a:pt x="488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5" y="199"/>
                  </a:moveTo>
                  <a:cubicBezTo>
                    <a:pt x="85" y="277"/>
                    <a:pt x="150" y="339"/>
                    <a:pt x="244" y="339"/>
                  </a:cubicBezTo>
                  <a:cubicBezTo>
                    <a:pt x="339" y="339"/>
                    <a:pt x="404" y="277"/>
                    <a:pt x="404" y="199"/>
                  </a:cubicBezTo>
                  <a:cubicBezTo>
                    <a:pt x="404" y="122"/>
                    <a:pt x="338" y="60"/>
                    <a:pt x="244" y="60"/>
                  </a:cubicBezTo>
                  <a:cubicBezTo>
                    <a:pt x="149" y="60"/>
                    <a:pt x="85" y="122"/>
                    <a:pt x="85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4" name="Freeform 11"/>
            <p:cNvSpPr>
              <a:spLocks noChangeArrowheads="1"/>
            </p:cNvSpPr>
            <p:nvPr/>
          </p:nvSpPr>
          <p:spPr bwMode="auto">
            <a:xfrm>
              <a:off x="2974975" y="1014413"/>
              <a:ext cx="117475" cy="139700"/>
            </a:xfrm>
            <a:custGeom>
              <a:avLst/>
              <a:gdLst>
                <a:gd name="T0" fmla="*/ 0 w 328"/>
                <a:gd name="T1" fmla="*/ 0 h 387"/>
                <a:gd name="T2" fmla="*/ 82 w 328"/>
                <a:gd name="T3" fmla="*/ 0 h 387"/>
                <a:gd name="T4" fmla="*/ 82 w 328"/>
                <a:gd name="T5" fmla="*/ 324 h 387"/>
                <a:gd name="T6" fmla="*/ 327 w 328"/>
                <a:gd name="T7" fmla="*/ 324 h 387"/>
                <a:gd name="T8" fmla="*/ 327 w 328"/>
                <a:gd name="T9" fmla="*/ 386 h 387"/>
                <a:gd name="T10" fmla="*/ 0 w 328"/>
                <a:gd name="T11" fmla="*/ 386 h 387"/>
                <a:gd name="T12" fmla="*/ 0 w 32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387">
                  <a:moveTo>
                    <a:pt x="0" y="0"/>
                  </a:moveTo>
                  <a:lnTo>
                    <a:pt x="82" y="0"/>
                  </a:lnTo>
                  <a:lnTo>
                    <a:pt x="82" y="324"/>
                  </a:lnTo>
                  <a:lnTo>
                    <a:pt x="327" y="324"/>
                  </a:lnTo>
                  <a:lnTo>
                    <a:pt x="327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5" name="Freeform 12"/>
            <p:cNvSpPr>
              <a:spLocks noChangeArrowheads="1"/>
            </p:cNvSpPr>
            <p:nvPr/>
          </p:nvSpPr>
          <p:spPr bwMode="auto">
            <a:xfrm>
              <a:off x="3105150" y="1011238"/>
              <a:ext cx="176213" cy="144462"/>
            </a:xfrm>
            <a:custGeom>
              <a:avLst/>
              <a:gdLst>
                <a:gd name="T0" fmla="*/ 0 w 490"/>
                <a:gd name="T1" fmla="*/ 199 h 400"/>
                <a:gd name="T2" fmla="*/ 244 w 490"/>
                <a:gd name="T3" fmla="*/ 0 h 400"/>
                <a:gd name="T4" fmla="*/ 489 w 490"/>
                <a:gd name="T5" fmla="*/ 199 h 400"/>
                <a:gd name="T6" fmla="*/ 244 w 490"/>
                <a:gd name="T7" fmla="*/ 399 h 400"/>
                <a:gd name="T8" fmla="*/ 0 w 490"/>
                <a:gd name="T9" fmla="*/ 199 h 400"/>
                <a:gd name="T10" fmla="*/ 87 w 490"/>
                <a:gd name="T11" fmla="*/ 199 h 400"/>
                <a:gd name="T12" fmla="*/ 247 w 490"/>
                <a:gd name="T13" fmla="*/ 339 h 400"/>
                <a:gd name="T14" fmla="*/ 406 w 490"/>
                <a:gd name="T15" fmla="*/ 199 h 400"/>
                <a:gd name="T16" fmla="*/ 247 w 490"/>
                <a:gd name="T17" fmla="*/ 60 h 400"/>
                <a:gd name="T18" fmla="*/ 87 w 490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0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9" y="90"/>
                    <a:pt x="489" y="199"/>
                  </a:cubicBezTo>
                  <a:cubicBezTo>
                    <a:pt x="489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7" y="199"/>
                  </a:moveTo>
                  <a:cubicBezTo>
                    <a:pt x="87" y="277"/>
                    <a:pt x="152" y="339"/>
                    <a:pt x="247" y="339"/>
                  </a:cubicBezTo>
                  <a:cubicBezTo>
                    <a:pt x="342" y="339"/>
                    <a:pt x="406" y="277"/>
                    <a:pt x="406" y="199"/>
                  </a:cubicBezTo>
                  <a:cubicBezTo>
                    <a:pt x="406" y="122"/>
                    <a:pt x="342" y="60"/>
                    <a:pt x="247" y="60"/>
                  </a:cubicBezTo>
                  <a:cubicBezTo>
                    <a:pt x="152" y="60"/>
                    <a:pt x="87" y="122"/>
                    <a:pt x="87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6" name="Freeform 13"/>
            <p:cNvSpPr>
              <a:spLocks noChangeArrowheads="1"/>
            </p:cNvSpPr>
            <p:nvPr/>
          </p:nvSpPr>
          <p:spPr bwMode="auto">
            <a:xfrm>
              <a:off x="3306763" y="1011238"/>
              <a:ext cx="158750" cy="142875"/>
            </a:xfrm>
            <a:custGeom>
              <a:avLst/>
              <a:gdLst>
                <a:gd name="T0" fmla="*/ 244 w 439"/>
                <a:gd name="T1" fmla="*/ 0 h 397"/>
                <a:gd name="T2" fmla="*/ 416 w 439"/>
                <a:gd name="T3" fmla="*/ 55 h 397"/>
                <a:gd name="T4" fmla="*/ 378 w 439"/>
                <a:gd name="T5" fmla="*/ 105 h 397"/>
                <a:gd name="T6" fmla="*/ 249 w 439"/>
                <a:gd name="T7" fmla="*/ 60 h 397"/>
                <a:gd name="T8" fmla="*/ 87 w 439"/>
                <a:gd name="T9" fmla="*/ 199 h 397"/>
                <a:gd name="T10" fmla="*/ 246 w 439"/>
                <a:gd name="T11" fmla="*/ 339 h 397"/>
                <a:gd name="T12" fmla="*/ 356 w 439"/>
                <a:gd name="T13" fmla="*/ 309 h 397"/>
                <a:gd name="T14" fmla="*/ 356 w 439"/>
                <a:gd name="T15" fmla="*/ 234 h 397"/>
                <a:gd name="T16" fmla="*/ 239 w 439"/>
                <a:gd name="T17" fmla="*/ 234 h 397"/>
                <a:gd name="T18" fmla="*/ 239 w 439"/>
                <a:gd name="T19" fmla="*/ 174 h 397"/>
                <a:gd name="T20" fmla="*/ 438 w 439"/>
                <a:gd name="T21" fmla="*/ 174 h 397"/>
                <a:gd name="T22" fmla="*/ 438 w 439"/>
                <a:gd name="T23" fmla="*/ 336 h 397"/>
                <a:gd name="T24" fmla="*/ 244 w 439"/>
                <a:gd name="T25" fmla="*/ 396 h 397"/>
                <a:gd name="T26" fmla="*/ 2 w 439"/>
                <a:gd name="T27" fmla="*/ 197 h 397"/>
                <a:gd name="T28" fmla="*/ 244 w 439"/>
                <a:gd name="T2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9" h="397">
                  <a:moveTo>
                    <a:pt x="244" y="0"/>
                  </a:moveTo>
                  <a:cubicBezTo>
                    <a:pt x="304" y="0"/>
                    <a:pt x="366" y="18"/>
                    <a:pt x="416" y="55"/>
                  </a:cubicBezTo>
                  <a:lnTo>
                    <a:pt x="378" y="105"/>
                  </a:lnTo>
                  <a:cubicBezTo>
                    <a:pt x="336" y="75"/>
                    <a:pt x="301" y="60"/>
                    <a:pt x="249" y="60"/>
                  </a:cubicBezTo>
                  <a:cubicBezTo>
                    <a:pt x="157" y="60"/>
                    <a:pt x="87" y="115"/>
                    <a:pt x="87" y="199"/>
                  </a:cubicBezTo>
                  <a:cubicBezTo>
                    <a:pt x="87" y="282"/>
                    <a:pt x="149" y="339"/>
                    <a:pt x="246" y="339"/>
                  </a:cubicBezTo>
                  <a:cubicBezTo>
                    <a:pt x="289" y="339"/>
                    <a:pt x="329" y="326"/>
                    <a:pt x="356" y="309"/>
                  </a:cubicBezTo>
                  <a:lnTo>
                    <a:pt x="356" y="234"/>
                  </a:lnTo>
                  <a:lnTo>
                    <a:pt x="239" y="234"/>
                  </a:lnTo>
                  <a:lnTo>
                    <a:pt x="239" y="174"/>
                  </a:lnTo>
                  <a:lnTo>
                    <a:pt x="438" y="174"/>
                  </a:lnTo>
                  <a:lnTo>
                    <a:pt x="438" y="336"/>
                  </a:lnTo>
                  <a:cubicBezTo>
                    <a:pt x="391" y="369"/>
                    <a:pt x="326" y="396"/>
                    <a:pt x="244" y="396"/>
                  </a:cubicBezTo>
                  <a:cubicBezTo>
                    <a:pt x="99" y="396"/>
                    <a:pt x="2" y="309"/>
                    <a:pt x="2" y="197"/>
                  </a:cubicBezTo>
                  <a:cubicBezTo>
                    <a:pt x="0" y="72"/>
                    <a:pt x="117" y="0"/>
                    <a:pt x="244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7" name="Freeform 14"/>
            <p:cNvSpPr>
              <a:spLocks noChangeArrowheads="1"/>
            </p:cNvSpPr>
            <p:nvPr/>
          </p:nvSpPr>
          <p:spPr bwMode="auto">
            <a:xfrm>
              <a:off x="3505200" y="1014413"/>
              <a:ext cx="30163" cy="139700"/>
            </a:xfrm>
            <a:custGeom>
              <a:avLst/>
              <a:gdLst>
                <a:gd name="T0" fmla="*/ 0 w 83"/>
                <a:gd name="T1" fmla="*/ 0 h 387"/>
                <a:gd name="T2" fmla="*/ 82 w 83"/>
                <a:gd name="T3" fmla="*/ 0 h 387"/>
                <a:gd name="T4" fmla="*/ 82 w 83"/>
                <a:gd name="T5" fmla="*/ 386 h 387"/>
                <a:gd name="T6" fmla="*/ 0 w 83"/>
                <a:gd name="T7" fmla="*/ 386 h 387"/>
                <a:gd name="T8" fmla="*/ 0 w 83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387">
                  <a:moveTo>
                    <a:pt x="0" y="0"/>
                  </a:moveTo>
                  <a:lnTo>
                    <a:pt x="82" y="0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8" name="Freeform 15"/>
            <p:cNvSpPr>
              <a:spLocks noChangeArrowheads="1"/>
            </p:cNvSpPr>
            <p:nvPr/>
          </p:nvSpPr>
          <p:spPr bwMode="auto">
            <a:xfrm>
              <a:off x="3576638" y="1014413"/>
              <a:ext cx="128587" cy="139700"/>
            </a:xfrm>
            <a:custGeom>
              <a:avLst/>
              <a:gdLst>
                <a:gd name="T0" fmla="*/ 0 w 357"/>
                <a:gd name="T1" fmla="*/ 274 h 387"/>
                <a:gd name="T2" fmla="*/ 0 w 357"/>
                <a:gd name="T3" fmla="*/ 0 h 387"/>
                <a:gd name="T4" fmla="*/ 349 w 357"/>
                <a:gd name="T5" fmla="*/ 0 h 387"/>
                <a:gd name="T6" fmla="*/ 349 w 357"/>
                <a:gd name="T7" fmla="*/ 62 h 387"/>
                <a:gd name="T8" fmla="*/ 82 w 357"/>
                <a:gd name="T9" fmla="*/ 62 h 387"/>
                <a:gd name="T10" fmla="*/ 82 w 357"/>
                <a:gd name="T11" fmla="*/ 154 h 387"/>
                <a:gd name="T12" fmla="*/ 326 w 357"/>
                <a:gd name="T13" fmla="*/ 154 h 387"/>
                <a:gd name="T14" fmla="*/ 326 w 357"/>
                <a:gd name="T15" fmla="*/ 214 h 387"/>
                <a:gd name="T16" fmla="*/ 82 w 357"/>
                <a:gd name="T17" fmla="*/ 214 h 387"/>
                <a:gd name="T18" fmla="*/ 82 w 357"/>
                <a:gd name="T19" fmla="*/ 274 h 387"/>
                <a:gd name="T20" fmla="*/ 130 w 357"/>
                <a:gd name="T21" fmla="*/ 323 h 387"/>
                <a:gd name="T22" fmla="*/ 356 w 357"/>
                <a:gd name="T23" fmla="*/ 323 h 387"/>
                <a:gd name="T24" fmla="*/ 356 w 357"/>
                <a:gd name="T25" fmla="*/ 386 h 387"/>
                <a:gd name="T26" fmla="*/ 110 w 357"/>
                <a:gd name="T27" fmla="*/ 386 h 387"/>
                <a:gd name="T28" fmla="*/ 0 w 357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7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2" y="62"/>
                  </a:lnTo>
                  <a:lnTo>
                    <a:pt x="82" y="154"/>
                  </a:lnTo>
                  <a:lnTo>
                    <a:pt x="326" y="154"/>
                  </a:lnTo>
                  <a:lnTo>
                    <a:pt x="326" y="214"/>
                  </a:lnTo>
                  <a:lnTo>
                    <a:pt x="82" y="214"/>
                  </a:lnTo>
                  <a:lnTo>
                    <a:pt x="82" y="274"/>
                  </a:lnTo>
                  <a:cubicBezTo>
                    <a:pt x="82" y="308"/>
                    <a:pt x="97" y="323"/>
                    <a:pt x="130" y="323"/>
                  </a:cubicBezTo>
                  <a:lnTo>
                    <a:pt x="356" y="323"/>
                  </a:lnTo>
                  <a:lnTo>
                    <a:pt x="356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9" name="Freeform 16"/>
            <p:cNvSpPr>
              <a:spLocks noChangeArrowheads="1"/>
            </p:cNvSpPr>
            <p:nvPr/>
          </p:nvSpPr>
          <p:spPr bwMode="auto">
            <a:xfrm>
              <a:off x="373221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5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7 w 417"/>
                <a:gd name="T17" fmla="*/ 110 h 400"/>
                <a:gd name="T18" fmla="*/ 210 w 417"/>
                <a:gd name="T19" fmla="*/ 60 h 400"/>
                <a:gd name="T20" fmla="*/ 103 w 417"/>
                <a:gd name="T21" fmla="*/ 105 h 400"/>
                <a:gd name="T22" fmla="*/ 215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8" y="319"/>
                    <a:pt x="157" y="336"/>
                    <a:pt x="215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2" y="20"/>
                    <a:pt x="404" y="55"/>
                  </a:cubicBezTo>
                  <a:lnTo>
                    <a:pt x="367" y="110"/>
                  </a:lnTo>
                  <a:cubicBezTo>
                    <a:pt x="324" y="77"/>
                    <a:pt x="265" y="60"/>
                    <a:pt x="210" y="60"/>
                  </a:cubicBezTo>
                  <a:cubicBezTo>
                    <a:pt x="155" y="60"/>
                    <a:pt x="103" y="77"/>
                    <a:pt x="103" y="105"/>
                  </a:cubicBezTo>
                  <a:cubicBezTo>
                    <a:pt x="103" y="130"/>
                    <a:pt x="152" y="142"/>
                    <a:pt x="215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8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0" name="Freeform 17"/>
            <p:cNvSpPr>
              <a:spLocks noChangeArrowheads="1"/>
            </p:cNvSpPr>
            <p:nvPr/>
          </p:nvSpPr>
          <p:spPr bwMode="auto">
            <a:xfrm>
              <a:off x="4159250" y="1011238"/>
              <a:ext cx="150813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4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1" y="20"/>
                    <a:pt x="404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5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5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1" name="Freeform 18"/>
            <p:cNvSpPr>
              <a:spLocks noChangeArrowheads="1"/>
            </p:cNvSpPr>
            <p:nvPr/>
          </p:nvSpPr>
          <p:spPr bwMode="auto">
            <a:xfrm>
              <a:off x="433863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2" name="Freeform 19"/>
            <p:cNvSpPr>
              <a:spLocks noChangeArrowheads="1"/>
            </p:cNvSpPr>
            <p:nvPr/>
          </p:nvSpPr>
          <p:spPr bwMode="auto">
            <a:xfrm>
              <a:off x="4505325" y="1014413"/>
              <a:ext cx="142875" cy="139700"/>
            </a:xfrm>
            <a:custGeom>
              <a:avLst/>
              <a:gdLst>
                <a:gd name="T0" fmla="*/ 207 w 397"/>
                <a:gd name="T1" fmla="*/ 0 h 387"/>
                <a:gd name="T2" fmla="*/ 384 w 397"/>
                <a:gd name="T3" fmla="*/ 125 h 387"/>
                <a:gd name="T4" fmla="*/ 269 w 397"/>
                <a:gd name="T5" fmla="*/ 239 h 387"/>
                <a:gd name="T6" fmla="*/ 396 w 397"/>
                <a:gd name="T7" fmla="*/ 386 h 387"/>
                <a:gd name="T8" fmla="*/ 299 w 397"/>
                <a:gd name="T9" fmla="*/ 386 h 387"/>
                <a:gd name="T10" fmla="*/ 185 w 397"/>
                <a:gd name="T11" fmla="*/ 252 h 387"/>
                <a:gd name="T12" fmla="*/ 82 w 397"/>
                <a:gd name="T13" fmla="*/ 252 h 387"/>
                <a:gd name="T14" fmla="*/ 82 w 397"/>
                <a:gd name="T15" fmla="*/ 386 h 387"/>
                <a:gd name="T16" fmla="*/ 0 w 397"/>
                <a:gd name="T17" fmla="*/ 386 h 387"/>
                <a:gd name="T18" fmla="*/ 0 w 397"/>
                <a:gd name="T19" fmla="*/ 0 h 387"/>
                <a:gd name="T20" fmla="*/ 207 w 397"/>
                <a:gd name="T21" fmla="*/ 0 h 387"/>
                <a:gd name="T22" fmla="*/ 202 w 397"/>
                <a:gd name="T23" fmla="*/ 192 h 387"/>
                <a:gd name="T24" fmla="*/ 299 w 397"/>
                <a:gd name="T25" fmla="*/ 125 h 387"/>
                <a:gd name="T26" fmla="*/ 202 w 397"/>
                <a:gd name="T27" fmla="*/ 62 h 387"/>
                <a:gd name="T28" fmla="*/ 82 w 397"/>
                <a:gd name="T29" fmla="*/ 62 h 387"/>
                <a:gd name="T30" fmla="*/ 82 w 397"/>
                <a:gd name="T31" fmla="*/ 192 h 387"/>
                <a:gd name="T32" fmla="*/ 202 w 397"/>
                <a:gd name="T33" fmla="*/ 19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7" h="387">
                  <a:moveTo>
                    <a:pt x="207" y="0"/>
                  </a:moveTo>
                  <a:cubicBezTo>
                    <a:pt x="304" y="0"/>
                    <a:pt x="384" y="40"/>
                    <a:pt x="384" y="125"/>
                  </a:cubicBezTo>
                  <a:cubicBezTo>
                    <a:pt x="384" y="192"/>
                    <a:pt x="337" y="227"/>
                    <a:pt x="269" y="239"/>
                  </a:cubicBezTo>
                  <a:lnTo>
                    <a:pt x="396" y="386"/>
                  </a:lnTo>
                  <a:lnTo>
                    <a:pt x="299" y="386"/>
                  </a:lnTo>
                  <a:lnTo>
                    <a:pt x="185" y="252"/>
                  </a:lnTo>
                  <a:lnTo>
                    <a:pt x="82" y="252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207" y="0"/>
                  </a:lnTo>
                  <a:close/>
                  <a:moveTo>
                    <a:pt x="202" y="192"/>
                  </a:moveTo>
                  <a:cubicBezTo>
                    <a:pt x="259" y="192"/>
                    <a:pt x="299" y="167"/>
                    <a:pt x="299" y="125"/>
                  </a:cubicBezTo>
                  <a:cubicBezTo>
                    <a:pt x="299" y="85"/>
                    <a:pt x="264" y="62"/>
                    <a:pt x="202" y="62"/>
                  </a:cubicBezTo>
                  <a:lnTo>
                    <a:pt x="82" y="62"/>
                  </a:lnTo>
                  <a:lnTo>
                    <a:pt x="82" y="192"/>
                  </a:lnTo>
                  <a:lnTo>
                    <a:pt x="202" y="192"/>
                  </a:ln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3" name="Freeform 20"/>
            <p:cNvSpPr>
              <a:spLocks noChangeArrowheads="1"/>
            </p:cNvSpPr>
            <p:nvPr/>
          </p:nvSpPr>
          <p:spPr bwMode="auto">
            <a:xfrm>
              <a:off x="4657725" y="1014413"/>
              <a:ext cx="169863" cy="139700"/>
            </a:xfrm>
            <a:custGeom>
              <a:avLst/>
              <a:gdLst>
                <a:gd name="T0" fmla="*/ 469 w 470"/>
                <a:gd name="T1" fmla="*/ 0 h 387"/>
                <a:gd name="T2" fmla="*/ 277 w 470"/>
                <a:gd name="T3" fmla="*/ 386 h 387"/>
                <a:gd name="T4" fmla="*/ 192 w 470"/>
                <a:gd name="T5" fmla="*/ 386 h 387"/>
                <a:gd name="T6" fmla="*/ 0 w 470"/>
                <a:gd name="T7" fmla="*/ 0 h 387"/>
                <a:gd name="T8" fmla="*/ 95 w 470"/>
                <a:gd name="T9" fmla="*/ 0 h 387"/>
                <a:gd name="T10" fmla="*/ 239 w 470"/>
                <a:gd name="T11" fmla="*/ 304 h 387"/>
                <a:gd name="T12" fmla="*/ 384 w 470"/>
                <a:gd name="T13" fmla="*/ 0 h 387"/>
                <a:gd name="T14" fmla="*/ 469 w 470"/>
                <a:gd name="T1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0" h="387">
                  <a:moveTo>
                    <a:pt x="469" y="0"/>
                  </a:moveTo>
                  <a:lnTo>
                    <a:pt x="277" y="386"/>
                  </a:lnTo>
                  <a:lnTo>
                    <a:pt x="192" y="386"/>
                  </a:lnTo>
                  <a:lnTo>
                    <a:pt x="0" y="0"/>
                  </a:lnTo>
                  <a:lnTo>
                    <a:pt x="95" y="0"/>
                  </a:lnTo>
                  <a:lnTo>
                    <a:pt x="239" y="304"/>
                  </a:lnTo>
                  <a:lnTo>
                    <a:pt x="384" y="0"/>
                  </a:lnTo>
                  <a:lnTo>
                    <a:pt x="469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4" name="Freeform 21"/>
            <p:cNvSpPr>
              <a:spLocks noChangeArrowheads="1"/>
            </p:cNvSpPr>
            <p:nvPr/>
          </p:nvSpPr>
          <p:spPr bwMode="auto">
            <a:xfrm>
              <a:off x="4846638" y="1014413"/>
              <a:ext cx="30162" cy="139700"/>
            </a:xfrm>
            <a:custGeom>
              <a:avLst/>
              <a:gdLst>
                <a:gd name="T0" fmla="*/ 0 w 84"/>
                <a:gd name="T1" fmla="*/ 0 h 387"/>
                <a:gd name="T2" fmla="*/ 83 w 84"/>
                <a:gd name="T3" fmla="*/ 0 h 387"/>
                <a:gd name="T4" fmla="*/ 83 w 84"/>
                <a:gd name="T5" fmla="*/ 386 h 387"/>
                <a:gd name="T6" fmla="*/ 0 w 84"/>
                <a:gd name="T7" fmla="*/ 386 h 387"/>
                <a:gd name="T8" fmla="*/ 0 w 84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87">
                  <a:moveTo>
                    <a:pt x="0" y="0"/>
                  </a:moveTo>
                  <a:lnTo>
                    <a:pt x="83" y="0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5" name="Freeform 22"/>
            <p:cNvSpPr>
              <a:spLocks noChangeArrowheads="1"/>
            </p:cNvSpPr>
            <p:nvPr/>
          </p:nvSpPr>
          <p:spPr bwMode="auto">
            <a:xfrm>
              <a:off x="4910138" y="1011238"/>
              <a:ext cx="152400" cy="144462"/>
            </a:xfrm>
            <a:custGeom>
              <a:avLst/>
              <a:gdLst>
                <a:gd name="T0" fmla="*/ 246 w 424"/>
                <a:gd name="T1" fmla="*/ 0 h 400"/>
                <a:gd name="T2" fmla="*/ 418 w 424"/>
                <a:gd name="T3" fmla="*/ 55 h 400"/>
                <a:gd name="T4" fmla="*/ 381 w 424"/>
                <a:gd name="T5" fmla="*/ 105 h 400"/>
                <a:gd name="T6" fmla="*/ 251 w 424"/>
                <a:gd name="T7" fmla="*/ 60 h 400"/>
                <a:gd name="T8" fmla="*/ 89 w 424"/>
                <a:gd name="T9" fmla="*/ 199 h 400"/>
                <a:gd name="T10" fmla="*/ 251 w 424"/>
                <a:gd name="T11" fmla="*/ 339 h 400"/>
                <a:gd name="T12" fmla="*/ 386 w 424"/>
                <a:gd name="T13" fmla="*/ 292 h 400"/>
                <a:gd name="T14" fmla="*/ 423 w 424"/>
                <a:gd name="T15" fmla="*/ 341 h 400"/>
                <a:gd name="T16" fmla="*/ 244 w 424"/>
                <a:gd name="T17" fmla="*/ 399 h 400"/>
                <a:gd name="T18" fmla="*/ 0 w 424"/>
                <a:gd name="T19" fmla="*/ 199 h 400"/>
                <a:gd name="T20" fmla="*/ 246 w 424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4" h="400">
                  <a:moveTo>
                    <a:pt x="246" y="0"/>
                  </a:moveTo>
                  <a:cubicBezTo>
                    <a:pt x="306" y="0"/>
                    <a:pt x="368" y="18"/>
                    <a:pt x="418" y="55"/>
                  </a:cubicBezTo>
                  <a:lnTo>
                    <a:pt x="381" y="105"/>
                  </a:lnTo>
                  <a:cubicBezTo>
                    <a:pt x="338" y="75"/>
                    <a:pt x="304" y="60"/>
                    <a:pt x="251" y="60"/>
                  </a:cubicBezTo>
                  <a:cubicBezTo>
                    <a:pt x="159" y="60"/>
                    <a:pt x="89" y="117"/>
                    <a:pt x="89" y="199"/>
                  </a:cubicBezTo>
                  <a:cubicBezTo>
                    <a:pt x="89" y="282"/>
                    <a:pt x="162" y="339"/>
                    <a:pt x="251" y="339"/>
                  </a:cubicBezTo>
                  <a:cubicBezTo>
                    <a:pt x="306" y="339"/>
                    <a:pt x="343" y="321"/>
                    <a:pt x="386" y="292"/>
                  </a:cubicBezTo>
                  <a:lnTo>
                    <a:pt x="423" y="341"/>
                  </a:lnTo>
                  <a:cubicBezTo>
                    <a:pt x="371" y="379"/>
                    <a:pt x="306" y="399"/>
                    <a:pt x="244" y="399"/>
                  </a:cubicBezTo>
                  <a:cubicBezTo>
                    <a:pt x="119" y="399"/>
                    <a:pt x="0" y="324"/>
                    <a:pt x="0" y="199"/>
                  </a:cubicBezTo>
                  <a:cubicBezTo>
                    <a:pt x="5" y="72"/>
                    <a:pt x="122" y="0"/>
                    <a:pt x="246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6" name="Freeform 23"/>
            <p:cNvSpPr>
              <a:spLocks noChangeArrowheads="1"/>
            </p:cNvSpPr>
            <p:nvPr/>
          </p:nvSpPr>
          <p:spPr bwMode="auto">
            <a:xfrm>
              <a:off x="509428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7" name="Freeform 24"/>
            <p:cNvSpPr>
              <a:spLocks noChangeArrowheads="1"/>
            </p:cNvSpPr>
            <p:nvPr/>
          </p:nvSpPr>
          <p:spPr bwMode="auto">
            <a:xfrm>
              <a:off x="524986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7 w 417"/>
                <a:gd name="T3" fmla="*/ 282 h 400"/>
                <a:gd name="T4" fmla="*/ 214 w 417"/>
                <a:gd name="T5" fmla="*/ 336 h 400"/>
                <a:gd name="T6" fmla="*/ 326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3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1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7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6" y="336"/>
                    <a:pt x="326" y="319"/>
                    <a:pt x="326" y="289"/>
                  </a:cubicBezTo>
                  <a:cubicBezTo>
                    <a:pt x="326" y="259"/>
                    <a:pt x="271" y="247"/>
                    <a:pt x="207" y="234"/>
                  </a:cubicBezTo>
                  <a:cubicBezTo>
                    <a:pt x="119" y="214"/>
                    <a:pt x="15" y="194"/>
                    <a:pt x="15" y="117"/>
                  </a:cubicBezTo>
                  <a:cubicBezTo>
                    <a:pt x="15" y="45"/>
                    <a:pt x="104" y="0"/>
                    <a:pt x="207" y="0"/>
                  </a:cubicBezTo>
                  <a:cubicBezTo>
                    <a:pt x="276" y="0"/>
                    <a:pt x="351" y="20"/>
                    <a:pt x="403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4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1" y="396"/>
                  </a:cubicBezTo>
                  <a:cubicBezTo>
                    <a:pt x="137" y="399"/>
                    <a:pt x="57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8" name="Freeform 25"/>
            <p:cNvSpPr>
              <a:spLocks noChangeArrowheads="1"/>
            </p:cNvSpPr>
            <p:nvPr/>
          </p:nvSpPr>
          <p:spPr bwMode="auto">
            <a:xfrm>
              <a:off x="1874838" y="769938"/>
              <a:ext cx="203200" cy="192087"/>
            </a:xfrm>
            <a:custGeom>
              <a:avLst/>
              <a:gdLst>
                <a:gd name="T0" fmla="*/ 326 w 564"/>
                <a:gd name="T1" fmla="*/ 0 h 533"/>
                <a:gd name="T2" fmla="*/ 555 w 564"/>
                <a:gd name="T3" fmla="*/ 72 h 533"/>
                <a:gd name="T4" fmla="*/ 503 w 564"/>
                <a:gd name="T5" fmla="*/ 139 h 533"/>
                <a:gd name="T6" fmla="*/ 331 w 564"/>
                <a:gd name="T7" fmla="*/ 80 h 533"/>
                <a:gd name="T8" fmla="*/ 114 w 564"/>
                <a:gd name="T9" fmla="*/ 267 h 533"/>
                <a:gd name="T10" fmla="*/ 331 w 564"/>
                <a:gd name="T11" fmla="*/ 453 h 533"/>
                <a:gd name="T12" fmla="*/ 510 w 564"/>
                <a:gd name="T13" fmla="*/ 391 h 533"/>
                <a:gd name="T14" fmla="*/ 563 w 564"/>
                <a:gd name="T15" fmla="*/ 458 h 533"/>
                <a:gd name="T16" fmla="*/ 323 w 564"/>
                <a:gd name="T17" fmla="*/ 532 h 533"/>
                <a:gd name="T18" fmla="*/ 0 w 564"/>
                <a:gd name="T19" fmla="*/ 267 h 533"/>
                <a:gd name="T20" fmla="*/ 326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7"/>
                  </a:cubicBezTo>
                  <a:cubicBezTo>
                    <a:pt x="114" y="376"/>
                    <a:pt x="209" y="453"/>
                    <a:pt x="331" y="453"/>
                  </a:cubicBezTo>
                  <a:cubicBezTo>
                    <a:pt x="403" y="453"/>
                    <a:pt x="453" y="431"/>
                    <a:pt x="510" y="391"/>
                  </a:cubicBezTo>
                  <a:lnTo>
                    <a:pt x="563" y="458"/>
                  </a:lnTo>
                  <a:cubicBezTo>
                    <a:pt x="493" y="507"/>
                    <a:pt x="408" y="532"/>
                    <a:pt x="323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9" name="Freeform 26"/>
            <p:cNvSpPr>
              <a:spLocks noChangeArrowheads="1"/>
            </p:cNvSpPr>
            <p:nvPr/>
          </p:nvSpPr>
          <p:spPr bwMode="auto">
            <a:xfrm>
              <a:off x="2117725" y="773113"/>
              <a:ext cx="188913" cy="184150"/>
            </a:xfrm>
            <a:custGeom>
              <a:avLst/>
              <a:gdLst>
                <a:gd name="T0" fmla="*/ 276 w 526"/>
                <a:gd name="T1" fmla="*/ 0 h 513"/>
                <a:gd name="T2" fmla="*/ 510 w 526"/>
                <a:gd name="T3" fmla="*/ 164 h 513"/>
                <a:gd name="T4" fmla="*/ 358 w 526"/>
                <a:gd name="T5" fmla="*/ 319 h 513"/>
                <a:gd name="T6" fmla="*/ 525 w 526"/>
                <a:gd name="T7" fmla="*/ 512 h 513"/>
                <a:gd name="T8" fmla="*/ 396 w 526"/>
                <a:gd name="T9" fmla="*/ 512 h 513"/>
                <a:gd name="T10" fmla="*/ 244 w 526"/>
                <a:gd name="T11" fmla="*/ 334 h 513"/>
                <a:gd name="T12" fmla="*/ 109 w 526"/>
                <a:gd name="T13" fmla="*/ 334 h 513"/>
                <a:gd name="T14" fmla="*/ 109 w 526"/>
                <a:gd name="T15" fmla="*/ 512 h 513"/>
                <a:gd name="T16" fmla="*/ 0 w 526"/>
                <a:gd name="T17" fmla="*/ 512 h 513"/>
                <a:gd name="T18" fmla="*/ 0 w 526"/>
                <a:gd name="T19" fmla="*/ 0 h 513"/>
                <a:gd name="T20" fmla="*/ 276 w 526"/>
                <a:gd name="T21" fmla="*/ 0 h 513"/>
                <a:gd name="T22" fmla="*/ 269 w 526"/>
                <a:gd name="T23" fmla="*/ 254 h 513"/>
                <a:gd name="T24" fmla="*/ 396 w 526"/>
                <a:gd name="T25" fmla="*/ 167 h 513"/>
                <a:gd name="T26" fmla="*/ 266 w 526"/>
                <a:gd name="T27" fmla="*/ 82 h 513"/>
                <a:gd name="T28" fmla="*/ 109 w 526"/>
                <a:gd name="T29" fmla="*/ 82 h 513"/>
                <a:gd name="T30" fmla="*/ 109 w 526"/>
                <a:gd name="T31" fmla="*/ 254 h 513"/>
                <a:gd name="T32" fmla="*/ 269 w 526"/>
                <a:gd name="T33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6" h="513">
                  <a:moveTo>
                    <a:pt x="276" y="0"/>
                  </a:moveTo>
                  <a:cubicBezTo>
                    <a:pt x="406" y="0"/>
                    <a:pt x="510" y="52"/>
                    <a:pt x="510" y="164"/>
                  </a:cubicBezTo>
                  <a:cubicBezTo>
                    <a:pt x="510" y="252"/>
                    <a:pt x="446" y="299"/>
                    <a:pt x="358" y="319"/>
                  </a:cubicBezTo>
                  <a:lnTo>
                    <a:pt x="525" y="512"/>
                  </a:lnTo>
                  <a:lnTo>
                    <a:pt x="396" y="512"/>
                  </a:lnTo>
                  <a:lnTo>
                    <a:pt x="244" y="334"/>
                  </a:lnTo>
                  <a:lnTo>
                    <a:pt x="109" y="334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276" y="0"/>
                  </a:lnTo>
                  <a:close/>
                  <a:moveTo>
                    <a:pt x="269" y="254"/>
                  </a:moveTo>
                  <a:cubicBezTo>
                    <a:pt x="346" y="254"/>
                    <a:pt x="396" y="222"/>
                    <a:pt x="396" y="167"/>
                  </a:cubicBezTo>
                  <a:cubicBezTo>
                    <a:pt x="396" y="112"/>
                    <a:pt x="348" y="82"/>
                    <a:pt x="266" y="82"/>
                  </a:cubicBezTo>
                  <a:lnTo>
                    <a:pt x="109" y="82"/>
                  </a:lnTo>
                  <a:lnTo>
                    <a:pt x="109" y="254"/>
                  </a:lnTo>
                  <a:lnTo>
                    <a:pt x="269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0" name="Freeform 27"/>
            <p:cNvSpPr>
              <a:spLocks noChangeArrowheads="1"/>
            </p:cNvSpPr>
            <p:nvPr/>
          </p:nvSpPr>
          <p:spPr bwMode="auto">
            <a:xfrm>
              <a:off x="2346325" y="720725"/>
              <a:ext cx="171450" cy="238125"/>
            </a:xfrm>
            <a:custGeom>
              <a:avLst/>
              <a:gdLst>
                <a:gd name="T0" fmla="*/ 0 w 477"/>
                <a:gd name="T1" fmla="*/ 511 h 660"/>
                <a:gd name="T2" fmla="*/ 0 w 477"/>
                <a:gd name="T3" fmla="*/ 144 h 660"/>
                <a:gd name="T4" fmla="*/ 466 w 477"/>
                <a:gd name="T5" fmla="*/ 144 h 660"/>
                <a:gd name="T6" fmla="*/ 466 w 477"/>
                <a:gd name="T7" fmla="*/ 227 h 660"/>
                <a:gd name="T8" fmla="*/ 110 w 477"/>
                <a:gd name="T9" fmla="*/ 227 h 660"/>
                <a:gd name="T10" fmla="*/ 110 w 477"/>
                <a:gd name="T11" fmla="*/ 351 h 660"/>
                <a:gd name="T12" fmla="*/ 436 w 477"/>
                <a:gd name="T13" fmla="*/ 351 h 660"/>
                <a:gd name="T14" fmla="*/ 436 w 477"/>
                <a:gd name="T15" fmla="*/ 431 h 660"/>
                <a:gd name="T16" fmla="*/ 110 w 477"/>
                <a:gd name="T17" fmla="*/ 431 h 660"/>
                <a:gd name="T18" fmla="*/ 110 w 477"/>
                <a:gd name="T19" fmla="*/ 511 h 660"/>
                <a:gd name="T20" fmla="*/ 175 w 477"/>
                <a:gd name="T21" fmla="*/ 578 h 660"/>
                <a:gd name="T22" fmla="*/ 476 w 477"/>
                <a:gd name="T23" fmla="*/ 578 h 660"/>
                <a:gd name="T24" fmla="*/ 476 w 477"/>
                <a:gd name="T25" fmla="*/ 659 h 660"/>
                <a:gd name="T26" fmla="*/ 150 w 477"/>
                <a:gd name="T27" fmla="*/ 659 h 660"/>
                <a:gd name="T28" fmla="*/ 0 w 477"/>
                <a:gd name="T29" fmla="*/ 511 h 660"/>
                <a:gd name="T30" fmla="*/ 354 w 477"/>
                <a:gd name="T31" fmla="*/ 0 h 660"/>
                <a:gd name="T32" fmla="*/ 269 w 477"/>
                <a:gd name="T33" fmla="*/ 90 h 660"/>
                <a:gd name="T34" fmla="*/ 175 w 477"/>
                <a:gd name="T35" fmla="*/ 90 h 660"/>
                <a:gd name="T36" fmla="*/ 239 w 477"/>
                <a:gd name="T37" fmla="*/ 0 h 660"/>
                <a:gd name="T38" fmla="*/ 354 w 477"/>
                <a:gd name="T39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7" h="660">
                  <a:moveTo>
                    <a:pt x="0" y="511"/>
                  </a:moveTo>
                  <a:lnTo>
                    <a:pt x="0" y="144"/>
                  </a:lnTo>
                  <a:lnTo>
                    <a:pt x="466" y="144"/>
                  </a:lnTo>
                  <a:lnTo>
                    <a:pt x="466" y="227"/>
                  </a:lnTo>
                  <a:lnTo>
                    <a:pt x="110" y="227"/>
                  </a:lnTo>
                  <a:lnTo>
                    <a:pt x="110" y="351"/>
                  </a:lnTo>
                  <a:lnTo>
                    <a:pt x="436" y="351"/>
                  </a:lnTo>
                  <a:lnTo>
                    <a:pt x="436" y="431"/>
                  </a:lnTo>
                  <a:lnTo>
                    <a:pt x="110" y="431"/>
                  </a:lnTo>
                  <a:lnTo>
                    <a:pt x="110" y="511"/>
                  </a:lnTo>
                  <a:cubicBezTo>
                    <a:pt x="110" y="555"/>
                    <a:pt x="132" y="578"/>
                    <a:pt x="175" y="578"/>
                  </a:cubicBezTo>
                  <a:lnTo>
                    <a:pt x="476" y="578"/>
                  </a:lnTo>
                  <a:lnTo>
                    <a:pt x="476" y="659"/>
                  </a:lnTo>
                  <a:lnTo>
                    <a:pt x="150" y="659"/>
                  </a:lnTo>
                  <a:cubicBezTo>
                    <a:pt x="55" y="659"/>
                    <a:pt x="0" y="605"/>
                    <a:pt x="0" y="511"/>
                  </a:cubicBezTo>
                  <a:close/>
                  <a:moveTo>
                    <a:pt x="354" y="0"/>
                  </a:moveTo>
                  <a:lnTo>
                    <a:pt x="269" y="90"/>
                  </a:lnTo>
                  <a:lnTo>
                    <a:pt x="175" y="90"/>
                  </a:lnTo>
                  <a:lnTo>
                    <a:pt x="239" y="0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1" name="Freeform 28"/>
            <p:cNvSpPr>
              <a:spLocks noChangeArrowheads="1"/>
            </p:cNvSpPr>
            <p:nvPr/>
          </p:nvSpPr>
          <p:spPr bwMode="auto">
            <a:xfrm>
              <a:off x="2563813" y="773113"/>
              <a:ext cx="203200" cy="184150"/>
            </a:xfrm>
            <a:custGeom>
              <a:avLst/>
              <a:gdLst>
                <a:gd name="T0" fmla="*/ 0 w 564"/>
                <a:gd name="T1" fmla="*/ 0 h 513"/>
                <a:gd name="T2" fmla="*/ 231 w 564"/>
                <a:gd name="T3" fmla="*/ 0 h 513"/>
                <a:gd name="T4" fmla="*/ 563 w 564"/>
                <a:gd name="T5" fmla="*/ 257 h 513"/>
                <a:gd name="T6" fmla="*/ 231 w 564"/>
                <a:gd name="T7" fmla="*/ 512 h 513"/>
                <a:gd name="T8" fmla="*/ 0 w 564"/>
                <a:gd name="T9" fmla="*/ 512 h 513"/>
                <a:gd name="T10" fmla="*/ 0 w 564"/>
                <a:gd name="T11" fmla="*/ 0 h 513"/>
                <a:gd name="T12" fmla="*/ 239 w 564"/>
                <a:gd name="T13" fmla="*/ 431 h 513"/>
                <a:gd name="T14" fmla="*/ 448 w 564"/>
                <a:gd name="T15" fmla="*/ 257 h 513"/>
                <a:gd name="T16" fmla="*/ 239 w 564"/>
                <a:gd name="T17" fmla="*/ 82 h 513"/>
                <a:gd name="T18" fmla="*/ 109 w 564"/>
                <a:gd name="T19" fmla="*/ 82 h 513"/>
                <a:gd name="T20" fmla="*/ 109 w 564"/>
                <a:gd name="T21" fmla="*/ 431 h 513"/>
                <a:gd name="T22" fmla="*/ 239 w 564"/>
                <a:gd name="T23" fmla="*/ 431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4" h="513">
                  <a:moveTo>
                    <a:pt x="0" y="0"/>
                  </a:moveTo>
                  <a:lnTo>
                    <a:pt x="231" y="0"/>
                  </a:lnTo>
                  <a:cubicBezTo>
                    <a:pt x="431" y="0"/>
                    <a:pt x="563" y="102"/>
                    <a:pt x="563" y="257"/>
                  </a:cubicBezTo>
                  <a:cubicBezTo>
                    <a:pt x="563" y="411"/>
                    <a:pt x="431" y="512"/>
                    <a:pt x="231" y="512"/>
                  </a:cubicBezTo>
                  <a:lnTo>
                    <a:pt x="0" y="512"/>
                  </a:lnTo>
                  <a:lnTo>
                    <a:pt x="0" y="0"/>
                  </a:lnTo>
                  <a:close/>
                  <a:moveTo>
                    <a:pt x="239" y="431"/>
                  </a:moveTo>
                  <a:cubicBezTo>
                    <a:pt x="363" y="431"/>
                    <a:pt x="448" y="361"/>
                    <a:pt x="448" y="257"/>
                  </a:cubicBezTo>
                  <a:cubicBezTo>
                    <a:pt x="448" y="152"/>
                    <a:pt x="363" y="82"/>
                    <a:pt x="239" y="82"/>
                  </a:cubicBezTo>
                  <a:lnTo>
                    <a:pt x="109" y="82"/>
                  </a:lnTo>
                  <a:lnTo>
                    <a:pt x="109" y="431"/>
                  </a:lnTo>
                  <a:lnTo>
                    <a:pt x="239" y="4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2" name="Freeform 29"/>
            <p:cNvSpPr>
              <a:spLocks noChangeArrowheads="1"/>
            </p:cNvSpPr>
            <p:nvPr/>
          </p:nvSpPr>
          <p:spPr bwMode="auto">
            <a:xfrm>
              <a:off x="2808288" y="773113"/>
              <a:ext cx="39687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3" name="Freeform 30"/>
            <p:cNvSpPr>
              <a:spLocks noChangeArrowheads="1"/>
            </p:cNvSpPr>
            <p:nvPr/>
          </p:nvSpPr>
          <p:spPr bwMode="auto">
            <a:xfrm>
              <a:off x="2887663" y="773113"/>
              <a:ext cx="182562" cy="184150"/>
            </a:xfrm>
            <a:custGeom>
              <a:avLst/>
              <a:gdLst>
                <a:gd name="T0" fmla="*/ 0 w 506"/>
                <a:gd name="T1" fmla="*/ 82 h 513"/>
                <a:gd name="T2" fmla="*/ 0 w 506"/>
                <a:gd name="T3" fmla="*/ 0 h 513"/>
                <a:gd name="T4" fmla="*/ 505 w 506"/>
                <a:gd name="T5" fmla="*/ 0 h 513"/>
                <a:gd name="T6" fmla="*/ 505 w 506"/>
                <a:gd name="T7" fmla="*/ 82 h 513"/>
                <a:gd name="T8" fmla="*/ 309 w 506"/>
                <a:gd name="T9" fmla="*/ 82 h 513"/>
                <a:gd name="T10" fmla="*/ 309 w 506"/>
                <a:gd name="T11" fmla="*/ 512 h 513"/>
                <a:gd name="T12" fmla="*/ 199 w 506"/>
                <a:gd name="T13" fmla="*/ 512 h 513"/>
                <a:gd name="T14" fmla="*/ 199 w 506"/>
                <a:gd name="T15" fmla="*/ 82 h 513"/>
                <a:gd name="T16" fmla="*/ 0 w 506"/>
                <a:gd name="T17" fmla="*/ 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6" h="513">
                  <a:moveTo>
                    <a:pt x="0" y="82"/>
                  </a:moveTo>
                  <a:lnTo>
                    <a:pt x="0" y="0"/>
                  </a:lnTo>
                  <a:lnTo>
                    <a:pt x="505" y="0"/>
                  </a:lnTo>
                  <a:lnTo>
                    <a:pt x="505" y="82"/>
                  </a:lnTo>
                  <a:lnTo>
                    <a:pt x="309" y="82"/>
                  </a:lnTo>
                  <a:lnTo>
                    <a:pt x="309" y="512"/>
                  </a:lnTo>
                  <a:lnTo>
                    <a:pt x="199" y="512"/>
                  </a:lnTo>
                  <a:lnTo>
                    <a:pt x="199" y="82"/>
                  </a:lnTo>
                  <a:lnTo>
                    <a:pt x="0" y="82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4" name="Freeform 31"/>
            <p:cNvSpPr>
              <a:spLocks noChangeArrowheads="1"/>
            </p:cNvSpPr>
            <p:nvPr/>
          </p:nvSpPr>
          <p:spPr bwMode="auto">
            <a:xfrm>
              <a:off x="3168650" y="773113"/>
              <a:ext cx="231775" cy="184150"/>
            </a:xfrm>
            <a:custGeom>
              <a:avLst/>
              <a:gdLst>
                <a:gd name="T0" fmla="*/ 458 w 646"/>
                <a:gd name="T1" fmla="*/ 389 h 513"/>
                <a:gd name="T2" fmla="*/ 174 w 646"/>
                <a:gd name="T3" fmla="*/ 389 h 513"/>
                <a:gd name="T4" fmla="*/ 112 w 646"/>
                <a:gd name="T5" fmla="*/ 512 h 513"/>
                <a:gd name="T6" fmla="*/ 0 w 646"/>
                <a:gd name="T7" fmla="*/ 512 h 513"/>
                <a:gd name="T8" fmla="*/ 266 w 646"/>
                <a:gd name="T9" fmla="*/ 0 h 513"/>
                <a:gd name="T10" fmla="*/ 378 w 646"/>
                <a:gd name="T11" fmla="*/ 0 h 513"/>
                <a:gd name="T12" fmla="*/ 645 w 646"/>
                <a:gd name="T13" fmla="*/ 512 h 513"/>
                <a:gd name="T14" fmla="*/ 518 w 646"/>
                <a:gd name="T15" fmla="*/ 512 h 513"/>
                <a:gd name="T16" fmla="*/ 458 w 646"/>
                <a:gd name="T17" fmla="*/ 389 h 513"/>
                <a:gd name="T18" fmla="*/ 418 w 646"/>
                <a:gd name="T19" fmla="*/ 309 h 513"/>
                <a:gd name="T20" fmla="*/ 316 w 646"/>
                <a:gd name="T21" fmla="*/ 105 h 513"/>
                <a:gd name="T22" fmla="*/ 214 w 646"/>
                <a:gd name="T23" fmla="*/ 309 h 513"/>
                <a:gd name="T24" fmla="*/ 418 w 646"/>
                <a:gd name="T25" fmla="*/ 309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6" h="513">
                  <a:moveTo>
                    <a:pt x="458" y="389"/>
                  </a:moveTo>
                  <a:lnTo>
                    <a:pt x="174" y="389"/>
                  </a:lnTo>
                  <a:lnTo>
                    <a:pt x="112" y="512"/>
                  </a:lnTo>
                  <a:lnTo>
                    <a:pt x="0" y="512"/>
                  </a:lnTo>
                  <a:lnTo>
                    <a:pt x="266" y="0"/>
                  </a:lnTo>
                  <a:lnTo>
                    <a:pt x="378" y="0"/>
                  </a:lnTo>
                  <a:lnTo>
                    <a:pt x="645" y="512"/>
                  </a:lnTo>
                  <a:lnTo>
                    <a:pt x="518" y="512"/>
                  </a:lnTo>
                  <a:lnTo>
                    <a:pt x="458" y="389"/>
                  </a:lnTo>
                  <a:close/>
                  <a:moveTo>
                    <a:pt x="418" y="309"/>
                  </a:moveTo>
                  <a:lnTo>
                    <a:pt x="316" y="105"/>
                  </a:lnTo>
                  <a:lnTo>
                    <a:pt x="214" y="309"/>
                  </a:lnTo>
                  <a:lnTo>
                    <a:pt x="418" y="3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5" name="Freeform 32"/>
            <p:cNvSpPr>
              <a:spLocks noChangeArrowheads="1"/>
            </p:cNvSpPr>
            <p:nvPr/>
          </p:nvSpPr>
          <p:spPr bwMode="auto">
            <a:xfrm>
              <a:off x="3411538" y="769938"/>
              <a:ext cx="209550" cy="190500"/>
            </a:xfrm>
            <a:custGeom>
              <a:avLst/>
              <a:gdLst>
                <a:gd name="T0" fmla="*/ 326 w 581"/>
                <a:gd name="T1" fmla="*/ 0 h 531"/>
                <a:gd name="T2" fmla="*/ 555 w 581"/>
                <a:gd name="T3" fmla="*/ 72 h 531"/>
                <a:gd name="T4" fmla="*/ 503 w 581"/>
                <a:gd name="T5" fmla="*/ 139 h 531"/>
                <a:gd name="T6" fmla="*/ 331 w 581"/>
                <a:gd name="T7" fmla="*/ 80 h 531"/>
                <a:gd name="T8" fmla="*/ 114 w 581"/>
                <a:gd name="T9" fmla="*/ 264 h 531"/>
                <a:gd name="T10" fmla="*/ 326 w 581"/>
                <a:gd name="T11" fmla="*/ 451 h 531"/>
                <a:gd name="T12" fmla="*/ 471 w 581"/>
                <a:gd name="T13" fmla="*/ 411 h 531"/>
                <a:gd name="T14" fmla="*/ 471 w 581"/>
                <a:gd name="T15" fmla="*/ 314 h 531"/>
                <a:gd name="T16" fmla="*/ 316 w 581"/>
                <a:gd name="T17" fmla="*/ 314 h 531"/>
                <a:gd name="T18" fmla="*/ 316 w 581"/>
                <a:gd name="T19" fmla="*/ 234 h 531"/>
                <a:gd name="T20" fmla="*/ 580 w 581"/>
                <a:gd name="T21" fmla="*/ 234 h 531"/>
                <a:gd name="T22" fmla="*/ 580 w 581"/>
                <a:gd name="T23" fmla="*/ 451 h 531"/>
                <a:gd name="T24" fmla="*/ 321 w 581"/>
                <a:gd name="T25" fmla="*/ 530 h 531"/>
                <a:gd name="T26" fmla="*/ 0 w 581"/>
                <a:gd name="T27" fmla="*/ 264 h 531"/>
                <a:gd name="T28" fmla="*/ 326 w 581"/>
                <a:gd name="T2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1" h="531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4"/>
                  </a:cubicBezTo>
                  <a:cubicBezTo>
                    <a:pt x="114" y="374"/>
                    <a:pt x="199" y="451"/>
                    <a:pt x="326" y="451"/>
                  </a:cubicBezTo>
                  <a:cubicBezTo>
                    <a:pt x="383" y="451"/>
                    <a:pt x="436" y="436"/>
                    <a:pt x="471" y="411"/>
                  </a:cubicBezTo>
                  <a:lnTo>
                    <a:pt x="471" y="314"/>
                  </a:lnTo>
                  <a:lnTo>
                    <a:pt x="316" y="314"/>
                  </a:lnTo>
                  <a:lnTo>
                    <a:pt x="316" y="234"/>
                  </a:lnTo>
                  <a:lnTo>
                    <a:pt x="580" y="234"/>
                  </a:lnTo>
                  <a:lnTo>
                    <a:pt x="580" y="451"/>
                  </a:lnTo>
                  <a:cubicBezTo>
                    <a:pt x="518" y="495"/>
                    <a:pt x="431" y="530"/>
                    <a:pt x="321" y="530"/>
                  </a:cubicBezTo>
                  <a:cubicBezTo>
                    <a:pt x="127" y="530"/>
                    <a:pt x="0" y="416"/>
                    <a:pt x="0" y="264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6" name="Freeform 33"/>
            <p:cNvSpPr>
              <a:spLocks noChangeArrowheads="1"/>
            </p:cNvSpPr>
            <p:nvPr/>
          </p:nvSpPr>
          <p:spPr bwMode="auto">
            <a:xfrm>
              <a:off x="3670300" y="773113"/>
              <a:ext cx="190500" cy="184150"/>
            </a:xfrm>
            <a:custGeom>
              <a:avLst/>
              <a:gdLst>
                <a:gd name="T0" fmla="*/ 3 w 529"/>
                <a:gd name="T1" fmla="*/ 0 h 513"/>
                <a:gd name="T2" fmla="*/ 279 w 529"/>
                <a:gd name="T3" fmla="*/ 0 h 513"/>
                <a:gd name="T4" fmla="*/ 513 w 529"/>
                <a:gd name="T5" fmla="*/ 164 h 513"/>
                <a:gd name="T6" fmla="*/ 361 w 529"/>
                <a:gd name="T7" fmla="*/ 319 h 513"/>
                <a:gd name="T8" fmla="*/ 528 w 529"/>
                <a:gd name="T9" fmla="*/ 512 h 513"/>
                <a:gd name="T10" fmla="*/ 399 w 529"/>
                <a:gd name="T11" fmla="*/ 512 h 513"/>
                <a:gd name="T12" fmla="*/ 247 w 529"/>
                <a:gd name="T13" fmla="*/ 334 h 513"/>
                <a:gd name="T14" fmla="*/ 110 w 529"/>
                <a:gd name="T15" fmla="*/ 334 h 513"/>
                <a:gd name="T16" fmla="*/ 110 w 529"/>
                <a:gd name="T17" fmla="*/ 512 h 513"/>
                <a:gd name="T18" fmla="*/ 0 w 529"/>
                <a:gd name="T19" fmla="*/ 512 h 513"/>
                <a:gd name="T20" fmla="*/ 0 w 529"/>
                <a:gd name="T21" fmla="*/ 0 h 513"/>
                <a:gd name="T22" fmla="*/ 3 w 529"/>
                <a:gd name="T23" fmla="*/ 0 h 513"/>
                <a:gd name="T24" fmla="*/ 272 w 529"/>
                <a:gd name="T25" fmla="*/ 254 h 513"/>
                <a:gd name="T26" fmla="*/ 399 w 529"/>
                <a:gd name="T27" fmla="*/ 167 h 513"/>
                <a:gd name="T28" fmla="*/ 269 w 529"/>
                <a:gd name="T29" fmla="*/ 82 h 513"/>
                <a:gd name="T30" fmla="*/ 110 w 529"/>
                <a:gd name="T31" fmla="*/ 82 h 513"/>
                <a:gd name="T32" fmla="*/ 110 w 529"/>
                <a:gd name="T33" fmla="*/ 254 h 513"/>
                <a:gd name="T34" fmla="*/ 272 w 529"/>
                <a:gd name="T35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9" h="513">
                  <a:moveTo>
                    <a:pt x="3" y="0"/>
                  </a:moveTo>
                  <a:lnTo>
                    <a:pt x="279" y="0"/>
                  </a:lnTo>
                  <a:cubicBezTo>
                    <a:pt x="409" y="0"/>
                    <a:pt x="513" y="52"/>
                    <a:pt x="513" y="164"/>
                  </a:cubicBezTo>
                  <a:cubicBezTo>
                    <a:pt x="513" y="252"/>
                    <a:pt x="448" y="299"/>
                    <a:pt x="361" y="319"/>
                  </a:cubicBezTo>
                  <a:lnTo>
                    <a:pt x="528" y="512"/>
                  </a:lnTo>
                  <a:lnTo>
                    <a:pt x="399" y="512"/>
                  </a:lnTo>
                  <a:lnTo>
                    <a:pt x="247" y="334"/>
                  </a:lnTo>
                  <a:lnTo>
                    <a:pt x="110" y="334"/>
                  </a:lnTo>
                  <a:lnTo>
                    <a:pt x="110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3" y="0"/>
                  </a:lnTo>
                  <a:close/>
                  <a:moveTo>
                    <a:pt x="272" y="254"/>
                  </a:moveTo>
                  <a:cubicBezTo>
                    <a:pt x="349" y="254"/>
                    <a:pt x="399" y="222"/>
                    <a:pt x="399" y="167"/>
                  </a:cubicBezTo>
                  <a:cubicBezTo>
                    <a:pt x="399" y="112"/>
                    <a:pt x="351" y="82"/>
                    <a:pt x="269" y="82"/>
                  </a:cubicBezTo>
                  <a:lnTo>
                    <a:pt x="110" y="82"/>
                  </a:lnTo>
                  <a:lnTo>
                    <a:pt x="110" y="254"/>
                  </a:lnTo>
                  <a:lnTo>
                    <a:pt x="272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7" name="Freeform 34"/>
            <p:cNvSpPr>
              <a:spLocks noChangeArrowheads="1"/>
            </p:cNvSpPr>
            <p:nvPr/>
          </p:nvSpPr>
          <p:spPr bwMode="auto">
            <a:xfrm>
              <a:off x="3905250" y="773113"/>
              <a:ext cx="39688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8" name="Freeform 35"/>
            <p:cNvSpPr>
              <a:spLocks noChangeArrowheads="1"/>
            </p:cNvSpPr>
            <p:nvPr/>
          </p:nvSpPr>
          <p:spPr bwMode="auto">
            <a:xfrm>
              <a:off x="3989388" y="769938"/>
              <a:ext cx="203200" cy="192087"/>
            </a:xfrm>
            <a:custGeom>
              <a:avLst/>
              <a:gdLst>
                <a:gd name="T0" fmla="*/ 327 w 564"/>
                <a:gd name="T1" fmla="*/ 0 h 533"/>
                <a:gd name="T2" fmla="*/ 556 w 564"/>
                <a:gd name="T3" fmla="*/ 72 h 533"/>
                <a:gd name="T4" fmla="*/ 504 w 564"/>
                <a:gd name="T5" fmla="*/ 139 h 533"/>
                <a:gd name="T6" fmla="*/ 332 w 564"/>
                <a:gd name="T7" fmla="*/ 80 h 533"/>
                <a:gd name="T8" fmla="*/ 115 w 564"/>
                <a:gd name="T9" fmla="*/ 267 h 533"/>
                <a:gd name="T10" fmla="*/ 332 w 564"/>
                <a:gd name="T11" fmla="*/ 453 h 533"/>
                <a:gd name="T12" fmla="*/ 511 w 564"/>
                <a:gd name="T13" fmla="*/ 391 h 533"/>
                <a:gd name="T14" fmla="*/ 563 w 564"/>
                <a:gd name="T15" fmla="*/ 458 h 533"/>
                <a:gd name="T16" fmla="*/ 324 w 564"/>
                <a:gd name="T17" fmla="*/ 532 h 533"/>
                <a:gd name="T18" fmla="*/ 0 w 564"/>
                <a:gd name="T19" fmla="*/ 267 h 533"/>
                <a:gd name="T20" fmla="*/ 327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7" y="0"/>
                  </a:moveTo>
                  <a:cubicBezTo>
                    <a:pt x="406" y="0"/>
                    <a:pt x="489" y="25"/>
                    <a:pt x="556" y="72"/>
                  </a:cubicBezTo>
                  <a:lnTo>
                    <a:pt x="504" y="139"/>
                  </a:lnTo>
                  <a:cubicBezTo>
                    <a:pt x="449" y="102"/>
                    <a:pt x="401" y="80"/>
                    <a:pt x="332" y="80"/>
                  </a:cubicBezTo>
                  <a:cubicBezTo>
                    <a:pt x="210" y="80"/>
                    <a:pt x="115" y="154"/>
                    <a:pt x="115" y="267"/>
                  </a:cubicBezTo>
                  <a:cubicBezTo>
                    <a:pt x="115" y="376"/>
                    <a:pt x="210" y="453"/>
                    <a:pt x="332" y="453"/>
                  </a:cubicBezTo>
                  <a:cubicBezTo>
                    <a:pt x="404" y="453"/>
                    <a:pt x="454" y="431"/>
                    <a:pt x="511" y="391"/>
                  </a:cubicBezTo>
                  <a:lnTo>
                    <a:pt x="563" y="458"/>
                  </a:lnTo>
                  <a:cubicBezTo>
                    <a:pt x="494" y="507"/>
                    <a:pt x="409" y="532"/>
                    <a:pt x="324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3" y="97"/>
                    <a:pt x="160" y="0"/>
                    <a:pt x="32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9" name="Freeform 36"/>
            <p:cNvSpPr>
              <a:spLocks noChangeArrowheads="1"/>
            </p:cNvSpPr>
            <p:nvPr/>
          </p:nvSpPr>
          <p:spPr bwMode="auto">
            <a:xfrm>
              <a:off x="4213225" y="769938"/>
              <a:ext cx="233363" cy="192087"/>
            </a:xfrm>
            <a:custGeom>
              <a:avLst/>
              <a:gdLst>
                <a:gd name="T0" fmla="*/ 0 w 648"/>
                <a:gd name="T1" fmla="*/ 267 h 533"/>
                <a:gd name="T2" fmla="*/ 324 w 648"/>
                <a:gd name="T3" fmla="*/ 0 h 533"/>
                <a:gd name="T4" fmla="*/ 647 w 648"/>
                <a:gd name="T5" fmla="*/ 267 h 533"/>
                <a:gd name="T6" fmla="*/ 324 w 648"/>
                <a:gd name="T7" fmla="*/ 532 h 533"/>
                <a:gd name="T8" fmla="*/ 0 w 648"/>
                <a:gd name="T9" fmla="*/ 267 h 533"/>
                <a:gd name="T10" fmla="*/ 114 w 648"/>
                <a:gd name="T11" fmla="*/ 267 h 533"/>
                <a:gd name="T12" fmla="*/ 326 w 648"/>
                <a:gd name="T13" fmla="*/ 453 h 533"/>
                <a:gd name="T14" fmla="*/ 538 w 648"/>
                <a:gd name="T15" fmla="*/ 267 h 533"/>
                <a:gd name="T16" fmla="*/ 326 w 648"/>
                <a:gd name="T17" fmla="*/ 80 h 533"/>
                <a:gd name="T18" fmla="*/ 114 w 648"/>
                <a:gd name="T19" fmla="*/ 267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8" h="533">
                  <a:moveTo>
                    <a:pt x="0" y="267"/>
                  </a:moveTo>
                  <a:cubicBezTo>
                    <a:pt x="0" y="122"/>
                    <a:pt x="135" y="0"/>
                    <a:pt x="324" y="0"/>
                  </a:cubicBezTo>
                  <a:cubicBezTo>
                    <a:pt x="514" y="0"/>
                    <a:pt x="647" y="120"/>
                    <a:pt x="647" y="267"/>
                  </a:cubicBezTo>
                  <a:cubicBezTo>
                    <a:pt x="647" y="411"/>
                    <a:pt x="513" y="532"/>
                    <a:pt x="324" y="532"/>
                  </a:cubicBezTo>
                  <a:cubicBezTo>
                    <a:pt x="134" y="530"/>
                    <a:pt x="0" y="411"/>
                    <a:pt x="0" y="267"/>
                  </a:cubicBezTo>
                  <a:close/>
                  <a:moveTo>
                    <a:pt x="114" y="267"/>
                  </a:moveTo>
                  <a:cubicBezTo>
                    <a:pt x="114" y="371"/>
                    <a:pt x="199" y="453"/>
                    <a:pt x="326" y="453"/>
                  </a:cubicBezTo>
                  <a:cubicBezTo>
                    <a:pt x="451" y="453"/>
                    <a:pt x="538" y="371"/>
                    <a:pt x="538" y="267"/>
                  </a:cubicBezTo>
                  <a:cubicBezTo>
                    <a:pt x="538" y="162"/>
                    <a:pt x="453" y="80"/>
                    <a:pt x="326" y="80"/>
                  </a:cubicBezTo>
                  <a:cubicBezTo>
                    <a:pt x="199" y="80"/>
                    <a:pt x="114" y="162"/>
                    <a:pt x="114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0" name="Freeform 37"/>
            <p:cNvSpPr>
              <a:spLocks noChangeArrowheads="1"/>
            </p:cNvSpPr>
            <p:nvPr/>
          </p:nvSpPr>
          <p:spPr bwMode="auto">
            <a:xfrm>
              <a:off x="4487863" y="773113"/>
              <a:ext cx="157162" cy="184150"/>
            </a:xfrm>
            <a:custGeom>
              <a:avLst/>
              <a:gdLst>
                <a:gd name="T0" fmla="*/ 0 w 437"/>
                <a:gd name="T1" fmla="*/ 0 h 513"/>
                <a:gd name="T2" fmla="*/ 110 w 437"/>
                <a:gd name="T3" fmla="*/ 0 h 513"/>
                <a:gd name="T4" fmla="*/ 110 w 437"/>
                <a:gd name="T5" fmla="*/ 431 h 513"/>
                <a:gd name="T6" fmla="*/ 436 w 437"/>
                <a:gd name="T7" fmla="*/ 431 h 513"/>
                <a:gd name="T8" fmla="*/ 436 w 437"/>
                <a:gd name="T9" fmla="*/ 512 h 513"/>
                <a:gd name="T10" fmla="*/ 0 w 437"/>
                <a:gd name="T11" fmla="*/ 512 h 513"/>
                <a:gd name="T12" fmla="*/ 0 w 437"/>
                <a:gd name="T13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" h="513">
                  <a:moveTo>
                    <a:pt x="0" y="0"/>
                  </a:moveTo>
                  <a:lnTo>
                    <a:pt x="110" y="0"/>
                  </a:lnTo>
                  <a:lnTo>
                    <a:pt x="110" y="431"/>
                  </a:lnTo>
                  <a:lnTo>
                    <a:pt x="436" y="431"/>
                  </a:lnTo>
                  <a:lnTo>
                    <a:pt x="436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1" name="Freeform 38"/>
            <p:cNvSpPr>
              <a:spLocks noChangeArrowheads="1"/>
            </p:cNvSpPr>
            <p:nvPr/>
          </p:nvSpPr>
          <p:spPr bwMode="auto">
            <a:xfrm>
              <a:off x="4675188" y="771525"/>
              <a:ext cx="171450" cy="185738"/>
            </a:xfrm>
            <a:custGeom>
              <a:avLst/>
              <a:gdLst>
                <a:gd name="T0" fmla="*/ 0 w 477"/>
                <a:gd name="T1" fmla="*/ 367 h 516"/>
                <a:gd name="T2" fmla="*/ 0 w 477"/>
                <a:gd name="T3" fmla="*/ 0 h 516"/>
                <a:gd name="T4" fmla="*/ 466 w 477"/>
                <a:gd name="T5" fmla="*/ 0 h 516"/>
                <a:gd name="T6" fmla="*/ 466 w 477"/>
                <a:gd name="T7" fmla="*/ 83 h 516"/>
                <a:gd name="T8" fmla="*/ 110 w 477"/>
                <a:gd name="T9" fmla="*/ 83 h 516"/>
                <a:gd name="T10" fmla="*/ 110 w 477"/>
                <a:gd name="T11" fmla="*/ 207 h 516"/>
                <a:gd name="T12" fmla="*/ 436 w 477"/>
                <a:gd name="T13" fmla="*/ 207 h 516"/>
                <a:gd name="T14" fmla="*/ 436 w 477"/>
                <a:gd name="T15" fmla="*/ 287 h 516"/>
                <a:gd name="T16" fmla="*/ 110 w 477"/>
                <a:gd name="T17" fmla="*/ 287 h 516"/>
                <a:gd name="T18" fmla="*/ 110 w 477"/>
                <a:gd name="T19" fmla="*/ 367 h 516"/>
                <a:gd name="T20" fmla="*/ 174 w 477"/>
                <a:gd name="T21" fmla="*/ 434 h 516"/>
                <a:gd name="T22" fmla="*/ 476 w 477"/>
                <a:gd name="T23" fmla="*/ 434 h 516"/>
                <a:gd name="T24" fmla="*/ 476 w 477"/>
                <a:gd name="T25" fmla="*/ 515 h 516"/>
                <a:gd name="T26" fmla="*/ 150 w 477"/>
                <a:gd name="T27" fmla="*/ 515 h 516"/>
                <a:gd name="T28" fmla="*/ 0 w 477"/>
                <a:gd name="T29" fmla="*/ 367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16">
                  <a:moveTo>
                    <a:pt x="0" y="367"/>
                  </a:moveTo>
                  <a:lnTo>
                    <a:pt x="0" y="0"/>
                  </a:lnTo>
                  <a:lnTo>
                    <a:pt x="466" y="0"/>
                  </a:lnTo>
                  <a:lnTo>
                    <a:pt x="466" y="83"/>
                  </a:lnTo>
                  <a:lnTo>
                    <a:pt x="110" y="83"/>
                  </a:lnTo>
                  <a:lnTo>
                    <a:pt x="110" y="207"/>
                  </a:lnTo>
                  <a:lnTo>
                    <a:pt x="436" y="207"/>
                  </a:lnTo>
                  <a:lnTo>
                    <a:pt x="436" y="287"/>
                  </a:lnTo>
                  <a:lnTo>
                    <a:pt x="110" y="287"/>
                  </a:lnTo>
                  <a:lnTo>
                    <a:pt x="110" y="367"/>
                  </a:lnTo>
                  <a:cubicBezTo>
                    <a:pt x="110" y="411"/>
                    <a:pt x="132" y="434"/>
                    <a:pt x="174" y="434"/>
                  </a:cubicBezTo>
                  <a:lnTo>
                    <a:pt x="476" y="434"/>
                  </a:lnTo>
                  <a:lnTo>
                    <a:pt x="476" y="515"/>
                  </a:lnTo>
                  <a:lnTo>
                    <a:pt x="150" y="515"/>
                  </a:lnTo>
                  <a:cubicBezTo>
                    <a:pt x="55" y="515"/>
                    <a:pt x="0" y="461"/>
                    <a:pt x="0" y="36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2" name="Freeform 39"/>
            <p:cNvSpPr>
              <a:spLocks noChangeArrowheads="1"/>
            </p:cNvSpPr>
            <p:nvPr/>
          </p:nvSpPr>
          <p:spPr bwMode="auto">
            <a:xfrm>
              <a:off x="3967163" y="1012825"/>
              <a:ext cx="127000" cy="142875"/>
            </a:xfrm>
            <a:custGeom>
              <a:avLst/>
              <a:gdLst>
                <a:gd name="T0" fmla="*/ 246 w 354"/>
                <a:gd name="T1" fmla="*/ 343 h 397"/>
                <a:gd name="T2" fmla="*/ 127 w 354"/>
                <a:gd name="T3" fmla="*/ 393 h 397"/>
                <a:gd name="T4" fmla="*/ 0 w 354"/>
                <a:gd name="T5" fmla="*/ 284 h 397"/>
                <a:gd name="T6" fmla="*/ 0 w 354"/>
                <a:gd name="T7" fmla="*/ 284 h 397"/>
                <a:gd name="T8" fmla="*/ 82 w 354"/>
                <a:gd name="T9" fmla="*/ 176 h 397"/>
                <a:gd name="T10" fmla="*/ 49 w 354"/>
                <a:gd name="T11" fmla="*/ 97 h 397"/>
                <a:gd name="T12" fmla="*/ 49 w 354"/>
                <a:gd name="T13" fmla="*/ 97 h 397"/>
                <a:gd name="T14" fmla="*/ 162 w 354"/>
                <a:gd name="T15" fmla="*/ 0 h 397"/>
                <a:gd name="T16" fmla="*/ 266 w 354"/>
                <a:gd name="T17" fmla="*/ 92 h 397"/>
                <a:gd name="T18" fmla="*/ 266 w 354"/>
                <a:gd name="T19" fmla="*/ 92 h 397"/>
                <a:gd name="T20" fmla="*/ 181 w 354"/>
                <a:gd name="T21" fmla="*/ 191 h 397"/>
                <a:gd name="T22" fmla="*/ 249 w 354"/>
                <a:gd name="T23" fmla="*/ 259 h 397"/>
                <a:gd name="T24" fmla="*/ 291 w 354"/>
                <a:gd name="T25" fmla="*/ 184 h 397"/>
                <a:gd name="T26" fmla="*/ 343 w 354"/>
                <a:gd name="T27" fmla="*/ 211 h 397"/>
                <a:gd name="T28" fmla="*/ 291 w 354"/>
                <a:gd name="T29" fmla="*/ 299 h 397"/>
                <a:gd name="T30" fmla="*/ 353 w 354"/>
                <a:gd name="T31" fmla="*/ 361 h 397"/>
                <a:gd name="T32" fmla="*/ 304 w 354"/>
                <a:gd name="T33" fmla="*/ 396 h 397"/>
                <a:gd name="T34" fmla="*/ 246 w 354"/>
                <a:gd name="T35" fmla="*/ 343 h 397"/>
                <a:gd name="T36" fmla="*/ 209 w 354"/>
                <a:gd name="T37" fmla="*/ 304 h 397"/>
                <a:gd name="T38" fmla="*/ 122 w 354"/>
                <a:gd name="T39" fmla="*/ 216 h 397"/>
                <a:gd name="T40" fmla="*/ 69 w 354"/>
                <a:gd name="T41" fmla="*/ 281 h 397"/>
                <a:gd name="T42" fmla="*/ 69 w 354"/>
                <a:gd name="T43" fmla="*/ 281 h 397"/>
                <a:gd name="T44" fmla="*/ 134 w 354"/>
                <a:gd name="T45" fmla="*/ 338 h 397"/>
                <a:gd name="T46" fmla="*/ 209 w 354"/>
                <a:gd name="T47" fmla="*/ 304 h 397"/>
                <a:gd name="T48" fmla="*/ 206 w 354"/>
                <a:gd name="T49" fmla="*/ 94 h 397"/>
                <a:gd name="T50" fmla="*/ 206 w 354"/>
                <a:gd name="T51" fmla="*/ 94 h 397"/>
                <a:gd name="T52" fmla="*/ 162 w 354"/>
                <a:gd name="T53" fmla="*/ 49 h 397"/>
                <a:gd name="T54" fmla="*/ 114 w 354"/>
                <a:gd name="T55" fmla="*/ 97 h 397"/>
                <a:gd name="T56" fmla="*/ 114 w 354"/>
                <a:gd name="T57" fmla="*/ 97 h 397"/>
                <a:gd name="T58" fmla="*/ 144 w 354"/>
                <a:gd name="T59" fmla="*/ 154 h 397"/>
                <a:gd name="T60" fmla="*/ 206 w 354"/>
                <a:gd name="T61" fmla="*/ 9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4" h="397">
                  <a:moveTo>
                    <a:pt x="246" y="343"/>
                  </a:moveTo>
                  <a:cubicBezTo>
                    <a:pt x="214" y="373"/>
                    <a:pt x="174" y="393"/>
                    <a:pt x="127" y="393"/>
                  </a:cubicBezTo>
                  <a:cubicBezTo>
                    <a:pt x="54" y="393"/>
                    <a:pt x="0" y="351"/>
                    <a:pt x="0" y="284"/>
                  </a:cubicBezTo>
                  <a:lnTo>
                    <a:pt x="0" y="284"/>
                  </a:lnTo>
                  <a:cubicBezTo>
                    <a:pt x="0" y="234"/>
                    <a:pt x="30" y="199"/>
                    <a:pt x="82" y="176"/>
                  </a:cubicBezTo>
                  <a:cubicBezTo>
                    <a:pt x="59" y="149"/>
                    <a:pt x="49" y="124"/>
                    <a:pt x="49" y="97"/>
                  </a:cubicBezTo>
                  <a:lnTo>
                    <a:pt x="49" y="97"/>
                  </a:lnTo>
                  <a:cubicBezTo>
                    <a:pt x="49" y="44"/>
                    <a:pt x="92" y="0"/>
                    <a:pt x="162" y="0"/>
                  </a:cubicBezTo>
                  <a:cubicBezTo>
                    <a:pt x="224" y="0"/>
                    <a:pt x="266" y="42"/>
                    <a:pt x="266" y="92"/>
                  </a:cubicBezTo>
                  <a:lnTo>
                    <a:pt x="266" y="92"/>
                  </a:lnTo>
                  <a:cubicBezTo>
                    <a:pt x="266" y="142"/>
                    <a:pt x="231" y="174"/>
                    <a:pt x="181" y="191"/>
                  </a:cubicBezTo>
                  <a:lnTo>
                    <a:pt x="249" y="259"/>
                  </a:lnTo>
                  <a:cubicBezTo>
                    <a:pt x="264" y="236"/>
                    <a:pt x="279" y="211"/>
                    <a:pt x="291" y="184"/>
                  </a:cubicBezTo>
                  <a:lnTo>
                    <a:pt x="343" y="211"/>
                  </a:lnTo>
                  <a:cubicBezTo>
                    <a:pt x="328" y="241"/>
                    <a:pt x="311" y="274"/>
                    <a:pt x="291" y="299"/>
                  </a:cubicBezTo>
                  <a:lnTo>
                    <a:pt x="353" y="361"/>
                  </a:lnTo>
                  <a:lnTo>
                    <a:pt x="304" y="396"/>
                  </a:lnTo>
                  <a:lnTo>
                    <a:pt x="246" y="343"/>
                  </a:lnTo>
                  <a:close/>
                  <a:moveTo>
                    <a:pt x="209" y="304"/>
                  </a:moveTo>
                  <a:lnTo>
                    <a:pt x="122" y="216"/>
                  </a:lnTo>
                  <a:cubicBezTo>
                    <a:pt x="84" y="231"/>
                    <a:pt x="69" y="256"/>
                    <a:pt x="69" y="281"/>
                  </a:cubicBezTo>
                  <a:lnTo>
                    <a:pt x="69" y="281"/>
                  </a:lnTo>
                  <a:cubicBezTo>
                    <a:pt x="69" y="313"/>
                    <a:pt x="97" y="338"/>
                    <a:pt x="134" y="338"/>
                  </a:cubicBezTo>
                  <a:cubicBezTo>
                    <a:pt x="162" y="338"/>
                    <a:pt x="186" y="326"/>
                    <a:pt x="209" y="304"/>
                  </a:cubicBezTo>
                  <a:close/>
                  <a:moveTo>
                    <a:pt x="206" y="94"/>
                  </a:moveTo>
                  <a:lnTo>
                    <a:pt x="206" y="94"/>
                  </a:lnTo>
                  <a:cubicBezTo>
                    <a:pt x="206" y="67"/>
                    <a:pt x="190" y="49"/>
                    <a:pt x="162" y="49"/>
                  </a:cubicBezTo>
                  <a:cubicBezTo>
                    <a:pt x="135" y="49"/>
                    <a:pt x="114" y="69"/>
                    <a:pt x="114" y="97"/>
                  </a:cubicBezTo>
                  <a:lnTo>
                    <a:pt x="114" y="97"/>
                  </a:lnTo>
                  <a:cubicBezTo>
                    <a:pt x="114" y="117"/>
                    <a:pt x="122" y="132"/>
                    <a:pt x="144" y="154"/>
                  </a:cubicBezTo>
                  <a:cubicBezTo>
                    <a:pt x="184" y="139"/>
                    <a:pt x="206" y="122"/>
                    <a:pt x="206" y="94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</p:grpSp>
      <p:grpSp>
        <p:nvGrpSpPr>
          <p:cNvPr id="43" name="Grouper 42"/>
          <p:cNvGrpSpPr/>
          <p:nvPr userDrawn="1"/>
        </p:nvGrpSpPr>
        <p:grpSpPr>
          <a:xfrm>
            <a:off x="0" y="1311216"/>
            <a:ext cx="12192000" cy="4852517"/>
            <a:chOff x="0" y="1261568"/>
            <a:chExt cx="12315038" cy="4969484"/>
          </a:xfrm>
          <a:noFill/>
        </p:grpSpPr>
        <p:sp>
          <p:nvSpPr>
            <p:cNvPr id="44" name="Forme libre 43"/>
            <p:cNvSpPr>
              <a:spLocks noChangeArrowheads="1"/>
            </p:cNvSpPr>
            <p:nvPr userDrawn="1"/>
          </p:nvSpPr>
          <p:spPr bwMode="auto">
            <a:xfrm rot="5400000">
              <a:off x="2172970" y="3846549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5" name="Forme libre 44"/>
            <p:cNvSpPr>
              <a:spLocks noChangeArrowheads="1"/>
            </p:cNvSpPr>
            <p:nvPr userDrawn="1"/>
          </p:nvSpPr>
          <p:spPr bwMode="auto">
            <a:xfrm rot="5400000">
              <a:off x="2234518" y="3215496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6" name="Forme libre 45"/>
            <p:cNvSpPr>
              <a:spLocks noChangeArrowheads="1"/>
            </p:cNvSpPr>
            <p:nvPr userDrawn="1"/>
          </p:nvSpPr>
          <p:spPr bwMode="auto">
            <a:xfrm rot="5400000">
              <a:off x="3293103" y="3215443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7" name="Forme libre 46"/>
            <p:cNvSpPr>
              <a:spLocks noChangeArrowheads="1"/>
            </p:cNvSpPr>
            <p:nvPr userDrawn="1"/>
          </p:nvSpPr>
          <p:spPr bwMode="auto">
            <a:xfrm rot="5400000">
              <a:off x="5588678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8" name="Forme libre 47"/>
            <p:cNvSpPr>
              <a:spLocks noChangeArrowheads="1"/>
            </p:cNvSpPr>
            <p:nvPr userDrawn="1"/>
          </p:nvSpPr>
          <p:spPr bwMode="auto">
            <a:xfrm rot="5400000">
              <a:off x="4472154" y="3214881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9" name="Forme libre 48"/>
            <p:cNvSpPr>
              <a:spLocks noChangeArrowheads="1"/>
            </p:cNvSpPr>
            <p:nvPr userDrawn="1"/>
          </p:nvSpPr>
          <p:spPr bwMode="auto">
            <a:xfrm rot="5400000">
              <a:off x="5530739" y="3214828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0" name="Forme libre 49"/>
            <p:cNvSpPr>
              <a:spLocks noChangeArrowheads="1"/>
            </p:cNvSpPr>
            <p:nvPr userDrawn="1"/>
          </p:nvSpPr>
          <p:spPr bwMode="auto">
            <a:xfrm rot="5400000">
              <a:off x="6645547" y="3846549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1" name="Forme libre 50"/>
            <p:cNvSpPr>
              <a:spLocks noChangeArrowheads="1"/>
            </p:cNvSpPr>
            <p:nvPr userDrawn="1"/>
          </p:nvSpPr>
          <p:spPr bwMode="auto">
            <a:xfrm rot="5400000">
              <a:off x="-5543" y="4472858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2" name="Forme libre 51"/>
            <p:cNvSpPr>
              <a:spLocks noChangeArrowheads="1"/>
            </p:cNvSpPr>
            <p:nvPr userDrawn="1"/>
          </p:nvSpPr>
          <p:spPr bwMode="auto">
            <a:xfrm rot="5400000">
              <a:off x="-67512" y="3845933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3" name="Forme libre 52"/>
            <p:cNvSpPr>
              <a:spLocks noChangeArrowheads="1"/>
            </p:cNvSpPr>
            <p:nvPr userDrawn="1"/>
          </p:nvSpPr>
          <p:spPr bwMode="auto">
            <a:xfrm rot="5400000">
              <a:off x="1053793" y="4471424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4" name="Forme libre 53"/>
            <p:cNvSpPr>
              <a:spLocks noChangeArrowheads="1"/>
            </p:cNvSpPr>
            <p:nvPr userDrawn="1"/>
          </p:nvSpPr>
          <p:spPr bwMode="auto">
            <a:xfrm rot="5400000">
              <a:off x="1110559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5" name="Forme libre 54"/>
            <p:cNvSpPr>
              <a:spLocks noChangeArrowheads="1"/>
            </p:cNvSpPr>
            <p:nvPr userDrawn="1"/>
          </p:nvSpPr>
          <p:spPr bwMode="auto">
            <a:xfrm rot="5400000">
              <a:off x="-5964" y="3214881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6" name="Forme libre 55"/>
            <p:cNvSpPr>
              <a:spLocks noChangeArrowheads="1"/>
            </p:cNvSpPr>
            <p:nvPr userDrawn="1"/>
          </p:nvSpPr>
          <p:spPr bwMode="auto">
            <a:xfrm rot="5400000">
              <a:off x="1052620" y="3214828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7" name="Forme libre 56"/>
            <p:cNvSpPr>
              <a:spLocks noChangeArrowheads="1"/>
            </p:cNvSpPr>
            <p:nvPr userDrawn="1"/>
          </p:nvSpPr>
          <p:spPr bwMode="auto">
            <a:xfrm rot="5400000">
              <a:off x="1115877" y="2587400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8" name="Forme libre 57"/>
            <p:cNvSpPr>
              <a:spLocks noChangeArrowheads="1"/>
            </p:cNvSpPr>
            <p:nvPr userDrawn="1"/>
          </p:nvSpPr>
          <p:spPr bwMode="auto">
            <a:xfrm rot="5400000">
              <a:off x="1053908" y="1960475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9" name="Forme libre 58"/>
            <p:cNvSpPr>
              <a:spLocks noChangeArrowheads="1"/>
            </p:cNvSpPr>
            <p:nvPr userDrawn="1"/>
          </p:nvSpPr>
          <p:spPr bwMode="auto">
            <a:xfrm rot="5400000">
              <a:off x="2175213" y="2585966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0" name="Forme libre 59"/>
            <p:cNvSpPr>
              <a:spLocks noChangeArrowheads="1"/>
            </p:cNvSpPr>
            <p:nvPr userDrawn="1"/>
          </p:nvSpPr>
          <p:spPr bwMode="auto">
            <a:xfrm rot="5400000">
              <a:off x="3353513" y="2586784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1" name="Forme libre 60"/>
            <p:cNvSpPr>
              <a:spLocks noChangeArrowheads="1"/>
            </p:cNvSpPr>
            <p:nvPr userDrawn="1"/>
          </p:nvSpPr>
          <p:spPr bwMode="auto">
            <a:xfrm rot="5400000">
              <a:off x="4412849" y="2585350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2" name="Forme libre 61"/>
            <p:cNvSpPr>
              <a:spLocks noChangeArrowheads="1"/>
            </p:cNvSpPr>
            <p:nvPr userDrawn="1"/>
          </p:nvSpPr>
          <p:spPr bwMode="auto">
            <a:xfrm rot="5400000">
              <a:off x="-65269" y="2585350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3" name="Forme libre 62"/>
            <p:cNvSpPr>
              <a:spLocks noChangeArrowheads="1"/>
            </p:cNvSpPr>
            <p:nvPr userDrawn="1"/>
          </p:nvSpPr>
          <p:spPr bwMode="auto">
            <a:xfrm rot="5400000">
              <a:off x="-8503" y="1956810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4" name="Forme libre 63"/>
            <p:cNvSpPr>
              <a:spLocks noChangeArrowheads="1"/>
            </p:cNvSpPr>
            <p:nvPr userDrawn="1"/>
          </p:nvSpPr>
          <p:spPr bwMode="auto">
            <a:xfrm rot="5400000">
              <a:off x="-66442" y="1328754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5" name="Forme libre 64"/>
            <p:cNvSpPr>
              <a:spLocks noChangeArrowheads="1"/>
            </p:cNvSpPr>
            <p:nvPr userDrawn="1"/>
          </p:nvSpPr>
          <p:spPr bwMode="auto">
            <a:xfrm rot="5400000">
              <a:off x="-66508" y="5104173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6" name="Forme libre 65"/>
            <p:cNvSpPr>
              <a:spLocks noChangeArrowheads="1"/>
            </p:cNvSpPr>
            <p:nvPr userDrawn="1"/>
          </p:nvSpPr>
          <p:spPr bwMode="auto">
            <a:xfrm rot="5400000">
              <a:off x="8889028" y="3846548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7" name="Forme libre 66"/>
            <p:cNvSpPr>
              <a:spLocks noChangeArrowheads="1"/>
            </p:cNvSpPr>
            <p:nvPr userDrawn="1"/>
          </p:nvSpPr>
          <p:spPr bwMode="auto">
            <a:xfrm rot="5400000">
              <a:off x="8950576" y="3215495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8" name="Forme libre 67"/>
            <p:cNvSpPr>
              <a:spLocks noChangeArrowheads="1"/>
            </p:cNvSpPr>
            <p:nvPr userDrawn="1"/>
          </p:nvSpPr>
          <p:spPr bwMode="auto">
            <a:xfrm rot="5400000">
              <a:off x="10009161" y="3215442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9" name="Forme libre 68"/>
            <p:cNvSpPr>
              <a:spLocks noChangeArrowheads="1"/>
            </p:cNvSpPr>
            <p:nvPr userDrawn="1"/>
          </p:nvSpPr>
          <p:spPr bwMode="auto">
            <a:xfrm rot="5400000">
              <a:off x="11188212" y="3214880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0" name="Forme libre 69"/>
            <p:cNvSpPr>
              <a:spLocks noChangeArrowheads="1"/>
            </p:cNvSpPr>
            <p:nvPr userDrawn="1"/>
          </p:nvSpPr>
          <p:spPr bwMode="auto">
            <a:xfrm rot="5400000">
              <a:off x="7826616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1" name="Forme libre 70"/>
            <p:cNvSpPr>
              <a:spLocks noChangeArrowheads="1"/>
            </p:cNvSpPr>
            <p:nvPr userDrawn="1"/>
          </p:nvSpPr>
          <p:spPr bwMode="auto">
            <a:xfrm rot="5400000">
              <a:off x="6710093" y="3214880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2" name="Forme libre 71"/>
            <p:cNvSpPr>
              <a:spLocks noChangeArrowheads="1"/>
            </p:cNvSpPr>
            <p:nvPr userDrawn="1"/>
          </p:nvSpPr>
          <p:spPr bwMode="auto">
            <a:xfrm rot="5400000">
              <a:off x="7768678" y="3214826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3" name="Forme libre 72"/>
            <p:cNvSpPr>
              <a:spLocks noChangeArrowheads="1"/>
            </p:cNvSpPr>
            <p:nvPr userDrawn="1"/>
          </p:nvSpPr>
          <p:spPr bwMode="auto">
            <a:xfrm rot="5400000">
              <a:off x="10069571" y="2586783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4" name="Forme libre 73"/>
            <p:cNvSpPr>
              <a:spLocks noChangeArrowheads="1"/>
            </p:cNvSpPr>
            <p:nvPr userDrawn="1"/>
          </p:nvSpPr>
          <p:spPr bwMode="auto">
            <a:xfrm rot="5400000">
              <a:off x="11128907" y="2585349"/>
              <a:ext cx="1192510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</p:grpSp>
    </p:spTree>
    <p:extLst>
      <p:ext uri="{BB962C8B-B14F-4D97-AF65-F5344CB8AC3E}">
        <p14:creationId xmlns:p14="http://schemas.microsoft.com/office/powerpoint/2010/main" val="3043478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21" r:id="rId1"/>
    <p:sldLayoutId id="2147485422" r:id="rId2"/>
    <p:sldLayoutId id="2147485423" r:id="rId3"/>
    <p:sldLayoutId id="2147485424" r:id="rId4"/>
    <p:sldLayoutId id="2147485425" r:id="rId5"/>
    <p:sldLayoutId id="2147485426" r:id="rId6"/>
    <p:sldLayoutId id="2147485427" r:id="rId7"/>
    <p:sldLayoutId id="2147485428" r:id="rId8"/>
    <p:sldLayoutId id="2147485429" r:id="rId9"/>
    <p:sldLayoutId id="2147485430" r:id="rId10"/>
  </p:sldLayoutIdLst>
  <p:hf sldNum="0" hdr="0" dt="0"/>
  <p:txStyles>
    <p:titleStyle>
      <a:lvl1pPr algn="ctr" defTabSz="561412" rtl="0" fontAlgn="base">
        <a:spcBef>
          <a:spcPct val="0"/>
        </a:spcBef>
        <a:spcAft>
          <a:spcPct val="0"/>
        </a:spcAft>
        <a:defRPr sz="5404" kern="1200">
          <a:solidFill>
            <a:schemeClr val="tx1"/>
          </a:solidFill>
          <a:latin typeface="+mj-lt"/>
          <a:ea typeface="ＭＳ Ｐゴシック" pitchFamily="34" charset="-128"/>
          <a:cs typeface="+mj-cs"/>
        </a:defRPr>
      </a:lvl1pPr>
      <a:lvl2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2pPr>
      <a:lvl3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3pPr>
      <a:lvl4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4pPr>
      <a:lvl5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5pPr>
      <a:lvl6pPr marL="561412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6pPr>
      <a:lvl7pPr marL="1122822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7pPr>
      <a:lvl8pPr marL="1684234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8pPr>
      <a:lvl9pPr marL="2245645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9pPr>
    </p:titleStyle>
    <p:bodyStyle>
      <a:lvl1pPr marL="421059" indent="-421059" algn="l" defTabSz="561412" rtl="0" fontAlgn="base">
        <a:spcBef>
          <a:spcPct val="20000"/>
        </a:spcBef>
        <a:spcAft>
          <a:spcPct val="0"/>
        </a:spcAft>
        <a:buFont typeface="Arial" charset="0"/>
        <a:buChar char="•"/>
        <a:defRPr sz="393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1pPr>
      <a:lvl2pPr marL="912294" indent="-350882" algn="l" defTabSz="561412" rtl="0" fontAlgn="base">
        <a:spcBef>
          <a:spcPct val="20000"/>
        </a:spcBef>
        <a:spcAft>
          <a:spcPct val="0"/>
        </a:spcAft>
        <a:buFont typeface="Arial" charset="0"/>
        <a:buChar char="–"/>
        <a:defRPr sz="3438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403529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•"/>
        <a:defRPr sz="294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964940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–"/>
        <a:defRPr sz="245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526350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»"/>
        <a:defRPr sz="245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3087762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6pPr>
      <a:lvl7pPr marL="3649174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7pPr>
      <a:lvl8pPr marL="4210584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8pPr>
      <a:lvl9pPr marL="4771995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1pPr>
      <a:lvl2pPr marL="561412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2pPr>
      <a:lvl3pPr marL="1122822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3pPr>
      <a:lvl4pPr marL="1684234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4pPr>
      <a:lvl5pPr marL="2245645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5pPr>
      <a:lvl6pPr marL="2807055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6pPr>
      <a:lvl7pPr marL="3368467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7pPr>
      <a:lvl8pPr marL="3929879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8pPr>
      <a:lvl9pPr marL="4491290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8"/>
            </p:custDataLst>
          </p:nvPr>
        </p:nvGraphicFramePr>
        <p:xfrm>
          <a:off x="1956" y="1590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270" imgH="270" progId="TCLayout.ActiveDocument.1">
                  <p:embed/>
                </p:oleObj>
              </mc:Choice>
              <mc:Fallback>
                <p:oleObj name="think-cell Slide" r:id="rId29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956" y="1590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er 2"/>
          <p:cNvGrpSpPr/>
          <p:nvPr userDrawn="1"/>
        </p:nvGrpSpPr>
        <p:grpSpPr>
          <a:xfrm>
            <a:off x="9718060" y="6427311"/>
            <a:ext cx="2139295" cy="217992"/>
            <a:chOff x="1122363" y="720725"/>
            <a:chExt cx="4278312" cy="434975"/>
          </a:xfrm>
        </p:grpSpPr>
        <p:sp>
          <p:nvSpPr>
            <p:cNvPr id="4" name="Freeform 1"/>
            <p:cNvSpPr>
              <a:spLocks noChangeArrowheads="1"/>
            </p:cNvSpPr>
            <p:nvPr/>
          </p:nvSpPr>
          <p:spPr bwMode="auto">
            <a:xfrm>
              <a:off x="1557338" y="966788"/>
              <a:ext cx="119062" cy="104775"/>
            </a:xfrm>
            <a:custGeom>
              <a:avLst/>
              <a:gdLst>
                <a:gd name="T0" fmla="*/ 0 w 330"/>
                <a:gd name="T1" fmla="*/ 100 h 293"/>
                <a:gd name="T2" fmla="*/ 189 w 330"/>
                <a:gd name="T3" fmla="*/ 0 h 293"/>
                <a:gd name="T4" fmla="*/ 329 w 330"/>
                <a:gd name="T5" fmla="*/ 292 h 293"/>
                <a:gd name="T6" fmla="*/ 119 w 330"/>
                <a:gd name="T7" fmla="*/ 292 h 293"/>
                <a:gd name="T8" fmla="*/ 62 w 330"/>
                <a:gd name="T9" fmla="*/ 257 h 293"/>
                <a:gd name="T10" fmla="*/ 0 w 330"/>
                <a:gd name="T11" fmla="*/ 1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0" h="293">
                  <a:moveTo>
                    <a:pt x="0" y="100"/>
                  </a:moveTo>
                  <a:lnTo>
                    <a:pt x="189" y="0"/>
                  </a:lnTo>
                  <a:lnTo>
                    <a:pt x="329" y="292"/>
                  </a:lnTo>
                  <a:lnTo>
                    <a:pt x="119" y="292"/>
                  </a:lnTo>
                  <a:cubicBezTo>
                    <a:pt x="119" y="292"/>
                    <a:pt x="79" y="292"/>
                    <a:pt x="62" y="257"/>
                  </a:cubicBezTo>
                  <a:cubicBezTo>
                    <a:pt x="47" y="214"/>
                    <a:pt x="0" y="100"/>
                    <a:pt x="0" y="10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5" name="Freeform 2"/>
            <p:cNvSpPr>
              <a:spLocks noChangeArrowheads="1"/>
            </p:cNvSpPr>
            <p:nvPr/>
          </p:nvSpPr>
          <p:spPr bwMode="auto">
            <a:xfrm>
              <a:off x="1146175" y="1104900"/>
              <a:ext cx="546100" cy="49213"/>
            </a:xfrm>
            <a:custGeom>
              <a:avLst/>
              <a:gdLst>
                <a:gd name="T0" fmla="*/ 757 w 1515"/>
                <a:gd name="T1" fmla="*/ 134 h 135"/>
                <a:gd name="T2" fmla="*/ 0 w 1515"/>
                <a:gd name="T3" fmla="*/ 134 h 135"/>
                <a:gd name="T4" fmla="*/ 0 w 1515"/>
                <a:gd name="T5" fmla="*/ 0 h 135"/>
                <a:gd name="T6" fmla="*/ 1514 w 1515"/>
                <a:gd name="T7" fmla="*/ 0 h 135"/>
                <a:gd name="T8" fmla="*/ 1514 w 1515"/>
                <a:gd name="T9" fmla="*/ 134 h 135"/>
                <a:gd name="T10" fmla="*/ 757 w 1515"/>
                <a:gd name="T11" fmla="*/ 13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5" h="135">
                  <a:moveTo>
                    <a:pt x="757" y="134"/>
                  </a:moveTo>
                  <a:lnTo>
                    <a:pt x="0" y="134"/>
                  </a:lnTo>
                  <a:lnTo>
                    <a:pt x="0" y="0"/>
                  </a:lnTo>
                  <a:lnTo>
                    <a:pt x="1514" y="0"/>
                  </a:lnTo>
                  <a:lnTo>
                    <a:pt x="1514" y="134"/>
                  </a:lnTo>
                  <a:lnTo>
                    <a:pt x="757" y="134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6" name="Freeform 3"/>
            <p:cNvSpPr>
              <a:spLocks noChangeArrowheads="1"/>
            </p:cNvSpPr>
            <p:nvPr/>
          </p:nvSpPr>
          <p:spPr bwMode="auto">
            <a:xfrm>
              <a:off x="1584325" y="739775"/>
              <a:ext cx="147638" cy="120650"/>
            </a:xfrm>
            <a:custGeom>
              <a:avLst/>
              <a:gdLst>
                <a:gd name="T0" fmla="*/ 411 w 412"/>
                <a:gd name="T1" fmla="*/ 155 h 333"/>
                <a:gd name="T2" fmla="*/ 117 w 412"/>
                <a:gd name="T3" fmla="*/ 312 h 333"/>
                <a:gd name="T4" fmla="*/ 40 w 412"/>
                <a:gd name="T5" fmla="*/ 297 h 333"/>
                <a:gd name="T6" fmla="*/ 0 w 412"/>
                <a:gd name="T7" fmla="*/ 197 h 333"/>
                <a:gd name="T8" fmla="*/ 45 w 412"/>
                <a:gd name="T9" fmla="*/ 192 h 333"/>
                <a:gd name="T10" fmla="*/ 411 w 412"/>
                <a:gd name="T11" fmla="*/ 0 h 333"/>
                <a:gd name="T12" fmla="*/ 411 w 412"/>
                <a:gd name="T13" fmla="*/ 155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2" h="333">
                  <a:moveTo>
                    <a:pt x="411" y="155"/>
                  </a:moveTo>
                  <a:cubicBezTo>
                    <a:pt x="411" y="155"/>
                    <a:pt x="172" y="292"/>
                    <a:pt x="117" y="312"/>
                  </a:cubicBezTo>
                  <a:cubicBezTo>
                    <a:pt x="65" y="332"/>
                    <a:pt x="47" y="304"/>
                    <a:pt x="40" y="297"/>
                  </a:cubicBezTo>
                  <a:cubicBezTo>
                    <a:pt x="25" y="277"/>
                    <a:pt x="2" y="207"/>
                    <a:pt x="0" y="197"/>
                  </a:cubicBezTo>
                  <a:cubicBezTo>
                    <a:pt x="2" y="197"/>
                    <a:pt x="15" y="200"/>
                    <a:pt x="45" y="192"/>
                  </a:cubicBezTo>
                  <a:cubicBezTo>
                    <a:pt x="82" y="182"/>
                    <a:pt x="409" y="0"/>
                    <a:pt x="411" y="0"/>
                  </a:cubicBezTo>
                  <a:lnTo>
                    <a:pt x="411" y="15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7" name="Freeform 4"/>
            <p:cNvSpPr>
              <a:spLocks noChangeArrowheads="1"/>
            </p:cNvSpPr>
            <p:nvPr/>
          </p:nvSpPr>
          <p:spPr bwMode="auto">
            <a:xfrm>
              <a:off x="1122363" y="765175"/>
              <a:ext cx="609600" cy="347663"/>
            </a:xfrm>
            <a:custGeom>
              <a:avLst/>
              <a:gdLst>
                <a:gd name="T0" fmla="*/ 1313 w 1695"/>
                <a:gd name="T1" fmla="*/ 366 h 964"/>
                <a:gd name="T2" fmla="*/ 1156 w 1695"/>
                <a:gd name="T3" fmla="*/ 20 h 964"/>
                <a:gd name="T4" fmla="*/ 929 w 1695"/>
                <a:gd name="T5" fmla="*/ 20 h 964"/>
                <a:gd name="T6" fmla="*/ 610 w 1695"/>
                <a:gd name="T7" fmla="*/ 614 h 964"/>
                <a:gd name="T8" fmla="*/ 867 w 1695"/>
                <a:gd name="T9" fmla="*/ 535 h 964"/>
                <a:gd name="T10" fmla="*/ 1029 w 1695"/>
                <a:gd name="T11" fmla="*/ 207 h 964"/>
                <a:gd name="T12" fmla="*/ 1131 w 1695"/>
                <a:gd name="T13" fmla="*/ 463 h 964"/>
                <a:gd name="T14" fmla="*/ 750 w 1695"/>
                <a:gd name="T15" fmla="*/ 634 h 964"/>
                <a:gd name="T16" fmla="*/ 197 w 1695"/>
                <a:gd name="T17" fmla="*/ 649 h 964"/>
                <a:gd name="T18" fmla="*/ 683 w 1695"/>
                <a:gd name="T19" fmla="*/ 184 h 964"/>
                <a:gd name="T20" fmla="*/ 780 w 1695"/>
                <a:gd name="T21" fmla="*/ 174 h 964"/>
                <a:gd name="T22" fmla="*/ 735 w 1695"/>
                <a:gd name="T23" fmla="*/ 42 h 964"/>
                <a:gd name="T24" fmla="*/ 638 w 1695"/>
                <a:gd name="T25" fmla="*/ 7 h 964"/>
                <a:gd name="T26" fmla="*/ 75 w 1695"/>
                <a:gd name="T27" fmla="*/ 391 h 964"/>
                <a:gd name="T28" fmla="*/ 165 w 1695"/>
                <a:gd name="T29" fmla="*/ 766 h 964"/>
                <a:gd name="T30" fmla="*/ 845 w 1695"/>
                <a:gd name="T31" fmla="*/ 786 h 964"/>
                <a:gd name="T32" fmla="*/ 1692 w 1695"/>
                <a:gd name="T33" fmla="*/ 341 h 964"/>
                <a:gd name="T34" fmla="*/ 1692 w 1695"/>
                <a:gd name="T35" fmla="*/ 159 h 964"/>
                <a:gd name="T36" fmla="*/ 1313 w 1695"/>
                <a:gd name="T37" fmla="*/ 366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95" h="964">
                  <a:moveTo>
                    <a:pt x="1313" y="366"/>
                  </a:moveTo>
                  <a:lnTo>
                    <a:pt x="1156" y="20"/>
                  </a:lnTo>
                  <a:lnTo>
                    <a:pt x="929" y="20"/>
                  </a:lnTo>
                  <a:lnTo>
                    <a:pt x="610" y="614"/>
                  </a:lnTo>
                  <a:cubicBezTo>
                    <a:pt x="610" y="614"/>
                    <a:pt x="767" y="609"/>
                    <a:pt x="867" y="535"/>
                  </a:cubicBezTo>
                  <a:cubicBezTo>
                    <a:pt x="892" y="520"/>
                    <a:pt x="964" y="331"/>
                    <a:pt x="1029" y="207"/>
                  </a:cubicBezTo>
                  <a:lnTo>
                    <a:pt x="1131" y="463"/>
                  </a:lnTo>
                  <a:cubicBezTo>
                    <a:pt x="977" y="542"/>
                    <a:pt x="830" y="612"/>
                    <a:pt x="750" y="634"/>
                  </a:cubicBezTo>
                  <a:cubicBezTo>
                    <a:pt x="541" y="694"/>
                    <a:pt x="287" y="731"/>
                    <a:pt x="197" y="649"/>
                  </a:cubicBezTo>
                  <a:cubicBezTo>
                    <a:pt x="112" y="572"/>
                    <a:pt x="309" y="254"/>
                    <a:pt x="683" y="184"/>
                  </a:cubicBezTo>
                  <a:cubicBezTo>
                    <a:pt x="742" y="172"/>
                    <a:pt x="780" y="174"/>
                    <a:pt x="780" y="174"/>
                  </a:cubicBezTo>
                  <a:cubicBezTo>
                    <a:pt x="780" y="174"/>
                    <a:pt x="755" y="65"/>
                    <a:pt x="735" y="42"/>
                  </a:cubicBezTo>
                  <a:cubicBezTo>
                    <a:pt x="708" y="7"/>
                    <a:pt x="680" y="0"/>
                    <a:pt x="638" y="7"/>
                  </a:cubicBezTo>
                  <a:cubicBezTo>
                    <a:pt x="556" y="12"/>
                    <a:pt x="212" y="105"/>
                    <a:pt x="75" y="391"/>
                  </a:cubicBezTo>
                  <a:cubicBezTo>
                    <a:pt x="0" y="555"/>
                    <a:pt x="100" y="719"/>
                    <a:pt x="165" y="766"/>
                  </a:cubicBezTo>
                  <a:cubicBezTo>
                    <a:pt x="194" y="789"/>
                    <a:pt x="391" y="963"/>
                    <a:pt x="845" y="786"/>
                  </a:cubicBezTo>
                  <a:cubicBezTo>
                    <a:pt x="1290" y="612"/>
                    <a:pt x="1692" y="341"/>
                    <a:pt x="1692" y="341"/>
                  </a:cubicBezTo>
                  <a:lnTo>
                    <a:pt x="1692" y="159"/>
                  </a:lnTo>
                  <a:cubicBezTo>
                    <a:pt x="1694" y="154"/>
                    <a:pt x="1520" y="257"/>
                    <a:pt x="1313" y="36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8" name="Freeform 5"/>
            <p:cNvSpPr>
              <a:spLocks noChangeArrowheads="1"/>
            </p:cNvSpPr>
            <p:nvPr/>
          </p:nvSpPr>
          <p:spPr bwMode="auto">
            <a:xfrm>
              <a:off x="1884363" y="1014413"/>
              <a:ext cx="136525" cy="139700"/>
            </a:xfrm>
            <a:custGeom>
              <a:avLst/>
              <a:gdLst>
                <a:gd name="T0" fmla="*/ 0 w 380"/>
                <a:gd name="T1" fmla="*/ 62 h 387"/>
                <a:gd name="T2" fmla="*/ 0 w 380"/>
                <a:gd name="T3" fmla="*/ 0 h 387"/>
                <a:gd name="T4" fmla="*/ 379 w 380"/>
                <a:gd name="T5" fmla="*/ 0 h 387"/>
                <a:gd name="T6" fmla="*/ 379 w 380"/>
                <a:gd name="T7" fmla="*/ 62 h 387"/>
                <a:gd name="T8" fmla="*/ 229 w 380"/>
                <a:gd name="T9" fmla="*/ 62 h 387"/>
                <a:gd name="T10" fmla="*/ 229 w 380"/>
                <a:gd name="T11" fmla="*/ 386 h 387"/>
                <a:gd name="T12" fmla="*/ 147 w 380"/>
                <a:gd name="T13" fmla="*/ 386 h 387"/>
                <a:gd name="T14" fmla="*/ 147 w 380"/>
                <a:gd name="T15" fmla="*/ 62 h 387"/>
                <a:gd name="T16" fmla="*/ 0 w 380"/>
                <a:gd name="T17" fmla="*/ 6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0" h="387">
                  <a:moveTo>
                    <a:pt x="0" y="62"/>
                  </a:moveTo>
                  <a:lnTo>
                    <a:pt x="0" y="0"/>
                  </a:lnTo>
                  <a:lnTo>
                    <a:pt x="379" y="0"/>
                  </a:lnTo>
                  <a:lnTo>
                    <a:pt x="379" y="62"/>
                  </a:lnTo>
                  <a:lnTo>
                    <a:pt x="229" y="62"/>
                  </a:lnTo>
                  <a:lnTo>
                    <a:pt x="229" y="386"/>
                  </a:lnTo>
                  <a:lnTo>
                    <a:pt x="147" y="386"/>
                  </a:lnTo>
                  <a:lnTo>
                    <a:pt x="147" y="62"/>
                  </a:lnTo>
                  <a:lnTo>
                    <a:pt x="0" y="6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9" name="Freeform 6"/>
            <p:cNvSpPr>
              <a:spLocks noChangeArrowheads="1"/>
            </p:cNvSpPr>
            <p:nvPr/>
          </p:nvSpPr>
          <p:spPr bwMode="auto">
            <a:xfrm>
              <a:off x="2051050" y="1014413"/>
              <a:ext cx="128588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7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0" name="Freeform 7"/>
            <p:cNvSpPr>
              <a:spLocks noChangeArrowheads="1"/>
            </p:cNvSpPr>
            <p:nvPr/>
          </p:nvSpPr>
          <p:spPr bwMode="auto">
            <a:xfrm>
              <a:off x="2208213" y="1011238"/>
              <a:ext cx="152400" cy="144462"/>
            </a:xfrm>
            <a:custGeom>
              <a:avLst/>
              <a:gdLst>
                <a:gd name="T0" fmla="*/ 247 w 425"/>
                <a:gd name="T1" fmla="*/ 0 h 400"/>
                <a:gd name="T2" fmla="*/ 419 w 425"/>
                <a:gd name="T3" fmla="*/ 55 h 400"/>
                <a:gd name="T4" fmla="*/ 381 w 425"/>
                <a:gd name="T5" fmla="*/ 105 h 400"/>
                <a:gd name="T6" fmla="*/ 252 w 425"/>
                <a:gd name="T7" fmla="*/ 60 h 400"/>
                <a:gd name="T8" fmla="*/ 90 w 425"/>
                <a:gd name="T9" fmla="*/ 199 h 400"/>
                <a:gd name="T10" fmla="*/ 252 w 425"/>
                <a:gd name="T11" fmla="*/ 339 h 400"/>
                <a:gd name="T12" fmla="*/ 386 w 425"/>
                <a:gd name="T13" fmla="*/ 292 h 400"/>
                <a:gd name="T14" fmla="*/ 424 w 425"/>
                <a:gd name="T15" fmla="*/ 341 h 400"/>
                <a:gd name="T16" fmla="*/ 244 w 425"/>
                <a:gd name="T17" fmla="*/ 399 h 400"/>
                <a:gd name="T18" fmla="*/ 0 w 425"/>
                <a:gd name="T19" fmla="*/ 199 h 400"/>
                <a:gd name="T20" fmla="*/ 247 w 425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5" h="400">
                  <a:moveTo>
                    <a:pt x="247" y="0"/>
                  </a:moveTo>
                  <a:cubicBezTo>
                    <a:pt x="307" y="0"/>
                    <a:pt x="369" y="18"/>
                    <a:pt x="419" y="55"/>
                  </a:cubicBezTo>
                  <a:lnTo>
                    <a:pt x="381" y="105"/>
                  </a:lnTo>
                  <a:cubicBezTo>
                    <a:pt x="339" y="75"/>
                    <a:pt x="304" y="60"/>
                    <a:pt x="252" y="60"/>
                  </a:cubicBezTo>
                  <a:cubicBezTo>
                    <a:pt x="160" y="60"/>
                    <a:pt x="90" y="117"/>
                    <a:pt x="90" y="199"/>
                  </a:cubicBezTo>
                  <a:cubicBezTo>
                    <a:pt x="90" y="282"/>
                    <a:pt x="162" y="339"/>
                    <a:pt x="252" y="339"/>
                  </a:cubicBezTo>
                  <a:cubicBezTo>
                    <a:pt x="307" y="339"/>
                    <a:pt x="344" y="321"/>
                    <a:pt x="386" y="292"/>
                  </a:cubicBezTo>
                  <a:lnTo>
                    <a:pt x="424" y="341"/>
                  </a:lnTo>
                  <a:cubicBezTo>
                    <a:pt x="371" y="379"/>
                    <a:pt x="307" y="399"/>
                    <a:pt x="244" y="399"/>
                  </a:cubicBezTo>
                  <a:cubicBezTo>
                    <a:pt x="120" y="399"/>
                    <a:pt x="0" y="324"/>
                    <a:pt x="0" y="199"/>
                  </a:cubicBezTo>
                  <a:cubicBezTo>
                    <a:pt x="5" y="72"/>
                    <a:pt x="122" y="0"/>
                    <a:pt x="247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1" name="Freeform 8"/>
            <p:cNvSpPr>
              <a:spLocks noChangeArrowheads="1"/>
            </p:cNvSpPr>
            <p:nvPr/>
          </p:nvSpPr>
          <p:spPr bwMode="auto">
            <a:xfrm>
              <a:off x="2395538" y="1014413"/>
              <a:ext cx="146050" cy="139700"/>
            </a:xfrm>
            <a:custGeom>
              <a:avLst/>
              <a:gdLst>
                <a:gd name="T0" fmla="*/ 0 w 405"/>
                <a:gd name="T1" fmla="*/ 0 h 387"/>
                <a:gd name="T2" fmla="*/ 83 w 405"/>
                <a:gd name="T3" fmla="*/ 0 h 387"/>
                <a:gd name="T4" fmla="*/ 83 w 405"/>
                <a:gd name="T5" fmla="*/ 150 h 387"/>
                <a:gd name="T6" fmla="*/ 322 w 405"/>
                <a:gd name="T7" fmla="*/ 150 h 387"/>
                <a:gd name="T8" fmla="*/ 322 w 405"/>
                <a:gd name="T9" fmla="*/ 0 h 387"/>
                <a:gd name="T10" fmla="*/ 404 w 405"/>
                <a:gd name="T11" fmla="*/ 0 h 387"/>
                <a:gd name="T12" fmla="*/ 404 w 405"/>
                <a:gd name="T13" fmla="*/ 386 h 387"/>
                <a:gd name="T14" fmla="*/ 322 w 405"/>
                <a:gd name="T15" fmla="*/ 386 h 387"/>
                <a:gd name="T16" fmla="*/ 322 w 405"/>
                <a:gd name="T17" fmla="*/ 212 h 387"/>
                <a:gd name="T18" fmla="*/ 83 w 405"/>
                <a:gd name="T19" fmla="*/ 212 h 387"/>
                <a:gd name="T20" fmla="*/ 83 w 405"/>
                <a:gd name="T21" fmla="*/ 386 h 387"/>
                <a:gd name="T22" fmla="*/ 0 w 405"/>
                <a:gd name="T23" fmla="*/ 386 h 387"/>
                <a:gd name="T24" fmla="*/ 0 w 405"/>
                <a:gd name="T2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5" h="387">
                  <a:moveTo>
                    <a:pt x="0" y="0"/>
                  </a:moveTo>
                  <a:lnTo>
                    <a:pt x="83" y="0"/>
                  </a:lnTo>
                  <a:lnTo>
                    <a:pt x="83" y="150"/>
                  </a:lnTo>
                  <a:lnTo>
                    <a:pt x="322" y="150"/>
                  </a:lnTo>
                  <a:lnTo>
                    <a:pt x="322" y="0"/>
                  </a:lnTo>
                  <a:lnTo>
                    <a:pt x="404" y="0"/>
                  </a:lnTo>
                  <a:lnTo>
                    <a:pt x="404" y="386"/>
                  </a:lnTo>
                  <a:lnTo>
                    <a:pt x="322" y="386"/>
                  </a:lnTo>
                  <a:lnTo>
                    <a:pt x="322" y="212"/>
                  </a:lnTo>
                  <a:lnTo>
                    <a:pt x="83" y="212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2" name="Freeform 9"/>
            <p:cNvSpPr>
              <a:spLocks noChangeArrowheads="1"/>
            </p:cNvSpPr>
            <p:nvPr/>
          </p:nvSpPr>
          <p:spPr bwMode="auto">
            <a:xfrm>
              <a:off x="2584450" y="1014413"/>
              <a:ext cx="144463" cy="139700"/>
            </a:xfrm>
            <a:custGeom>
              <a:avLst/>
              <a:gdLst>
                <a:gd name="T0" fmla="*/ 82 w 402"/>
                <a:gd name="T1" fmla="*/ 112 h 387"/>
                <a:gd name="T2" fmla="*/ 82 w 402"/>
                <a:gd name="T3" fmla="*/ 386 h 387"/>
                <a:gd name="T4" fmla="*/ 0 w 402"/>
                <a:gd name="T5" fmla="*/ 386 h 387"/>
                <a:gd name="T6" fmla="*/ 0 w 402"/>
                <a:gd name="T7" fmla="*/ 0 h 387"/>
                <a:gd name="T8" fmla="*/ 82 w 402"/>
                <a:gd name="T9" fmla="*/ 0 h 387"/>
                <a:gd name="T10" fmla="*/ 319 w 402"/>
                <a:gd name="T11" fmla="*/ 274 h 387"/>
                <a:gd name="T12" fmla="*/ 319 w 402"/>
                <a:gd name="T13" fmla="*/ 0 h 387"/>
                <a:gd name="T14" fmla="*/ 401 w 402"/>
                <a:gd name="T15" fmla="*/ 0 h 387"/>
                <a:gd name="T16" fmla="*/ 401 w 402"/>
                <a:gd name="T17" fmla="*/ 386 h 387"/>
                <a:gd name="T18" fmla="*/ 319 w 402"/>
                <a:gd name="T19" fmla="*/ 386 h 387"/>
                <a:gd name="T20" fmla="*/ 82 w 402"/>
                <a:gd name="T21" fmla="*/ 11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2" h="387">
                  <a:moveTo>
                    <a:pt x="82" y="112"/>
                  </a:move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82" y="0"/>
                  </a:lnTo>
                  <a:lnTo>
                    <a:pt x="319" y="274"/>
                  </a:lnTo>
                  <a:lnTo>
                    <a:pt x="319" y="0"/>
                  </a:lnTo>
                  <a:lnTo>
                    <a:pt x="401" y="0"/>
                  </a:lnTo>
                  <a:lnTo>
                    <a:pt x="401" y="386"/>
                  </a:lnTo>
                  <a:lnTo>
                    <a:pt x="319" y="386"/>
                  </a:lnTo>
                  <a:lnTo>
                    <a:pt x="82" y="112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3" name="Freeform 10"/>
            <p:cNvSpPr>
              <a:spLocks noChangeArrowheads="1"/>
            </p:cNvSpPr>
            <p:nvPr/>
          </p:nvSpPr>
          <p:spPr bwMode="auto">
            <a:xfrm>
              <a:off x="2763838" y="1011238"/>
              <a:ext cx="176212" cy="144462"/>
            </a:xfrm>
            <a:custGeom>
              <a:avLst/>
              <a:gdLst>
                <a:gd name="T0" fmla="*/ 0 w 489"/>
                <a:gd name="T1" fmla="*/ 199 h 400"/>
                <a:gd name="T2" fmla="*/ 244 w 489"/>
                <a:gd name="T3" fmla="*/ 0 h 400"/>
                <a:gd name="T4" fmla="*/ 488 w 489"/>
                <a:gd name="T5" fmla="*/ 199 h 400"/>
                <a:gd name="T6" fmla="*/ 244 w 489"/>
                <a:gd name="T7" fmla="*/ 399 h 400"/>
                <a:gd name="T8" fmla="*/ 0 w 489"/>
                <a:gd name="T9" fmla="*/ 199 h 400"/>
                <a:gd name="T10" fmla="*/ 85 w 489"/>
                <a:gd name="T11" fmla="*/ 199 h 400"/>
                <a:gd name="T12" fmla="*/ 244 w 489"/>
                <a:gd name="T13" fmla="*/ 339 h 400"/>
                <a:gd name="T14" fmla="*/ 404 w 489"/>
                <a:gd name="T15" fmla="*/ 199 h 400"/>
                <a:gd name="T16" fmla="*/ 244 w 489"/>
                <a:gd name="T17" fmla="*/ 60 h 400"/>
                <a:gd name="T18" fmla="*/ 85 w 489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9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8" y="90"/>
                    <a:pt x="488" y="199"/>
                  </a:cubicBezTo>
                  <a:cubicBezTo>
                    <a:pt x="488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5" y="199"/>
                  </a:moveTo>
                  <a:cubicBezTo>
                    <a:pt x="85" y="277"/>
                    <a:pt x="150" y="339"/>
                    <a:pt x="244" y="339"/>
                  </a:cubicBezTo>
                  <a:cubicBezTo>
                    <a:pt x="339" y="339"/>
                    <a:pt x="404" y="277"/>
                    <a:pt x="404" y="199"/>
                  </a:cubicBezTo>
                  <a:cubicBezTo>
                    <a:pt x="404" y="122"/>
                    <a:pt x="338" y="60"/>
                    <a:pt x="244" y="60"/>
                  </a:cubicBezTo>
                  <a:cubicBezTo>
                    <a:pt x="149" y="60"/>
                    <a:pt x="85" y="122"/>
                    <a:pt x="85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4" name="Freeform 11"/>
            <p:cNvSpPr>
              <a:spLocks noChangeArrowheads="1"/>
            </p:cNvSpPr>
            <p:nvPr/>
          </p:nvSpPr>
          <p:spPr bwMode="auto">
            <a:xfrm>
              <a:off x="2974975" y="1014413"/>
              <a:ext cx="117475" cy="139700"/>
            </a:xfrm>
            <a:custGeom>
              <a:avLst/>
              <a:gdLst>
                <a:gd name="T0" fmla="*/ 0 w 328"/>
                <a:gd name="T1" fmla="*/ 0 h 387"/>
                <a:gd name="T2" fmla="*/ 82 w 328"/>
                <a:gd name="T3" fmla="*/ 0 h 387"/>
                <a:gd name="T4" fmla="*/ 82 w 328"/>
                <a:gd name="T5" fmla="*/ 324 h 387"/>
                <a:gd name="T6" fmla="*/ 327 w 328"/>
                <a:gd name="T7" fmla="*/ 324 h 387"/>
                <a:gd name="T8" fmla="*/ 327 w 328"/>
                <a:gd name="T9" fmla="*/ 386 h 387"/>
                <a:gd name="T10" fmla="*/ 0 w 328"/>
                <a:gd name="T11" fmla="*/ 386 h 387"/>
                <a:gd name="T12" fmla="*/ 0 w 328"/>
                <a:gd name="T13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8" h="387">
                  <a:moveTo>
                    <a:pt x="0" y="0"/>
                  </a:moveTo>
                  <a:lnTo>
                    <a:pt x="82" y="0"/>
                  </a:lnTo>
                  <a:lnTo>
                    <a:pt x="82" y="324"/>
                  </a:lnTo>
                  <a:lnTo>
                    <a:pt x="327" y="324"/>
                  </a:lnTo>
                  <a:lnTo>
                    <a:pt x="327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5" name="Freeform 12"/>
            <p:cNvSpPr>
              <a:spLocks noChangeArrowheads="1"/>
            </p:cNvSpPr>
            <p:nvPr/>
          </p:nvSpPr>
          <p:spPr bwMode="auto">
            <a:xfrm>
              <a:off x="3105150" y="1011238"/>
              <a:ext cx="176213" cy="144462"/>
            </a:xfrm>
            <a:custGeom>
              <a:avLst/>
              <a:gdLst>
                <a:gd name="T0" fmla="*/ 0 w 490"/>
                <a:gd name="T1" fmla="*/ 199 h 400"/>
                <a:gd name="T2" fmla="*/ 244 w 490"/>
                <a:gd name="T3" fmla="*/ 0 h 400"/>
                <a:gd name="T4" fmla="*/ 489 w 490"/>
                <a:gd name="T5" fmla="*/ 199 h 400"/>
                <a:gd name="T6" fmla="*/ 244 w 490"/>
                <a:gd name="T7" fmla="*/ 399 h 400"/>
                <a:gd name="T8" fmla="*/ 0 w 490"/>
                <a:gd name="T9" fmla="*/ 199 h 400"/>
                <a:gd name="T10" fmla="*/ 87 w 490"/>
                <a:gd name="T11" fmla="*/ 199 h 400"/>
                <a:gd name="T12" fmla="*/ 247 w 490"/>
                <a:gd name="T13" fmla="*/ 339 h 400"/>
                <a:gd name="T14" fmla="*/ 406 w 490"/>
                <a:gd name="T15" fmla="*/ 199 h 400"/>
                <a:gd name="T16" fmla="*/ 247 w 490"/>
                <a:gd name="T17" fmla="*/ 60 h 400"/>
                <a:gd name="T18" fmla="*/ 87 w 490"/>
                <a:gd name="T19" fmla="*/ 199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0" h="400">
                  <a:moveTo>
                    <a:pt x="0" y="199"/>
                  </a:moveTo>
                  <a:cubicBezTo>
                    <a:pt x="0" y="90"/>
                    <a:pt x="102" y="0"/>
                    <a:pt x="244" y="0"/>
                  </a:cubicBezTo>
                  <a:cubicBezTo>
                    <a:pt x="386" y="0"/>
                    <a:pt x="489" y="90"/>
                    <a:pt x="489" y="199"/>
                  </a:cubicBezTo>
                  <a:cubicBezTo>
                    <a:pt x="489" y="309"/>
                    <a:pt x="386" y="399"/>
                    <a:pt x="244" y="399"/>
                  </a:cubicBezTo>
                  <a:cubicBezTo>
                    <a:pt x="102" y="399"/>
                    <a:pt x="0" y="309"/>
                    <a:pt x="0" y="199"/>
                  </a:cubicBezTo>
                  <a:close/>
                  <a:moveTo>
                    <a:pt x="87" y="199"/>
                  </a:moveTo>
                  <a:cubicBezTo>
                    <a:pt x="87" y="277"/>
                    <a:pt x="152" y="339"/>
                    <a:pt x="247" y="339"/>
                  </a:cubicBezTo>
                  <a:cubicBezTo>
                    <a:pt x="342" y="339"/>
                    <a:pt x="406" y="277"/>
                    <a:pt x="406" y="199"/>
                  </a:cubicBezTo>
                  <a:cubicBezTo>
                    <a:pt x="406" y="122"/>
                    <a:pt x="342" y="60"/>
                    <a:pt x="247" y="60"/>
                  </a:cubicBezTo>
                  <a:cubicBezTo>
                    <a:pt x="152" y="60"/>
                    <a:pt x="87" y="122"/>
                    <a:pt x="87" y="199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6" name="Freeform 13"/>
            <p:cNvSpPr>
              <a:spLocks noChangeArrowheads="1"/>
            </p:cNvSpPr>
            <p:nvPr/>
          </p:nvSpPr>
          <p:spPr bwMode="auto">
            <a:xfrm>
              <a:off x="3306763" y="1011238"/>
              <a:ext cx="158750" cy="142875"/>
            </a:xfrm>
            <a:custGeom>
              <a:avLst/>
              <a:gdLst>
                <a:gd name="T0" fmla="*/ 244 w 439"/>
                <a:gd name="T1" fmla="*/ 0 h 397"/>
                <a:gd name="T2" fmla="*/ 416 w 439"/>
                <a:gd name="T3" fmla="*/ 55 h 397"/>
                <a:gd name="T4" fmla="*/ 378 w 439"/>
                <a:gd name="T5" fmla="*/ 105 h 397"/>
                <a:gd name="T6" fmla="*/ 249 w 439"/>
                <a:gd name="T7" fmla="*/ 60 h 397"/>
                <a:gd name="T8" fmla="*/ 87 w 439"/>
                <a:gd name="T9" fmla="*/ 199 h 397"/>
                <a:gd name="T10" fmla="*/ 246 w 439"/>
                <a:gd name="T11" fmla="*/ 339 h 397"/>
                <a:gd name="T12" fmla="*/ 356 w 439"/>
                <a:gd name="T13" fmla="*/ 309 h 397"/>
                <a:gd name="T14" fmla="*/ 356 w 439"/>
                <a:gd name="T15" fmla="*/ 234 h 397"/>
                <a:gd name="T16" fmla="*/ 239 w 439"/>
                <a:gd name="T17" fmla="*/ 234 h 397"/>
                <a:gd name="T18" fmla="*/ 239 w 439"/>
                <a:gd name="T19" fmla="*/ 174 h 397"/>
                <a:gd name="T20" fmla="*/ 438 w 439"/>
                <a:gd name="T21" fmla="*/ 174 h 397"/>
                <a:gd name="T22" fmla="*/ 438 w 439"/>
                <a:gd name="T23" fmla="*/ 336 h 397"/>
                <a:gd name="T24" fmla="*/ 244 w 439"/>
                <a:gd name="T25" fmla="*/ 396 h 397"/>
                <a:gd name="T26" fmla="*/ 2 w 439"/>
                <a:gd name="T27" fmla="*/ 197 h 397"/>
                <a:gd name="T28" fmla="*/ 244 w 439"/>
                <a:gd name="T29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9" h="397">
                  <a:moveTo>
                    <a:pt x="244" y="0"/>
                  </a:moveTo>
                  <a:cubicBezTo>
                    <a:pt x="304" y="0"/>
                    <a:pt x="366" y="18"/>
                    <a:pt x="416" y="55"/>
                  </a:cubicBezTo>
                  <a:lnTo>
                    <a:pt x="378" y="105"/>
                  </a:lnTo>
                  <a:cubicBezTo>
                    <a:pt x="336" y="75"/>
                    <a:pt x="301" y="60"/>
                    <a:pt x="249" y="60"/>
                  </a:cubicBezTo>
                  <a:cubicBezTo>
                    <a:pt x="157" y="60"/>
                    <a:pt x="87" y="115"/>
                    <a:pt x="87" y="199"/>
                  </a:cubicBezTo>
                  <a:cubicBezTo>
                    <a:pt x="87" y="282"/>
                    <a:pt x="149" y="339"/>
                    <a:pt x="246" y="339"/>
                  </a:cubicBezTo>
                  <a:cubicBezTo>
                    <a:pt x="289" y="339"/>
                    <a:pt x="329" y="326"/>
                    <a:pt x="356" y="309"/>
                  </a:cubicBezTo>
                  <a:lnTo>
                    <a:pt x="356" y="234"/>
                  </a:lnTo>
                  <a:lnTo>
                    <a:pt x="239" y="234"/>
                  </a:lnTo>
                  <a:lnTo>
                    <a:pt x="239" y="174"/>
                  </a:lnTo>
                  <a:lnTo>
                    <a:pt x="438" y="174"/>
                  </a:lnTo>
                  <a:lnTo>
                    <a:pt x="438" y="336"/>
                  </a:lnTo>
                  <a:cubicBezTo>
                    <a:pt x="391" y="369"/>
                    <a:pt x="326" y="396"/>
                    <a:pt x="244" y="396"/>
                  </a:cubicBezTo>
                  <a:cubicBezTo>
                    <a:pt x="99" y="396"/>
                    <a:pt x="2" y="309"/>
                    <a:pt x="2" y="197"/>
                  </a:cubicBezTo>
                  <a:cubicBezTo>
                    <a:pt x="0" y="72"/>
                    <a:pt x="117" y="0"/>
                    <a:pt x="244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7" name="Freeform 14"/>
            <p:cNvSpPr>
              <a:spLocks noChangeArrowheads="1"/>
            </p:cNvSpPr>
            <p:nvPr/>
          </p:nvSpPr>
          <p:spPr bwMode="auto">
            <a:xfrm>
              <a:off x="3505200" y="1014413"/>
              <a:ext cx="30163" cy="139700"/>
            </a:xfrm>
            <a:custGeom>
              <a:avLst/>
              <a:gdLst>
                <a:gd name="T0" fmla="*/ 0 w 83"/>
                <a:gd name="T1" fmla="*/ 0 h 387"/>
                <a:gd name="T2" fmla="*/ 82 w 83"/>
                <a:gd name="T3" fmla="*/ 0 h 387"/>
                <a:gd name="T4" fmla="*/ 82 w 83"/>
                <a:gd name="T5" fmla="*/ 386 h 387"/>
                <a:gd name="T6" fmla="*/ 0 w 83"/>
                <a:gd name="T7" fmla="*/ 386 h 387"/>
                <a:gd name="T8" fmla="*/ 0 w 83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387">
                  <a:moveTo>
                    <a:pt x="0" y="0"/>
                  </a:moveTo>
                  <a:lnTo>
                    <a:pt x="82" y="0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8" name="Freeform 15"/>
            <p:cNvSpPr>
              <a:spLocks noChangeArrowheads="1"/>
            </p:cNvSpPr>
            <p:nvPr/>
          </p:nvSpPr>
          <p:spPr bwMode="auto">
            <a:xfrm>
              <a:off x="3576638" y="1014413"/>
              <a:ext cx="128587" cy="139700"/>
            </a:xfrm>
            <a:custGeom>
              <a:avLst/>
              <a:gdLst>
                <a:gd name="T0" fmla="*/ 0 w 357"/>
                <a:gd name="T1" fmla="*/ 274 h 387"/>
                <a:gd name="T2" fmla="*/ 0 w 357"/>
                <a:gd name="T3" fmla="*/ 0 h 387"/>
                <a:gd name="T4" fmla="*/ 349 w 357"/>
                <a:gd name="T5" fmla="*/ 0 h 387"/>
                <a:gd name="T6" fmla="*/ 349 w 357"/>
                <a:gd name="T7" fmla="*/ 62 h 387"/>
                <a:gd name="T8" fmla="*/ 82 w 357"/>
                <a:gd name="T9" fmla="*/ 62 h 387"/>
                <a:gd name="T10" fmla="*/ 82 w 357"/>
                <a:gd name="T11" fmla="*/ 154 h 387"/>
                <a:gd name="T12" fmla="*/ 326 w 357"/>
                <a:gd name="T13" fmla="*/ 154 h 387"/>
                <a:gd name="T14" fmla="*/ 326 w 357"/>
                <a:gd name="T15" fmla="*/ 214 h 387"/>
                <a:gd name="T16" fmla="*/ 82 w 357"/>
                <a:gd name="T17" fmla="*/ 214 h 387"/>
                <a:gd name="T18" fmla="*/ 82 w 357"/>
                <a:gd name="T19" fmla="*/ 274 h 387"/>
                <a:gd name="T20" fmla="*/ 130 w 357"/>
                <a:gd name="T21" fmla="*/ 323 h 387"/>
                <a:gd name="T22" fmla="*/ 356 w 357"/>
                <a:gd name="T23" fmla="*/ 323 h 387"/>
                <a:gd name="T24" fmla="*/ 356 w 357"/>
                <a:gd name="T25" fmla="*/ 386 h 387"/>
                <a:gd name="T26" fmla="*/ 110 w 357"/>
                <a:gd name="T27" fmla="*/ 386 h 387"/>
                <a:gd name="T28" fmla="*/ 0 w 357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7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2" y="62"/>
                  </a:lnTo>
                  <a:lnTo>
                    <a:pt x="82" y="154"/>
                  </a:lnTo>
                  <a:lnTo>
                    <a:pt x="326" y="154"/>
                  </a:lnTo>
                  <a:lnTo>
                    <a:pt x="326" y="214"/>
                  </a:lnTo>
                  <a:lnTo>
                    <a:pt x="82" y="214"/>
                  </a:lnTo>
                  <a:lnTo>
                    <a:pt x="82" y="274"/>
                  </a:lnTo>
                  <a:cubicBezTo>
                    <a:pt x="82" y="308"/>
                    <a:pt x="97" y="323"/>
                    <a:pt x="130" y="323"/>
                  </a:cubicBezTo>
                  <a:lnTo>
                    <a:pt x="356" y="323"/>
                  </a:lnTo>
                  <a:lnTo>
                    <a:pt x="356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19" name="Freeform 16"/>
            <p:cNvSpPr>
              <a:spLocks noChangeArrowheads="1"/>
            </p:cNvSpPr>
            <p:nvPr/>
          </p:nvSpPr>
          <p:spPr bwMode="auto">
            <a:xfrm>
              <a:off x="373221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5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7 w 417"/>
                <a:gd name="T17" fmla="*/ 110 h 400"/>
                <a:gd name="T18" fmla="*/ 210 w 417"/>
                <a:gd name="T19" fmla="*/ 60 h 400"/>
                <a:gd name="T20" fmla="*/ 103 w 417"/>
                <a:gd name="T21" fmla="*/ 105 h 400"/>
                <a:gd name="T22" fmla="*/ 215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8" y="319"/>
                    <a:pt x="157" y="336"/>
                    <a:pt x="215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2" y="20"/>
                    <a:pt x="404" y="55"/>
                  </a:cubicBezTo>
                  <a:lnTo>
                    <a:pt x="367" y="110"/>
                  </a:lnTo>
                  <a:cubicBezTo>
                    <a:pt x="324" y="77"/>
                    <a:pt x="265" y="60"/>
                    <a:pt x="210" y="60"/>
                  </a:cubicBezTo>
                  <a:cubicBezTo>
                    <a:pt x="155" y="60"/>
                    <a:pt x="103" y="77"/>
                    <a:pt x="103" y="105"/>
                  </a:cubicBezTo>
                  <a:cubicBezTo>
                    <a:pt x="103" y="130"/>
                    <a:pt x="152" y="142"/>
                    <a:pt x="215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8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0" name="Freeform 17"/>
            <p:cNvSpPr>
              <a:spLocks noChangeArrowheads="1"/>
            </p:cNvSpPr>
            <p:nvPr/>
          </p:nvSpPr>
          <p:spPr bwMode="auto">
            <a:xfrm>
              <a:off x="4159250" y="1011238"/>
              <a:ext cx="150813" cy="144462"/>
            </a:xfrm>
            <a:custGeom>
              <a:avLst/>
              <a:gdLst>
                <a:gd name="T0" fmla="*/ 0 w 417"/>
                <a:gd name="T1" fmla="*/ 336 h 400"/>
                <a:gd name="T2" fmla="*/ 38 w 417"/>
                <a:gd name="T3" fmla="*/ 282 h 400"/>
                <a:gd name="T4" fmla="*/ 214 w 417"/>
                <a:gd name="T5" fmla="*/ 336 h 400"/>
                <a:gd name="T6" fmla="*/ 327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4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2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8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7" y="336"/>
                    <a:pt x="327" y="319"/>
                    <a:pt x="327" y="289"/>
                  </a:cubicBezTo>
                  <a:cubicBezTo>
                    <a:pt x="327" y="259"/>
                    <a:pt x="272" y="247"/>
                    <a:pt x="207" y="234"/>
                  </a:cubicBezTo>
                  <a:cubicBezTo>
                    <a:pt x="120" y="214"/>
                    <a:pt x="15" y="194"/>
                    <a:pt x="15" y="117"/>
                  </a:cubicBezTo>
                  <a:cubicBezTo>
                    <a:pt x="15" y="45"/>
                    <a:pt x="105" y="0"/>
                    <a:pt x="207" y="0"/>
                  </a:cubicBezTo>
                  <a:cubicBezTo>
                    <a:pt x="277" y="0"/>
                    <a:pt x="351" y="20"/>
                    <a:pt x="404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5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2" y="396"/>
                  </a:cubicBezTo>
                  <a:cubicBezTo>
                    <a:pt x="137" y="399"/>
                    <a:pt x="55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1" name="Freeform 18"/>
            <p:cNvSpPr>
              <a:spLocks noChangeArrowheads="1"/>
            </p:cNvSpPr>
            <p:nvPr/>
          </p:nvSpPr>
          <p:spPr bwMode="auto">
            <a:xfrm>
              <a:off x="433863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2" name="Freeform 19"/>
            <p:cNvSpPr>
              <a:spLocks noChangeArrowheads="1"/>
            </p:cNvSpPr>
            <p:nvPr/>
          </p:nvSpPr>
          <p:spPr bwMode="auto">
            <a:xfrm>
              <a:off x="4505325" y="1014413"/>
              <a:ext cx="142875" cy="139700"/>
            </a:xfrm>
            <a:custGeom>
              <a:avLst/>
              <a:gdLst>
                <a:gd name="T0" fmla="*/ 207 w 397"/>
                <a:gd name="T1" fmla="*/ 0 h 387"/>
                <a:gd name="T2" fmla="*/ 384 w 397"/>
                <a:gd name="T3" fmla="*/ 125 h 387"/>
                <a:gd name="T4" fmla="*/ 269 w 397"/>
                <a:gd name="T5" fmla="*/ 239 h 387"/>
                <a:gd name="T6" fmla="*/ 396 w 397"/>
                <a:gd name="T7" fmla="*/ 386 h 387"/>
                <a:gd name="T8" fmla="*/ 299 w 397"/>
                <a:gd name="T9" fmla="*/ 386 h 387"/>
                <a:gd name="T10" fmla="*/ 185 w 397"/>
                <a:gd name="T11" fmla="*/ 252 h 387"/>
                <a:gd name="T12" fmla="*/ 82 w 397"/>
                <a:gd name="T13" fmla="*/ 252 h 387"/>
                <a:gd name="T14" fmla="*/ 82 w 397"/>
                <a:gd name="T15" fmla="*/ 386 h 387"/>
                <a:gd name="T16" fmla="*/ 0 w 397"/>
                <a:gd name="T17" fmla="*/ 386 h 387"/>
                <a:gd name="T18" fmla="*/ 0 w 397"/>
                <a:gd name="T19" fmla="*/ 0 h 387"/>
                <a:gd name="T20" fmla="*/ 207 w 397"/>
                <a:gd name="T21" fmla="*/ 0 h 387"/>
                <a:gd name="T22" fmla="*/ 202 w 397"/>
                <a:gd name="T23" fmla="*/ 192 h 387"/>
                <a:gd name="T24" fmla="*/ 299 w 397"/>
                <a:gd name="T25" fmla="*/ 125 h 387"/>
                <a:gd name="T26" fmla="*/ 202 w 397"/>
                <a:gd name="T27" fmla="*/ 62 h 387"/>
                <a:gd name="T28" fmla="*/ 82 w 397"/>
                <a:gd name="T29" fmla="*/ 62 h 387"/>
                <a:gd name="T30" fmla="*/ 82 w 397"/>
                <a:gd name="T31" fmla="*/ 192 h 387"/>
                <a:gd name="T32" fmla="*/ 202 w 397"/>
                <a:gd name="T33" fmla="*/ 192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7" h="387">
                  <a:moveTo>
                    <a:pt x="207" y="0"/>
                  </a:moveTo>
                  <a:cubicBezTo>
                    <a:pt x="304" y="0"/>
                    <a:pt x="384" y="40"/>
                    <a:pt x="384" y="125"/>
                  </a:cubicBezTo>
                  <a:cubicBezTo>
                    <a:pt x="384" y="192"/>
                    <a:pt x="337" y="227"/>
                    <a:pt x="269" y="239"/>
                  </a:cubicBezTo>
                  <a:lnTo>
                    <a:pt x="396" y="386"/>
                  </a:lnTo>
                  <a:lnTo>
                    <a:pt x="299" y="386"/>
                  </a:lnTo>
                  <a:lnTo>
                    <a:pt x="185" y="252"/>
                  </a:lnTo>
                  <a:lnTo>
                    <a:pt x="82" y="252"/>
                  </a:lnTo>
                  <a:lnTo>
                    <a:pt x="82" y="386"/>
                  </a:lnTo>
                  <a:lnTo>
                    <a:pt x="0" y="386"/>
                  </a:lnTo>
                  <a:lnTo>
                    <a:pt x="0" y="0"/>
                  </a:lnTo>
                  <a:lnTo>
                    <a:pt x="207" y="0"/>
                  </a:lnTo>
                  <a:close/>
                  <a:moveTo>
                    <a:pt x="202" y="192"/>
                  </a:moveTo>
                  <a:cubicBezTo>
                    <a:pt x="259" y="192"/>
                    <a:pt x="299" y="167"/>
                    <a:pt x="299" y="125"/>
                  </a:cubicBezTo>
                  <a:cubicBezTo>
                    <a:pt x="299" y="85"/>
                    <a:pt x="264" y="62"/>
                    <a:pt x="202" y="62"/>
                  </a:cubicBezTo>
                  <a:lnTo>
                    <a:pt x="82" y="62"/>
                  </a:lnTo>
                  <a:lnTo>
                    <a:pt x="82" y="192"/>
                  </a:lnTo>
                  <a:lnTo>
                    <a:pt x="202" y="192"/>
                  </a:ln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3" name="Freeform 20"/>
            <p:cNvSpPr>
              <a:spLocks noChangeArrowheads="1"/>
            </p:cNvSpPr>
            <p:nvPr/>
          </p:nvSpPr>
          <p:spPr bwMode="auto">
            <a:xfrm>
              <a:off x="4657725" y="1014413"/>
              <a:ext cx="169863" cy="139700"/>
            </a:xfrm>
            <a:custGeom>
              <a:avLst/>
              <a:gdLst>
                <a:gd name="T0" fmla="*/ 469 w 470"/>
                <a:gd name="T1" fmla="*/ 0 h 387"/>
                <a:gd name="T2" fmla="*/ 277 w 470"/>
                <a:gd name="T3" fmla="*/ 386 h 387"/>
                <a:gd name="T4" fmla="*/ 192 w 470"/>
                <a:gd name="T5" fmla="*/ 386 h 387"/>
                <a:gd name="T6" fmla="*/ 0 w 470"/>
                <a:gd name="T7" fmla="*/ 0 h 387"/>
                <a:gd name="T8" fmla="*/ 95 w 470"/>
                <a:gd name="T9" fmla="*/ 0 h 387"/>
                <a:gd name="T10" fmla="*/ 239 w 470"/>
                <a:gd name="T11" fmla="*/ 304 h 387"/>
                <a:gd name="T12" fmla="*/ 384 w 470"/>
                <a:gd name="T13" fmla="*/ 0 h 387"/>
                <a:gd name="T14" fmla="*/ 469 w 470"/>
                <a:gd name="T15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0" h="387">
                  <a:moveTo>
                    <a:pt x="469" y="0"/>
                  </a:moveTo>
                  <a:lnTo>
                    <a:pt x="277" y="386"/>
                  </a:lnTo>
                  <a:lnTo>
                    <a:pt x="192" y="386"/>
                  </a:lnTo>
                  <a:lnTo>
                    <a:pt x="0" y="0"/>
                  </a:lnTo>
                  <a:lnTo>
                    <a:pt x="95" y="0"/>
                  </a:lnTo>
                  <a:lnTo>
                    <a:pt x="239" y="304"/>
                  </a:lnTo>
                  <a:lnTo>
                    <a:pt x="384" y="0"/>
                  </a:lnTo>
                  <a:lnTo>
                    <a:pt x="469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4" name="Freeform 21"/>
            <p:cNvSpPr>
              <a:spLocks noChangeArrowheads="1"/>
            </p:cNvSpPr>
            <p:nvPr/>
          </p:nvSpPr>
          <p:spPr bwMode="auto">
            <a:xfrm>
              <a:off x="4846638" y="1014413"/>
              <a:ext cx="30162" cy="139700"/>
            </a:xfrm>
            <a:custGeom>
              <a:avLst/>
              <a:gdLst>
                <a:gd name="T0" fmla="*/ 0 w 84"/>
                <a:gd name="T1" fmla="*/ 0 h 387"/>
                <a:gd name="T2" fmla="*/ 83 w 84"/>
                <a:gd name="T3" fmla="*/ 0 h 387"/>
                <a:gd name="T4" fmla="*/ 83 w 84"/>
                <a:gd name="T5" fmla="*/ 386 h 387"/>
                <a:gd name="T6" fmla="*/ 0 w 84"/>
                <a:gd name="T7" fmla="*/ 386 h 387"/>
                <a:gd name="T8" fmla="*/ 0 w 84"/>
                <a:gd name="T9" fmla="*/ 0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387">
                  <a:moveTo>
                    <a:pt x="0" y="0"/>
                  </a:moveTo>
                  <a:lnTo>
                    <a:pt x="83" y="0"/>
                  </a:lnTo>
                  <a:lnTo>
                    <a:pt x="83" y="386"/>
                  </a:lnTo>
                  <a:lnTo>
                    <a:pt x="0" y="386"/>
                  </a:lnTo>
                  <a:lnTo>
                    <a:pt x="0" y="0"/>
                  </a:ln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5" name="Freeform 22"/>
            <p:cNvSpPr>
              <a:spLocks noChangeArrowheads="1"/>
            </p:cNvSpPr>
            <p:nvPr/>
          </p:nvSpPr>
          <p:spPr bwMode="auto">
            <a:xfrm>
              <a:off x="4910138" y="1011238"/>
              <a:ext cx="152400" cy="144462"/>
            </a:xfrm>
            <a:custGeom>
              <a:avLst/>
              <a:gdLst>
                <a:gd name="T0" fmla="*/ 246 w 424"/>
                <a:gd name="T1" fmla="*/ 0 h 400"/>
                <a:gd name="T2" fmla="*/ 418 w 424"/>
                <a:gd name="T3" fmla="*/ 55 h 400"/>
                <a:gd name="T4" fmla="*/ 381 w 424"/>
                <a:gd name="T5" fmla="*/ 105 h 400"/>
                <a:gd name="T6" fmla="*/ 251 w 424"/>
                <a:gd name="T7" fmla="*/ 60 h 400"/>
                <a:gd name="T8" fmla="*/ 89 w 424"/>
                <a:gd name="T9" fmla="*/ 199 h 400"/>
                <a:gd name="T10" fmla="*/ 251 w 424"/>
                <a:gd name="T11" fmla="*/ 339 h 400"/>
                <a:gd name="T12" fmla="*/ 386 w 424"/>
                <a:gd name="T13" fmla="*/ 292 h 400"/>
                <a:gd name="T14" fmla="*/ 423 w 424"/>
                <a:gd name="T15" fmla="*/ 341 h 400"/>
                <a:gd name="T16" fmla="*/ 244 w 424"/>
                <a:gd name="T17" fmla="*/ 399 h 400"/>
                <a:gd name="T18" fmla="*/ 0 w 424"/>
                <a:gd name="T19" fmla="*/ 199 h 400"/>
                <a:gd name="T20" fmla="*/ 246 w 424"/>
                <a:gd name="T21" fmla="*/ 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4" h="400">
                  <a:moveTo>
                    <a:pt x="246" y="0"/>
                  </a:moveTo>
                  <a:cubicBezTo>
                    <a:pt x="306" y="0"/>
                    <a:pt x="368" y="18"/>
                    <a:pt x="418" y="55"/>
                  </a:cubicBezTo>
                  <a:lnTo>
                    <a:pt x="381" y="105"/>
                  </a:lnTo>
                  <a:cubicBezTo>
                    <a:pt x="338" y="75"/>
                    <a:pt x="304" y="60"/>
                    <a:pt x="251" y="60"/>
                  </a:cubicBezTo>
                  <a:cubicBezTo>
                    <a:pt x="159" y="60"/>
                    <a:pt x="89" y="117"/>
                    <a:pt x="89" y="199"/>
                  </a:cubicBezTo>
                  <a:cubicBezTo>
                    <a:pt x="89" y="282"/>
                    <a:pt x="162" y="339"/>
                    <a:pt x="251" y="339"/>
                  </a:cubicBezTo>
                  <a:cubicBezTo>
                    <a:pt x="306" y="339"/>
                    <a:pt x="343" y="321"/>
                    <a:pt x="386" y="292"/>
                  </a:cubicBezTo>
                  <a:lnTo>
                    <a:pt x="423" y="341"/>
                  </a:lnTo>
                  <a:cubicBezTo>
                    <a:pt x="371" y="379"/>
                    <a:pt x="306" y="399"/>
                    <a:pt x="244" y="399"/>
                  </a:cubicBezTo>
                  <a:cubicBezTo>
                    <a:pt x="119" y="399"/>
                    <a:pt x="0" y="324"/>
                    <a:pt x="0" y="199"/>
                  </a:cubicBezTo>
                  <a:cubicBezTo>
                    <a:pt x="5" y="72"/>
                    <a:pt x="122" y="0"/>
                    <a:pt x="246" y="0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6" name="Freeform 23"/>
            <p:cNvSpPr>
              <a:spLocks noChangeArrowheads="1"/>
            </p:cNvSpPr>
            <p:nvPr/>
          </p:nvSpPr>
          <p:spPr bwMode="auto">
            <a:xfrm>
              <a:off x="5094288" y="1014413"/>
              <a:ext cx="128587" cy="139700"/>
            </a:xfrm>
            <a:custGeom>
              <a:avLst/>
              <a:gdLst>
                <a:gd name="T0" fmla="*/ 0 w 358"/>
                <a:gd name="T1" fmla="*/ 274 h 387"/>
                <a:gd name="T2" fmla="*/ 0 w 358"/>
                <a:gd name="T3" fmla="*/ 0 h 387"/>
                <a:gd name="T4" fmla="*/ 349 w 358"/>
                <a:gd name="T5" fmla="*/ 0 h 387"/>
                <a:gd name="T6" fmla="*/ 349 w 358"/>
                <a:gd name="T7" fmla="*/ 62 h 387"/>
                <a:gd name="T8" fmla="*/ 83 w 358"/>
                <a:gd name="T9" fmla="*/ 62 h 387"/>
                <a:gd name="T10" fmla="*/ 83 w 358"/>
                <a:gd name="T11" fmla="*/ 154 h 387"/>
                <a:gd name="T12" fmla="*/ 327 w 358"/>
                <a:gd name="T13" fmla="*/ 154 h 387"/>
                <a:gd name="T14" fmla="*/ 327 w 358"/>
                <a:gd name="T15" fmla="*/ 214 h 387"/>
                <a:gd name="T16" fmla="*/ 83 w 358"/>
                <a:gd name="T17" fmla="*/ 214 h 387"/>
                <a:gd name="T18" fmla="*/ 83 w 358"/>
                <a:gd name="T19" fmla="*/ 274 h 387"/>
                <a:gd name="T20" fmla="*/ 130 w 358"/>
                <a:gd name="T21" fmla="*/ 323 h 387"/>
                <a:gd name="T22" fmla="*/ 357 w 358"/>
                <a:gd name="T23" fmla="*/ 323 h 387"/>
                <a:gd name="T24" fmla="*/ 357 w 358"/>
                <a:gd name="T25" fmla="*/ 386 h 387"/>
                <a:gd name="T26" fmla="*/ 110 w 358"/>
                <a:gd name="T27" fmla="*/ 386 h 387"/>
                <a:gd name="T28" fmla="*/ 0 w 358"/>
                <a:gd name="T29" fmla="*/ 274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58" h="387">
                  <a:moveTo>
                    <a:pt x="0" y="274"/>
                  </a:moveTo>
                  <a:lnTo>
                    <a:pt x="0" y="0"/>
                  </a:lnTo>
                  <a:lnTo>
                    <a:pt x="349" y="0"/>
                  </a:lnTo>
                  <a:lnTo>
                    <a:pt x="349" y="62"/>
                  </a:lnTo>
                  <a:lnTo>
                    <a:pt x="83" y="62"/>
                  </a:lnTo>
                  <a:lnTo>
                    <a:pt x="83" y="154"/>
                  </a:lnTo>
                  <a:lnTo>
                    <a:pt x="327" y="154"/>
                  </a:lnTo>
                  <a:lnTo>
                    <a:pt x="327" y="214"/>
                  </a:lnTo>
                  <a:lnTo>
                    <a:pt x="83" y="214"/>
                  </a:lnTo>
                  <a:lnTo>
                    <a:pt x="83" y="274"/>
                  </a:lnTo>
                  <a:cubicBezTo>
                    <a:pt x="83" y="308"/>
                    <a:pt x="98" y="323"/>
                    <a:pt x="130" y="323"/>
                  </a:cubicBezTo>
                  <a:lnTo>
                    <a:pt x="357" y="323"/>
                  </a:lnTo>
                  <a:lnTo>
                    <a:pt x="357" y="386"/>
                  </a:lnTo>
                  <a:lnTo>
                    <a:pt x="110" y="386"/>
                  </a:lnTo>
                  <a:cubicBezTo>
                    <a:pt x="40" y="383"/>
                    <a:pt x="0" y="343"/>
                    <a:pt x="0" y="274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7" name="Freeform 24"/>
            <p:cNvSpPr>
              <a:spLocks noChangeArrowheads="1"/>
            </p:cNvSpPr>
            <p:nvPr/>
          </p:nvSpPr>
          <p:spPr bwMode="auto">
            <a:xfrm>
              <a:off x="5249863" y="1011238"/>
              <a:ext cx="150812" cy="144462"/>
            </a:xfrm>
            <a:custGeom>
              <a:avLst/>
              <a:gdLst>
                <a:gd name="T0" fmla="*/ 0 w 417"/>
                <a:gd name="T1" fmla="*/ 336 h 400"/>
                <a:gd name="T2" fmla="*/ 37 w 417"/>
                <a:gd name="T3" fmla="*/ 282 h 400"/>
                <a:gd name="T4" fmla="*/ 214 w 417"/>
                <a:gd name="T5" fmla="*/ 336 h 400"/>
                <a:gd name="T6" fmla="*/ 326 w 417"/>
                <a:gd name="T7" fmla="*/ 289 h 400"/>
                <a:gd name="T8" fmla="*/ 207 w 417"/>
                <a:gd name="T9" fmla="*/ 234 h 400"/>
                <a:gd name="T10" fmla="*/ 15 w 417"/>
                <a:gd name="T11" fmla="*/ 117 h 400"/>
                <a:gd name="T12" fmla="*/ 207 w 417"/>
                <a:gd name="T13" fmla="*/ 0 h 400"/>
                <a:gd name="T14" fmla="*/ 403 w 417"/>
                <a:gd name="T15" fmla="*/ 55 h 400"/>
                <a:gd name="T16" fmla="*/ 366 w 417"/>
                <a:gd name="T17" fmla="*/ 110 h 400"/>
                <a:gd name="T18" fmla="*/ 209 w 417"/>
                <a:gd name="T19" fmla="*/ 60 h 400"/>
                <a:gd name="T20" fmla="*/ 102 w 417"/>
                <a:gd name="T21" fmla="*/ 105 h 400"/>
                <a:gd name="T22" fmla="*/ 214 w 417"/>
                <a:gd name="T23" fmla="*/ 152 h 400"/>
                <a:gd name="T24" fmla="*/ 416 w 417"/>
                <a:gd name="T25" fmla="*/ 277 h 400"/>
                <a:gd name="T26" fmla="*/ 221 w 417"/>
                <a:gd name="T27" fmla="*/ 396 h 400"/>
                <a:gd name="T28" fmla="*/ 0 w 417"/>
                <a:gd name="T29" fmla="*/ 33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17" h="400">
                  <a:moveTo>
                    <a:pt x="0" y="336"/>
                  </a:moveTo>
                  <a:lnTo>
                    <a:pt x="37" y="282"/>
                  </a:lnTo>
                  <a:cubicBezTo>
                    <a:pt x="87" y="319"/>
                    <a:pt x="157" y="336"/>
                    <a:pt x="214" y="336"/>
                  </a:cubicBezTo>
                  <a:cubicBezTo>
                    <a:pt x="276" y="336"/>
                    <a:pt x="326" y="319"/>
                    <a:pt x="326" y="289"/>
                  </a:cubicBezTo>
                  <a:cubicBezTo>
                    <a:pt x="326" y="259"/>
                    <a:pt x="271" y="247"/>
                    <a:pt x="207" y="234"/>
                  </a:cubicBezTo>
                  <a:cubicBezTo>
                    <a:pt x="119" y="214"/>
                    <a:pt x="15" y="194"/>
                    <a:pt x="15" y="117"/>
                  </a:cubicBezTo>
                  <a:cubicBezTo>
                    <a:pt x="15" y="45"/>
                    <a:pt x="104" y="0"/>
                    <a:pt x="207" y="0"/>
                  </a:cubicBezTo>
                  <a:cubicBezTo>
                    <a:pt x="276" y="0"/>
                    <a:pt x="351" y="20"/>
                    <a:pt x="403" y="55"/>
                  </a:cubicBezTo>
                  <a:lnTo>
                    <a:pt x="366" y="110"/>
                  </a:lnTo>
                  <a:cubicBezTo>
                    <a:pt x="324" y="77"/>
                    <a:pt x="264" y="60"/>
                    <a:pt x="209" y="60"/>
                  </a:cubicBezTo>
                  <a:cubicBezTo>
                    <a:pt x="154" y="60"/>
                    <a:pt x="102" y="77"/>
                    <a:pt x="102" y="105"/>
                  </a:cubicBezTo>
                  <a:cubicBezTo>
                    <a:pt x="102" y="130"/>
                    <a:pt x="152" y="142"/>
                    <a:pt x="214" y="152"/>
                  </a:cubicBezTo>
                  <a:cubicBezTo>
                    <a:pt x="304" y="169"/>
                    <a:pt x="416" y="192"/>
                    <a:pt x="416" y="277"/>
                  </a:cubicBezTo>
                  <a:cubicBezTo>
                    <a:pt x="416" y="354"/>
                    <a:pt x="324" y="396"/>
                    <a:pt x="221" y="396"/>
                  </a:cubicBezTo>
                  <a:cubicBezTo>
                    <a:pt x="137" y="399"/>
                    <a:pt x="57" y="374"/>
                    <a:pt x="0" y="336"/>
                  </a:cubicBezTo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8" name="Freeform 25"/>
            <p:cNvSpPr>
              <a:spLocks noChangeArrowheads="1"/>
            </p:cNvSpPr>
            <p:nvPr/>
          </p:nvSpPr>
          <p:spPr bwMode="auto">
            <a:xfrm>
              <a:off x="1874838" y="769938"/>
              <a:ext cx="203200" cy="192087"/>
            </a:xfrm>
            <a:custGeom>
              <a:avLst/>
              <a:gdLst>
                <a:gd name="T0" fmla="*/ 326 w 564"/>
                <a:gd name="T1" fmla="*/ 0 h 533"/>
                <a:gd name="T2" fmla="*/ 555 w 564"/>
                <a:gd name="T3" fmla="*/ 72 h 533"/>
                <a:gd name="T4" fmla="*/ 503 w 564"/>
                <a:gd name="T5" fmla="*/ 139 h 533"/>
                <a:gd name="T6" fmla="*/ 331 w 564"/>
                <a:gd name="T7" fmla="*/ 80 h 533"/>
                <a:gd name="T8" fmla="*/ 114 w 564"/>
                <a:gd name="T9" fmla="*/ 267 h 533"/>
                <a:gd name="T10" fmla="*/ 331 w 564"/>
                <a:gd name="T11" fmla="*/ 453 h 533"/>
                <a:gd name="T12" fmla="*/ 510 w 564"/>
                <a:gd name="T13" fmla="*/ 391 h 533"/>
                <a:gd name="T14" fmla="*/ 563 w 564"/>
                <a:gd name="T15" fmla="*/ 458 h 533"/>
                <a:gd name="T16" fmla="*/ 323 w 564"/>
                <a:gd name="T17" fmla="*/ 532 h 533"/>
                <a:gd name="T18" fmla="*/ 0 w 564"/>
                <a:gd name="T19" fmla="*/ 267 h 533"/>
                <a:gd name="T20" fmla="*/ 326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7"/>
                  </a:cubicBezTo>
                  <a:cubicBezTo>
                    <a:pt x="114" y="376"/>
                    <a:pt x="209" y="453"/>
                    <a:pt x="331" y="453"/>
                  </a:cubicBezTo>
                  <a:cubicBezTo>
                    <a:pt x="403" y="453"/>
                    <a:pt x="453" y="431"/>
                    <a:pt x="510" y="391"/>
                  </a:cubicBezTo>
                  <a:lnTo>
                    <a:pt x="563" y="458"/>
                  </a:lnTo>
                  <a:cubicBezTo>
                    <a:pt x="493" y="507"/>
                    <a:pt x="408" y="532"/>
                    <a:pt x="323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29" name="Freeform 26"/>
            <p:cNvSpPr>
              <a:spLocks noChangeArrowheads="1"/>
            </p:cNvSpPr>
            <p:nvPr/>
          </p:nvSpPr>
          <p:spPr bwMode="auto">
            <a:xfrm>
              <a:off x="2117725" y="773113"/>
              <a:ext cx="188913" cy="184150"/>
            </a:xfrm>
            <a:custGeom>
              <a:avLst/>
              <a:gdLst>
                <a:gd name="T0" fmla="*/ 276 w 526"/>
                <a:gd name="T1" fmla="*/ 0 h 513"/>
                <a:gd name="T2" fmla="*/ 510 w 526"/>
                <a:gd name="T3" fmla="*/ 164 h 513"/>
                <a:gd name="T4" fmla="*/ 358 w 526"/>
                <a:gd name="T5" fmla="*/ 319 h 513"/>
                <a:gd name="T6" fmla="*/ 525 w 526"/>
                <a:gd name="T7" fmla="*/ 512 h 513"/>
                <a:gd name="T8" fmla="*/ 396 w 526"/>
                <a:gd name="T9" fmla="*/ 512 h 513"/>
                <a:gd name="T10" fmla="*/ 244 w 526"/>
                <a:gd name="T11" fmla="*/ 334 h 513"/>
                <a:gd name="T12" fmla="*/ 109 w 526"/>
                <a:gd name="T13" fmla="*/ 334 h 513"/>
                <a:gd name="T14" fmla="*/ 109 w 526"/>
                <a:gd name="T15" fmla="*/ 512 h 513"/>
                <a:gd name="T16" fmla="*/ 0 w 526"/>
                <a:gd name="T17" fmla="*/ 512 h 513"/>
                <a:gd name="T18" fmla="*/ 0 w 526"/>
                <a:gd name="T19" fmla="*/ 0 h 513"/>
                <a:gd name="T20" fmla="*/ 276 w 526"/>
                <a:gd name="T21" fmla="*/ 0 h 513"/>
                <a:gd name="T22" fmla="*/ 269 w 526"/>
                <a:gd name="T23" fmla="*/ 254 h 513"/>
                <a:gd name="T24" fmla="*/ 396 w 526"/>
                <a:gd name="T25" fmla="*/ 167 h 513"/>
                <a:gd name="T26" fmla="*/ 266 w 526"/>
                <a:gd name="T27" fmla="*/ 82 h 513"/>
                <a:gd name="T28" fmla="*/ 109 w 526"/>
                <a:gd name="T29" fmla="*/ 82 h 513"/>
                <a:gd name="T30" fmla="*/ 109 w 526"/>
                <a:gd name="T31" fmla="*/ 254 h 513"/>
                <a:gd name="T32" fmla="*/ 269 w 526"/>
                <a:gd name="T33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26" h="513">
                  <a:moveTo>
                    <a:pt x="276" y="0"/>
                  </a:moveTo>
                  <a:cubicBezTo>
                    <a:pt x="406" y="0"/>
                    <a:pt x="510" y="52"/>
                    <a:pt x="510" y="164"/>
                  </a:cubicBezTo>
                  <a:cubicBezTo>
                    <a:pt x="510" y="252"/>
                    <a:pt x="446" y="299"/>
                    <a:pt x="358" y="319"/>
                  </a:cubicBezTo>
                  <a:lnTo>
                    <a:pt x="525" y="512"/>
                  </a:lnTo>
                  <a:lnTo>
                    <a:pt x="396" y="512"/>
                  </a:lnTo>
                  <a:lnTo>
                    <a:pt x="244" y="334"/>
                  </a:lnTo>
                  <a:lnTo>
                    <a:pt x="109" y="334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276" y="0"/>
                  </a:lnTo>
                  <a:close/>
                  <a:moveTo>
                    <a:pt x="269" y="254"/>
                  </a:moveTo>
                  <a:cubicBezTo>
                    <a:pt x="346" y="254"/>
                    <a:pt x="396" y="222"/>
                    <a:pt x="396" y="167"/>
                  </a:cubicBezTo>
                  <a:cubicBezTo>
                    <a:pt x="396" y="112"/>
                    <a:pt x="348" y="82"/>
                    <a:pt x="266" y="82"/>
                  </a:cubicBezTo>
                  <a:lnTo>
                    <a:pt x="109" y="82"/>
                  </a:lnTo>
                  <a:lnTo>
                    <a:pt x="109" y="254"/>
                  </a:lnTo>
                  <a:lnTo>
                    <a:pt x="269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0" name="Freeform 27"/>
            <p:cNvSpPr>
              <a:spLocks noChangeArrowheads="1"/>
            </p:cNvSpPr>
            <p:nvPr/>
          </p:nvSpPr>
          <p:spPr bwMode="auto">
            <a:xfrm>
              <a:off x="2346325" y="720725"/>
              <a:ext cx="171450" cy="238125"/>
            </a:xfrm>
            <a:custGeom>
              <a:avLst/>
              <a:gdLst>
                <a:gd name="T0" fmla="*/ 0 w 477"/>
                <a:gd name="T1" fmla="*/ 511 h 660"/>
                <a:gd name="T2" fmla="*/ 0 w 477"/>
                <a:gd name="T3" fmla="*/ 144 h 660"/>
                <a:gd name="T4" fmla="*/ 466 w 477"/>
                <a:gd name="T5" fmla="*/ 144 h 660"/>
                <a:gd name="T6" fmla="*/ 466 w 477"/>
                <a:gd name="T7" fmla="*/ 227 h 660"/>
                <a:gd name="T8" fmla="*/ 110 w 477"/>
                <a:gd name="T9" fmla="*/ 227 h 660"/>
                <a:gd name="T10" fmla="*/ 110 w 477"/>
                <a:gd name="T11" fmla="*/ 351 h 660"/>
                <a:gd name="T12" fmla="*/ 436 w 477"/>
                <a:gd name="T13" fmla="*/ 351 h 660"/>
                <a:gd name="T14" fmla="*/ 436 w 477"/>
                <a:gd name="T15" fmla="*/ 431 h 660"/>
                <a:gd name="T16" fmla="*/ 110 w 477"/>
                <a:gd name="T17" fmla="*/ 431 h 660"/>
                <a:gd name="T18" fmla="*/ 110 w 477"/>
                <a:gd name="T19" fmla="*/ 511 h 660"/>
                <a:gd name="T20" fmla="*/ 175 w 477"/>
                <a:gd name="T21" fmla="*/ 578 h 660"/>
                <a:gd name="T22" fmla="*/ 476 w 477"/>
                <a:gd name="T23" fmla="*/ 578 h 660"/>
                <a:gd name="T24" fmla="*/ 476 w 477"/>
                <a:gd name="T25" fmla="*/ 659 h 660"/>
                <a:gd name="T26" fmla="*/ 150 w 477"/>
                <a:gd name="T27" fmla="*/ 659 h 660"/>
                <a:gd name="T28" fmla="*/ 0 w 477"/>
                <a:gd name="T29" fmla="*/ 511 h 660"/>
                <a:gd name="T30" fmla="*/ 354 w 477"/>
                <a:gd name="T31" fmla="*/ 0 h 660"/>
                <a:gd name="T32" fmla="*/ 269 w 477"/>
                <a:gd name="T33" fmla="*/ 90 h 660"/>
                <a:gd name="T34" fmla="*/ 175 w 477"/>
                <a:gd name="T35" fmla="*/ 90 h 660"/>
                <a:gd name="T36" fmla="*/ 239 w 477"/>
                <a:gd name="T37" fmla="*/ 0 h 660"/>
                <a:gd name="T38" fmla="*/ 354 w 477"/>
                <a:gd name="T39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77" h="660">
                  <a:moveTo>
                    <a:pt x="0" y="511"/>
                  </a:moveTo>
                  <a:lnTo>
                    <a:pt x="0" y="144"/>
                  </a:lnTo>
                  <a:lnTo>
                    <a:pt x="466" y="144"/>
                  </a:lnTo>
                  <a:lnTo>
                    <a:pt x="466" y="227"/>
                  </a:lnTo>
                  <a:lnTo>
                    <a:pt x="110" y="227"/>
                  </a:lnTo>
                  <a:lnTo>
                    <a:pt x="110" y="351"/>
                  </a:lnTo>
                  <a:lnTo>
                    <a:pt x="436" y="351"/>
                  </a:lnTo>
                  <a:lnTo>
                    <a:pt x="436" y="431"/>
                  </a:lnTo>
                  <a:lnTo>
                    <a:pt x="110" y="431"/>
                  </a:lnTo>
                  <a:lnTo>
                    <a:pt x="110" y="511"/>
                  </a:lnTo>
                  <a:cubicBezTo>
                    <a:pt x="110" y="555"/>
                    <a:pt x="132" y="578"/>
                    <a:pt x="175" y="578"/>
                  </a:cubicBezTo>
                  <a:lnTo>
                    <a:pt x="476" y="578"/>
                  </a:lnTo>
                  <a:lnTo>
                    <a:pt x="476" y="659"/>
                  </a:lnTo>
                  <a:lnTo>
                    <a:pt x="150" y="659"/>
                  </a:lnTo>
                  <a:cubicBezTo>
                    <a:pt x="55" y="659"/>
                    <a:pt x="0" y="605"/>
                    <a:pt x="0" y="511"/>
                  </a:cubicBezTo>
                  <a:close/>
                  <a:moveTo>
                    <a:pt x="354" y="0"/>
                  </a:moveTo>
                  <a:lnTo>
                    <a:pt x="269" y="90"/>
                  </a:lnTo>
                  <a:lnTo>
                    <a:pt x="175" y="90"/>
                  </a:lnTo>
                  <a:lnTo>
                    <a:pt x="239" y="0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1" name="Freeform 28"/>
            <p:cNvSpPr>
              <a:spLocks noChangeArrowheads="1"/>
            </p:cNvSpPr>
            <p:nvPr/>
          </p:nvSpPr>
          <p:spPr bwMode="auto">
            <a:xfrm>
              <a:off x="2563813" y="773113"/>
              <a:ext cx="203200" cy="184150"/>
            </a:xfrm>
            <a:custGeom>
              <a:avLst/>
              <a:gdLst>
                <a:gd name="T0" fmla="*/ 0 w 564"/>
                <a:gd name="T1" fmla="*/ 0 h 513"/>
                <a:gd name="T2" fmla="*/ 231 w 564"/>
                <a:gd name="T3" fmla="*/ 0 h 513"/>
                <a:gd name="T4" fmla="*/ 563 w 564"/>
                <a:gd name="T5" fmla="*/ 257 h 513"/>
                <a:gd name="T6" fmla="*/ 231 w 564"/>
                <a:gd name="T7" fmla="*/ 512 h 513"/>
                <a:gd name="T8" fmla="*/ 0 w 564"/>
                <a:gd name="T9" fmla="*/ 512 h 513"/>
                <a:gd name="T10" fmla="*/ 0 w 564"/>
                <a:gd name="T11" fmla="*/ 0 h 513"/>
                <a:gd name="T12" fmla="*/ 239 w 564"/>
                <a:gd name="T13" fmla="*/ 431 h 513"/>
                <a:gd name="T14" fmla="*/ 448 w 564"/>
                <a:gd name="T15" fmla="*/ 257 h 513"/>
                <a:gd name="T16" fmla="*/ 239 w 564"/>
                <a:gd name="T17" fmla="*/ 82 h 513"/>
                <a:gd name="T18" fmla="*/ 109 w 564"/>
                <a:gd name="T19" fmla="*/ 82 h 513"/>
                <a:gd name="T20" fmla="*/ 109 w 564"/>
                <a:gd name="T21" fmla="*/ 431 h 513"/>
                <a:gd name="T22" fmla="*/ 239 w 564"/>
                <a:gd name="T23" fmla="*/ 431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64" h="513">
                  <a:moveTo>
                    <a:pt x="0" y="0"/>
                  </a:moveTo>
                  <a:lnTo>
                    <a:pt x="231" y="0"/>
                  </a:lnTo>
                  <a:cubicBezTo>
                    <a:pt x="431" y="0"/>
                    <a:pt x="563" y="102"/>
                    <a:pt x="563" y="257"/>
                  </a:cubicBezTo>
                  <a:cubicBezTo>
                    <a:pt x="563" y="411"/>
                    <a:pt x="431" y="512"/>
                    <a:pt x="231" y="512"/>
                  </a:cubicBezTo>
                  <a:lnTo>
                    <a:pt x="0" y="512"/>
                  </a:lnTo>
                  <a:lnTo>
                    <a:pt x="0" y="0"/>
                  </a:lnTo>
                  <a:close/>
                  <a:moveTo>
                    <a:pt x="239" y="431"/>
                  </a:moveTo>
                  <a:cubicBezTo>
                    <a:pt x="363" y="431"/>
                    <a:pt x="448" y="361"/>
                    <a:pt x="448" y="257"/>
                  </a:cubicBezTo>
                  <a:cubicBezTo>
                    <a:pt x="448" y="152"/>
                    <a:pt x="363" y="82"/>
                    <a:pt x="239" y="82"/>
                  </a:cubicBezTo>
                  <a:lnTo>
                    <a:pt x="109" y="82"/>
                  </a:lnTo>
                  <a:lnTo>
                    <a:pt x="109" y="431"/>
                  </a:lnTo>
                  <a:lnTo>
                    <a:pt x="239" y="43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2" name="Freeform 29"/>
            <p:cNvSpPr>
              <a:spLocks noChangeArrowheads="1"/>
            </p:cNvSpPr>
            <p:nvPr/>
          </p:nvSpPr>
          <p:spPr bwMode="auto">
            <a:xfrm>
              <a:off x="2808288" y="773113"/>
              <a:ext cx="39687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3" name="Freeform 30"/>
            <p:cNvSpPr>
              <a:spLocks noChangeArrowheads="1"/>
            </p:cNvSpPr>
            <p:nvPr/>
          </p:nvSpPr>
          <p:spPr bwMode="auto">
            <a:xfrm>
              <a:off x="2887663" y="773113"/>
              <a:ext cx="182562" cy="184150"/>
            </a:xfrm>
            <a:custGeom>
              <a:avLst/>
              <a:gdLst>
                <a:gd name="T0" fmla="*/ 0 w 506"/>
                <a:gd name="T1" fmla="*/ 82 h 513"/>
                <a:gd name="T2" fmla="*/ 0 w 506"/>
                <a:gd name="T3" fmla="*/ 0 h 513"/>
                <a:gd name="T4" fmla="*/ 505 w 506"/>
                <a:gd name="T5" fmla="*/ 0 h 513"/>
                <a:gd name="T6" fmla="*/ 505 w 506"/>
                <a:gd name="T7" fmla="*/ 82 h 513"/>
                <a:gd name="T8" fmla="*/ 309 w 506"/>
                <a:gd name="T9" fmla="*/ 82 h 513"/>
                <a:gd name="T10" fmla="*/ 309 w 506"/>
                <a:gd name="T11" fmla="*/ 512 h 513"/>
                <a:gd name="T12" fmla="*/ 199 w 506"/>
                <a:gd name="T13" fmla="*/ 512 h 513"/>
                <a:gd name="T14" fmla="*/ 199 w 506"/>
                <a:gd name="T15" fmla="*/ 82 h 513"/>
                <a:gd name="T16" fmla="*/ 0 w 506"/>
                <a:gd name="T17" fmla="*/ 82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6" h="513">
                  <a:moveTo>
                    <a:pt x="0" y="82"/>
                  </a:moveTo>
                  <a:lnTo>
                    <a:pt x="0" y="0"/>
                  </a:lnTo>
                  <a:lnTo>
                    <a:pt x="505" y="0"/>
                  </a:lnTo>
                  <a:lnTo>
                    <a:pt x="505" y="82"/>
                  </a:lnTo>
                  <a:lnTo>
                    <a:pt x="309" y="82"/>
                  </a:lnTo>
                  <a:lnTo>
                    <a:pt x="309" y="512"/>
                  </a:lnTo>
                  <a:lnTo>
                    <a:pt x="199" y="512"/>
                  </a:lnTo>
                  <a:lnTo>
                    <a:pt x="199" y="82"/>
                  </a:lnTo>
                  <a:lnTo>
                    <a:pt x="0" y="82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4" name="Freeform 31"/>
            <p:cNvSpPr>
              <a:spLocks noChangeArrowheads="1"/>
            </p:cNvSpPr>
            <p:nvPr/>
          </p:nvSpPr>
          <p:spPr bwMode="auto">
            <a:xfrm>
              <a:off x="3168650" y="773113"/>
              <a:ext cx="231775" cy="184150"/>
            </a:xfrm>
            <a:custGeom>
              <a:avLst/>
              <a:gdLst>
                <a:gd name="T0" fmla="*/ 458 w 646"/>
                <a:gd name="T1" fmla="*/ 389 h 513"/>
                <a:gd name="T2" fmla="*/ 174 w 646"/>
                <a:gd name="T3" fmla="*/ 389 h 513"/>
                <a:gd name="T4" fmla="*/ 112 w 646"/>
                <a:gd name="T5" fmla="*/ 512 h 513"/>
                <a:gd name="T6" fmla="*/ 0 w 646"/>
                <a:gd name="T7" fmla="*/ 512 h 513"/>
                <a:gd name="T8" fmla="*/ 266 w 646"/>
                <a:gd name="T9" fmla="*/ 0 h 513"/>
                <a:gd name="T10" fmla="*/ 378 w 646"/>
                <a:gd name="T11" fmla="*/ 0 h 513"/>
                <a:gd name="T12" fmla="*/ 645 w 646"/>
                <a:gd name="T13" fmla="*/ 512 h 513"/>
                <a:gd name="T14" fmla="*/ 518 w 646"/>
                <a:gd name="T15" fmla="*/ 512 h 513"/>
                <a:gd name="T16" fmla="*/ 458 w 646"/>
                <a:gd name="T17" fmla="*/ 389 h 513"/>
                <a:gd name="T18" fmla="*/ 418 w 646"/>
                <a:gd name="T19" fmla="*/ 309 h 513"/>
                <a:gd name="T20" fmla="*/ 316 w 646"/>
                <a:gd name="T21" fmla="*/ 105 h 513"/>
                <a:gd name="T22" fmla="*/ 214 w 646"/>
                <a:gd name="T23" fmla="*/ 309 h 513"/>
                <a:gd name="T24" fmla="*/ 418 w 646"/>
                <a:gd name="T25" fmla="*/ 309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46" h="513">
                  <a:moveTo>
                    <a:pt x="458" y="389"/>
                  </a:moveTo>
                  <a:lnTo>
                    <a:pt x="174" y="389"/>
                  </a:lnTo>
                  <a:lnTo>
                    <a:pt x="112" y="512"/>
                  </a:lnTo>
                  <a:lnTo>
                    <a:pt x="0" y="512"/>
                  </a:lnTo>
                  <a:lnTo>
                    <a:pt x="266" y="0"/>
                  </a:lnTo>
                  <a:lnTo>
                    <a:pt x="378" y="0"/>
                  </a:lnTo>
                  <a:lnTo>
                    <a:pt x="645" y="512"/>
                  </a:lnTo>
                  <a:lnTo>
                    <a:pt x="518" y="512"/>
                  </a:lnTo>
                  <a:lnTo>
                    <a:pt x="458" y="389"/>
                  </a:lnTo>
                  <a:close/>
                  <a:moveTo>
                    <a:pt x="418" y="309"/>
                  </a:moveTo>
                  <a:lnTo>
                    <a:pt x="316" y="105"/>
                  </a:lnTo>
                  <a:lnTo>
                    <a:pt x="214" y="309"/>
                  </a:lnTo>
                  <a:lnTo>
                    <a:pt x="418" y="3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5" name="Freeform 32"/>
            <p:cNvSpPr>
              <a:spLocks noChangeArrowheads="1"/>
            </p:cNvSpPr>
            <p:nvPr/>
          </p:nvSpPr>
          <p:spPr bwMode="auto">
            <a:xfrm>
              <a:off x="3411538" y="769938"/>
              <a:ext cx="209550" cy="190500"/>
            </a:xfrm>
            <a:custGeom>
              <a:avLst/>
              <a:gdLst>
                <a:gd name="T0" fmla="*/ 326 w 581"/>
                <a:gd name="T1" fmla="*/ 0 h 531"/>
                <a:gd name="T2" fmla="*/ 555 w 581"/>
                <a:gd name="T3" fmla="*/ 72 h 531"/>
                <a:gd name="T4" fmla="*/ 503 w 581"/>
                <a:gd name="T5" fmla="*/ 139 h 531"/>
                <a:gd name="T6" fmla="*/ 331 w 581"/>
                <a:gd name="T7" fmla="*/ 80 h 531"/>
                <a:gd name="T8" fmla="*/ 114 w 581"/>
                <a:gd name="T9" fmla="*/ 264 h 531"/>
                <a:gd name="T10" fmla="*/ 326 w 581"/>
                <a:gd name="T11" fmla="*/ 451 h 531"/>
                <a:gd name="T12" fmla="*/ 471 w 581"/>
                <a:gd name="T13" fmla="*/ 411 h 531"/>
                <a:gd name="T14" fmla="*/ 471 w 581"/>
                <a:gd name="T15" fmla="*/ 314 h 531"/>
                <a:gd name="T16" fmla="*/ 316 w 581"/>
                <a:gd name="T17" fmla="*/ 314 h 531"/>
                <a:gd name="T18" fmla="*/ 316 w 581"/>
                <a:gd name="T19" fmla="*/ 234 h 531"/>
                <a:gd name="T20" fmla="*/ 580 w 581"/>
                <a:gd name="T21" fmla="*/ 234 h 531"/>
                <a:gd name="T22" fmla="*/ 580 w 581"/>
                <a:gd name="T23" fmla="*/ 451 h 531"/>
                <a:gd name="T24" fmla="*/ 321 w 581"/>
                <a:gd name="T25" fmla="*/ 530 h 531"/>
                <a:gd name="T26" fmla="*/ 0 w 581"/>
                <a:gd name="T27" fmla="*/ 264 h 531"/>
                <a:gd name="T28" fmla="*/ 326 w 581"/>
                <a:gd name="T2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1" h="531">
                  <a:moveTo>
                    <a:pt x="326" y="0"/>
                  </a:moveTo>
                  <a:cubicBezTo>
                    <a:pt x="406" y="0"/>
                    <a:pt x="488" y="25"/>
                    <a:pt x="555" y="72"/>
                  </a:cubicBezTo>
                  <a:lnTo>
                    <a:pt x="503" y="139"/>
                  </a:lnTo>
                  <a:cubicBezTo>
                    <a:pt x="448" y="102"/>
                    <a:pt x="401" y="80"/>
                    <a:pt x="331" y="80"/>
                  </a:cubicBezTo>
                  <a:cubicBezTo>
                    <a:pt x="209" y="80"/>
                    <a:pt x="114" y="154"/>
                    <a:pt x="114" y="264"/>
                  </a:cubicBezTo>
                  <a:cubicBezTo>
                    <a:pt x="114" y="374"/>
                    <a:pt x="199" y="451"/>
                    <a:pt x="326" y="451"/>
                  </a:cubicBezTo>
                  <a:cubicBezTo>
                    <a:pt x="383" y="451"/>
                    <a:pt x="436" y="436"/>
                    <a:pt x="471" y="411"/>
                  </a:cubicBezTo>
                  <a:lnTo>
                    <a:pt x="471" y="314"/>
                  </a:lnTo>
                  <a:lnTo>
                    <a:pt x="316" y="314"/>
                  </a:lnTo>
                  <a:lnTo>
                    <a:pt x="316" y="234"/>
                  </a:lnTo>
                  <a:lnTo>
                    <a:pt x="580" y="234"/>
                  </a:lnTo>
                  <a:lnTo>
                    <a:pt x="580" y="451"/>
                  </a:lnTo>
                  <a:cubicBezTo>
                    <a:pt x="518" y="495"/>
                    <a:pt x="431" y="530"/>
                    <a:pt x="321" y="530"/>
                  </a:cubicBezTo>
                  <a:cubicBezTo>
                    <a:pt x="127" y="530"/>
                    <a:pt x="0" y="416"/>
                    <a:pt x="0" y="264"/>
                  </a:cubicBezTo>
                  <a:cubicBezTo>
                    <a:pt x="2" y="97"/>
                    <a:pt x="159" y="0"/>
                    <a:pt x="326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6" name="Freeform 33"/>
            <p:cNvSpPr>
              <a:spLocks noChangeArrowheads="1"/>
            </p:cNvSpPr>
            <p:nvPr/>
          </p:nvSpPr>
          <p:spPr bwMode="auto">
            <a:xfrm>
              <a:off x="3670300" y="773113"/>
              <a:ext cx="190500" cy="184150"/>
            </a:xfrm>
            <a:custGeom>
              <a:avLst/>
              <a:gdLst>
                <a:gd name="T0" fmla="*/ 3 w 529"/>
                <a:gd name="T1" fmla="*/ 0 h 513"/>
                <a:gd name="T2" fmla="*/ 279 w 529"/>
                <a:gd name="T3" fmla="*/ 0 h 513"/>
                <a:gd name="T4" fmla="*/ 513 w 529"/>
                <a:gd name="T5" fmla="*/ 164 h 513"/>
                <a:gd name="T6" fmla="*/ 361 w 529"/>
                <a:gd name="T7" fmla="*/ 319 h 513"/>
                <a:gd name="T8" fmla="*/ 528 w 529"/>
                <a:gd name="T9" fmla="*/ 512 h 513"/>
                <a:gd name="T10" fmla="*/ 399 w 529"/>
                <a:gd name="T11" fmla="*/ 512 h 513"/>
                <a:gd name="T12" fmla="*/ 247 w 529"/>
                <a:gd name="T13" fmla="*/ 334 h 513"/>
                <a:gd name="T14" fmla="*/ 110 w 529"/>
                <a:gd name="T15" fmla="*/ 334 h 513"/>
                <a:gd name="T16" fmla="*/ 110 w 529"/>
                <a:gd name="T17" fmla="*/ 512 h 513"/>
                <a:gd name="T18" fmla="*/ 0 w 529"/>
                <a:gd name="T19" fmla="*/ 512 h 513"/>
                <a:gd name="T20" fmla="*/ 0 w 529"/>
                <a:gd name="T21" fmla="*/ 0 h 513"/>
                <a:gd name="T22" fmla="*/ 3 w 529"/>
                <a:gd name="T23" fmla="*/ 0 h 513"/>
                <a:gd name="T24" fmla="*/ 272 w 529"/>
                <a:gd name="T25" fmla="*/ 254 h 513"/>
                <a:gd name="T26" fmla="*/ 399 w 529"/>
                <a:gd name="T27" fmla="*/ 167 h 513"/>
                <a:gd name="T28" fmla="*/ 269 w 529"/>
                <a:gd name="T29" fmla="*/ 82 h 513"/>
                <a:gd name="T30" fmla="*/ 110 w 529"/>
                <a:gd name="T31" fmla="*/ 82 h 513"/>
                <a:gd name="T32" fmla="*/ 110 w 529"/>
                <a:gd name="T33" fmla="*/ 254 h 513"/>
                <a:gd name="T34" fmla="*/ 272 w 529"/>
                <a:gd name="T35" fmla="*/ 254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9" h="513">
                  <a:moveTo>
                    <a:pt x="3" y="0"/>
                  </a:moveTo>
                  <a:lnTo>
                    <a:pt x="279" y="0"/>
                  </a:lnTo>
                  <a:cubicBezTo>
                    <a:pt x="409" y="0"/>
                    <a:pt x="513" y="52"/>
                    <a:pt x="513" y="164"/>
                  </a:cubicBezTo>
                  <a:cubicBezTo>
                    <a:pt x="513" y="252"/>
                    <a:pt x="448" y="299"/>
                    <a:pt x="361" y="319"/>
                  </a:cubicBezTo>
                  <a:lnTo>
                    <a:pt x="528" y="512"/>
                  </a:lnTo>
                  <a:lnTo>
                    <a:pt x="399" y="512"/>
                  </a:lnTo>
                  <a:lnTo>
                    <a:pt x="247" y="334"/>
                  </a:lnTo>
                  <a:lnTo>
                    <a:pt x="110" y="334"/>
                  </a:lnTo>
                  <a:lnTo>
                    <a:pt x="110" y="512"/>
                  </a:lnTo>
                  <a:lnTo>
                    <a:pt x="0" y="512"/>
                  </a:lnTo>
                  <a:lnTo>
                    <a:pt x="0" y="0"/>
                  </a:lnTo>
                  <a:lnTo>
                    <a:pt x="3" y="0"/>
                  </a:lnTo>
                  <a:close/>
                  <a:moveTo>
                    <a:pt x="272" y="254"/>
                  </a:moveTo>
                  <a:cubicBezTo>
                    <a:pt x="349" y="254"/>
                    <a:pt x="399" y="222"/>
                    <a:pt x="399" y="167"/>
                  </a:cubicBezTo>
                  <a:cubicBezTo>
                    <a:pt x="399" y="112"/>
                    <a:pt x="351" y="82"/>
                    <a:pt x="269" y="82"/>
                  </a:cubicBezTo>
                  <a:lnTo>
                    <a:pt x="110" y="82"/>
                  </a:lnTo>
                  <a:lnTo>
                    <a:pt x="110" y="254"/>
                  </a:lnTo>
                  <a:lnTo>
                    <a:pt x="272" y="25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7" name="Freeform 34"/>
            <p:cNvSpPr>
              <a:spLocks noChangeArrowheads="1"/>
            </p:cNvSpPr>
            <p:nvPr/>
          </p:nvSpPr>
          <p:spPr bwMode="auto">
            <a:xfrm>
              <a:off x="3905250" y="773113"/>
              <a:ext cx="39688" cy="184150"/>
            </a:xfrm>
            <a:custGeom>
              <a:avLst/>
              <a:gdLst>
                <a:gd name="T0" fmla="*/ 0 w 110"/>
                <a:gd name="T1" fmla="*/ 0 h 513"/>
                <a:gd name="T2" fmla="*/ 109 w 110"/>
                <a:gd name="T3" fmla="*/ 0 h 513"/>
                <a:gd name="T4" fmla="*/ 109 w 110"/>
                <a:gd name="T5" fmla="*/ 512 h 513"/>
                <a:gd name="T6" fmla="*/ 0 w 110"/>
                <a:gd name="T7" fmla="*/ 512 h 513"/>
                <a:gd name="T8" fmla="*/ 0 w 110"/>
                <a:gd name="T9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513">
                  <a:moveTo>
                    <a:pt x="0" y="0"/>
                  </a:moveTo>
                  <a:lnTo>
                    <a:pt x="109" y="0"/>
                  </a:lnTo>
                  <a:lnTo>
                    <a:pt x="109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8" name="Freeform 35"/>
            <p:cNvSpPr>
              <a:spLocks noChangeArrowheads="1"/>
            </p:cNvSpPr>
            <p:nvPr/>
          </p:nvSpPr>
          <p:spPr bwMode="auto">
            <a:xfrm>
              <a:off x="3989388" y="769938"/>
              <a:ext cx="203200" cy="192087"/>
            </a:xfrm>
            <a:custGeom>
              <a:avLst/>
              <a:gdLst>
                <a:gd name="T0" fmla="*/ 327 w 564"/>
                <a:gd name="T1" fmla="*/ 0 h 533"/>
                <a:gd name="T2" fmla="*/ 556 w 564"/>
                <a:gd name="T3" fmla="*/ 72 h 533"/>
                <a:gd name="T4" fmla="*/ 504 w 564"/>
                <a:gd name="T5" fmla="*/ 139 h 533"/>
                <a:gd name="T6" fmla="*/ 332 w 564"/>
                <a:gd name="T7" fmla="*/ 80 h 533"/>
                <a:gd name="T8" fmla="*/ 115 w 564"/>
                <a:gd name="T9" fmla="*/ 267 h 533"/>
                <a:gd name="T10" fmla="*/ 332 w 564"/>
                <a:gd name="T11" fmla="*/ 453 h 533"/>
                <a:gd name="T12" fmla="*/ 511 w 564"/>
                <a:gd name="T13" fmla="*/ 391 h 533"/>
                <a:gd name="T14" fmla="*/ 563 w 564"/>
                <a:gd name="T15" fmla="*/ 458 h 533"/>
                <a:gd name="T16" fmla="*/ 324 w 564"/>
                <a:gd name="T17" fmla="*/ 532 h 533"/>
                <a:gd name="T18" fmla="*/ 0 w 564"/>
                <a:gd name="T19" fmla="*/ 267 h 533"/>
                <a:gd name="T20" fmla="*/ 327 w 564"/>
                <a:gd name="T21" fmla="*/ 0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64" h="533">
                  <a:moveTo>
                    <a:pt x="327" y="0"/>
                  </a:moveTo>
                  <a:cubicBezTo>
                    <a:pt x="406" y="0"/>
                    <a:pt x="489" y="25"/>
                    <a:pt x="556" y="72"/>
                  </a:cubicBezTo>
                  <a:lnTo>
                    <a:pt x="504" y="139"/>
                  </a:lnTo>
                  <a:cubicBezTo>
                    <a:pt x="449" y="102"/>
                    <a:pt x="401" y="80"/>
                    <a:pt x="332" y="80"/>
                  </a:cubicBezTo>
                  <a:cubicBezTo>
                    <a:pt x="210" y="80"/>
                    <a:pt x="115" y="154"/>
                    <a:pt x="115" y="267"/>
                  </a:cubicBezTo>
                  <a:cubicBezTo>
                    <a:pt x="115" y="376"/>
                    <a:pt x="210" y="453"/>
                    <a:pt x="332" y="453"/>
                  </a:cubicBezTo>
                  <a:cubicBezTo>
                    <a:pt x="404" y="453"/>
                    <a:pt x="454" y="431"/>
                    <a:pt x="511" y="391"/>
                  </a:cubicBezTo>
                  <a:lnTo>
                    <a:pt x="563" y="458"/>
                  </a:lnTo>
                  <a:cubicBezTo>
                    <a:pt x="494" y="507"/>
                    <a:pt x="409" y="532"/>
                    <a:pt x="324" y="532"/>
                  </a:cubicBezTo>
                  <a:cubicBezTo>
                    <a:pt x="157" y="532"/>
                    <a:pt x="0" y="436"/>
                    <a:pt x="0" y="267"/>
                  </a:cubicBezTo>
                  <a:cubicBezTo>
                    <a:pt x="3" y="97"/>
                    <a:pt x="160" y="0"/>
                    <a:pt x="327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39" name="Freeform 36"/>
            <p:cNvSpPr>
              <a:spLocks noChangeArrowheads="1"/>
            </p:cNvSpPr>
            <p:nvPr/>
          </p:nvSpPr>
          <p:spPr bwMode="auto">
            <a:xfrm>
              <a:off x="4213225" y="769938"/>
              <a:ext cx="233363" cy="192087"/>
            </a:xfrm>
            <a:custGeom>
              <a:avLst/>
              <a:gdLst>
                <a:gd name="T0" fmla="*/ 0 w 648"/>
                <a:gd name="T1" fmla="*/ 267 h 533"/>
                <a:gd name="T2" fmla="*/ 324 w 648"/>
                <a:gd name="T3" fmla="*/ 0 h 533"/>
                <a:gd name="T4" fmla="*/ 647 w 648"/>
                <a:gd name="T5" fmla="*/ 267 h 533"/>
                <a:gd name="T6" fmla="*/ 324 w 648"/>
                <a:gd name="T7" fmla="*/ 532 h 533"/>
                <a:gd name="T8" fmla="*/ 0 w 648"/>
                <a:gd name="T9" fmla="*/ 267 h 533"/>
                <a:gd name="T10" fmla="*/ 114 w 648"/>
                <a:gd name="T11" fmla="*/ 267 h 533"/>
                <a:gd name="T12" fmla="*/ 326 w 648"/>
                <a:gd name="T13" fmla="*/ 453 h 533"/>
                <a:gd name="T14" fmla="*/ 538 w 648"/>
                <a:gd name="T15" fmla="*/ 267 h 533"/>
                <a:gd name="T16" fmla="*/ 326 w 648"/>
                <a:gd name="T17" fmla="*/ 80 h 533"/>
                <a:gd name="T18" fmla="*/ 114 w 648"/>
                <a:gd name="T19" fmla="*/ 267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8" h="533">
                  <a:moveTo>
                    <a:pt x="0" y="267"/>
                  </a:moveTo>
                  <a:cubicBezTo>
                    <a:pt x="0" y="122"/>
                    <a:pt x="135" y="0"/>
                    <a:pt x="324" y="0"/>
                  </a:cubicBezTo>
                  <a:cubicBezTo>
                    <a:pt x="514" y="0"/>
                    <a:pt x="647" y="120"/>
                    <a:pt x="647" y="267"/>
                  </a:cubicBezTo>
                  <a:cubicBezTo>
                    <a:pt x="647" y="411"/>
                    <a:pt x="513" y="532"/>
                    <a:pt x="324" y="532"/>
                  </a:cubicBezTo>
                  <a:cubicBezTo>
                    <a:pt x="134" y="530"/>
                    <a:pt x="0" y="411"/>
                    <a:pt x="0" y="267"/>
                  </a:cubicBezTo>
                  <a:close/>
                  <a:moveTo>
                    <a:pt x="114" y="267"/>
                  </a:moveTo>
                  <a:cubicBezTo>
                    <a:pt x="114" y="371"/>
                    <a:pt x="199" y="453"/>
                    <a:pt x="326" y="453"/>
                  </a:cubicBezTo>
                  <a:cubicBezTo>
                    <a:pt x="451" y="453"/>
                    <a:pt x="538" y="371"/>
                    <a:pt x="538" y="267"/>
                  </a:cubicBezTo>
                  <a:cubicBezTo>
                    <a:pt x="538" y="162"/>
                    <a:pt x="453" y="80"/>
                    <a:pt x="326" y="80"/>
                  </a:cubicBezTo>
                  <a:cubicBezTo>
                    <a:pt x="199" y="80"/>
                    <a:pt x="114" y="162"/>
                    <a:pt x="114" y="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0" name="Freeform 37"/>
            <p:cNvSpPr>
              <a:spLocks noChangeArrowheads="1"/>
            </p:cNvSpPr>
            <p:nvPr/>
          </p:nvSpPr>
          <p:spPr bwMode="auto">
            <a:xfrm>
              <a:off x="4487863" y="773113"/>
              <a:ext cx="157162" cy="184150"/>
            </a:xfrm>
            <a:custGeom>
              <a:avLst/>
              <a:gdLst>
                <a:gd name="T0" fmla="*/ 0 w 437"/>
                <a:gd name="T1" fmla="*/ 0 h 513"/>
                <a:gd name="T2" fmla="*/ 110 w 437"/>
                <a:gd name="T3" fmla="*/ 0 h 513"/>
                <a:gd name="T4" fmla="*/ 110 w 437"/>
                <a:gd name="T5" fmla="*/ 431 h 513"/>
                <a:gd name="T6" fmla="*/ 436 w 437"/>
                <a:gd name="T7" fmla="*/ 431 h 513"/>
                <a:gd name="T8" fmla="*/ 436 w 437"/>
                <a:gd name="T9" fmla="*/ 512 h 513"/>
                <a:gd name="T10" fmla="*/ 0 w 437"/>
                <a:gd name="T11" fmla="*/ 512 h 513"/>
                <a:gd name="T12" fmla="*/ 0 w 437"/>
                <a:gd name="T13" fmla="*/ 0 h 5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" h="513">
                  <a:moveTo>
                    <a:pt x="0" y="0"/>
                  </a:moveTo>
                  <a:lnTo>
                    <a:pt x="110" y="0"/>
                  </a:lnTo>
                  <a:lnTo>
                    <a:pt x="110" y="431"/>
                  </a:lnTo>
                  <a:lnTo>
                    <a:pt x="436" y="431"/>
                  </a:lnTo>
                  <a:lnTo>
                    <a:pt x="436" y="512"/>
                  </a:lnTo>
                  <a:lnTo>
                    <a:pt x="0" y="512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1" name="Freeform 38"/>
            <p:cNvSpPr>
              <a:spLocks noChangeArrowheads="1"/>
            </p:cNvSpPr>
            <p:nvPr/>
          </p:nvSpPr>
          <p:spPr bwMode="auto">
            <a:xfrm>
              <a:off x="4675188" y="771525"/>
              <a:ext cx="171450" cy="185738"/>
            </a:xfrm>
            <a:custGeom>
              <a:avLst/>
              <a:gdLst>
                <a:gd name="T0" fmla="*/ 0 w 477"/>
                <a:gd name="T1" fmla="*/ 367 h 516"/>
                <a:gd name="T2" fmla="*/ 0 w 477"/>
                <a:gd name="T3" fmla="*/ 0 h 516"/>
                <a:gd name="T4" fmla="*/ 466 w 477"/>
                <a:gd name="T5" fmla="*/ 0 h 516"/>
                <a:gd name="T6" fmla="*/ 466 w 477"/>
                <a:gd name="T7" fmla="*/ 83 h 516"/>
                <a:gd name="T8" fmla="*/ 110 w 477"/>
                <a:gd name="T9" fmla="*/ 83 h 516"/>
                <a:gd name="T10" fmla="*/ 110 w 477"/>
                <a:gd name="T11" fmla="*/ 207 h 516"/>
                <a:gd name="T12" fmla="*/ 436 w 477"/>
                <a:gd name="T13" fmla="*/ 207 h 516"/>
                <a:gd name="T14" fmla="*/ 436 w 477"/>
                <a:gd name="T15" fmla="*/ 287 h 516"/>
                <a:gd name="T16" fmla="*/ 110 w 477"/>
                <a:gd name="T17" fmla="*/ 287 h 516"/>
                <a:gd name="T18" fmla="*/ 110 w 477"/>
                <a:gd name="T19" fmla="*/ 367 h 516"/>
                <a:gd name="T20" fmla="*/ 174 w 477"/>
                <a:gd name="T21" fmla="*/ 434 h 516"/>
                <a:gd name="T22" fmla="*/ 476 w 477"/>
                <a:gd name="T23" fmla="*/ 434 h 516"/>
                <a:gd name="T24" fmla="*/ 476 w 477"/>
                <a:gd name="T25" fmla="*/ 515 h 516"/>
                <a:gd name="T26" fmla="*/ 150 w 477"/>
                <a:gd name="T27" fmla="*/ 515 h 516"/>
                <a:gd name="T28" fmla="*/ 0 w 477"/>
                <a:gd name="T29" fmla="*/ 367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16">
                  <a:moveTo>
                    <a:pt x="0" y="367"/>
                  </a:moveTo>
                  <a:lnTo>
                    <a:pt x="0" y="0"/>
                  </a:lnTo>
                  <a:lnTo>
                    <a:pt x="466" y="0"/>
                  </a:lnTo>
                  <a:lnTo>
                    <a:pt x="466" y="83"/>
                  </a:lnTo>
                  <a:lnTo>
                    <a:pt x="110" y="83"/>
                  </a:lnTo>
                  <a:lnTo>
                    <a:pt x="110" y="207"/>
                  </a:lnTo>
                  <a:lnTo>
                    <a:pt x="436" y="207"/>
                  </a:lnTo>
                  <a:lnTo>
                    <a:pt x="436" y="287"/>
                  </a:lnTo>
                  <a:lnTo>
                    <a:pt x="110" y="287"/>
                  </a:lnTo>
                  <a:lnTo>
                    <a:pt x="110" y="367"/>
                  </a:lnTo>
                  <a:cubicBezTo>
                    <a:pt x="110" y="411"/>
                    <a:pt x="132" y="434"/>
                    <a:pt x="174" y="434"/>
                  </a:cubicBezTo>
                  <a:lnTo>
                    <a:pt x="476" y="434"/>
                  </a:lnTo>
                  <a:lnTo>
                    <a:pt x="476" y="515"/>
                  </a:lnTo>
                  <a:lnTo>
                    <a:pt x="150" y="515"/>
                  </a:lnTo>
                  <a:cubicBezTo>
                    <a:pt x="55" y="515"/>
                    <a:pt x="0" y="461"/>
                    <a:pt x="0" y="367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  <p:sp>
          <p:nvSpPr>
            <p:cNvPr id="42" name="Freeform 39"/>
            <p:cNvSpPr>
              <a:spLocks noChangeArrowheads="1"/>
            </p:cNvSpPr>
            <p:nvPr/>
          </p:nvSpPr>
          <p:spPr bwMode="auto">
            <a:xfrm>
              <a:off x="3967163" y="1012825"/>
              <a:ext cx="127000" cy="142875"/>
            </a:xfrm>
            <a:custGeom>
              <a:avLst/>
              <a:gdLst>
                <a:gd name="T0" fmla="*/ 246 w 354"/>
                <a:gd name="T1" fmla="*/ 343 h 397"/>
                <a:gd name="T2" fmla="*/ 127 w 354"/>
                <a:gd name="T3" fmla="*/ 393 h 397"/>
                <a:gd name="T4" fmla="*/ 0 w 354"/>
                <a:gd name="T5" fmla="*/ 284 h 397"/>
                <a:gd name="T6" fmla="*/ 0 w 354"/>
                <a:gd name="T7" fmla="*/ 284 h 397"/>
                <a:gd name="T8" fmla="*/ 82 w 354"/>
                <a:gd name="T9" fmla="*/ 176 h 397"/>
                <a:gd name="T10" fmla="*/ 49 w 354"/>
                <a:gd name="T11" fmla="*/ 97 h 397"/>
                <a:gd name="T12" fmla="*/ 49 w 354"/>
                <a:gd name="T13" fmla="*/ 97 h 397"/>
                <a:gd name="T14" fmla="*/ 162 w 354"/>
                <a:gd name="T15" fmla="*/ 0 h 397"/>
                <a:gd name="T16" fmla="*/ 266 w 354"/>
                <a:gd name="T17" fmla="*/ 92 h 397"/>
                <a:gd name="T18" fmla="*/ 266 w 354"/>
                <a:gd name="T19" fmla="*/ 92 h 397"/>
                <a:gd name="T20" fmla="*/ 181 w 354"/>
                <a:gd name="T21" fmla="*/ 191 h 397"/>
                <a:gd name="T22" fmla="*/ 249 w 354"/>
                <a:gd name="T23" fmla="*/ 259 h 397"/>
                <a:gd name="T24" fmla="*/ 291 w 354"/>
                <a:gd name="T25" fmla="*/ 184 h 397"/>
                <a:gd name="T26" fmla="*/ 343 w 354"/>
                <a:gd name="T27" fmla="*/ 211 h 397"/>
                <a:gd name="T28" fmla="*/ 291 w 354"/>
                <a:gd name="T29" fmla="*/ 299 h 397"/>
                <a:gd name="T30" fmla="*/ 353 w 354"/>
                <a:gd name="T31" fmla="*/ 361 h 397"/>
                <a:gd name="T32" fmla="*/ 304 w 354"/>
                <a:gd name="T33" fmla="*/ 396 h 397"/>
                <a:gd name="T34" fmla="*/ 246 w 354"/>
                <a:gd name="T35" fmla="*/ 343 h 397"/>
                <a:gd name="T36" fmla="*/ 209 w 354"/>
                <a:gd name="T37" fmla="*/ 304 h 397"/>
                <a:gd name="T38" fmla="*/ 122 w 354"/>
                <a:gd name="T39" fmla="*/ 216 h 397"/>
                <a:gd name="T40" fmla="*/ 69 w 354"/>
                <a:gd name="T41" fmla="*/ 281 h 397"/>
                <a:gd name="T42" fmla="*/ 69 w 354"/>
                <a:gd name="T43" fmla="*/ 281 h 397"/>
                <a:gd name="T44" fmla="*/ 134 w 354"/>
                <a:gd name="T45" fmla="*/ 338 h 397"/>
                <a:gd name="T46" fmla="*/ 209 w 354"/>
                <a:gd name="T47" fmla="*/ 304 h 397"/>
                <a:gd name="T48" fmla="*/ 206 w 354"/>
                <a:gd name="T49" fmla="*/ 94 h 397"/>
                <a:gd name="T50" fmla="*/ 206 w 354"/>
                <a:gd name="T51" fmla="*/ 94 h 397"/>
                <a:gd name="T52" fmla="*/ 162 w 354"/>
                <a:gd name="T53" fmla="*/ 49 h 397"/>
                <a:gd name="T54" fmla="*/ 114 w 354"/>
                <a:gd name="T55" fmla="*/ 97 h 397"/>
                <a:gd name="T56" fmla="*/ 114 w 354"/>
                <a:gd name="T57" fmla="*/ 97 h 397"/>
                <a:gd name="T58" fmla="*/ 144 w 354"/>
                <a:gd name="T59" fmla="*/ 154 h 397"/>
                <a:gd name="T60" fmla="*/ 206 w 354"/>
                <a:gd name="T61" fmla="*/ 94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4" h="397">
                  <a:moveTo>
                    <a:pt x="246" y="343"/>
                  </a:moveTo>
                  <a:cubicBezTo>
                    <a:pt x="214" y="373"/>
                    <a:pt x="174" y="393"/>
                    <a:pt x="127" y="393"/>
                  </a:cubicBezTo>
                  <a:cubicBezTo>
                    <a:pt x="54" y="393"/>
                    <a:pt x="0" y="351"/>
                    <a:pt x="0" y="284"/>
                  </a:cubicBezTo>
                  <a:lnTo>
                    <a:pt x="0" y="284"/>
                  </a:lnTo>
                  <a:cubicBezTo>
                    <a:pt x="0" y="234"/>
                    <a:pt x="30" y="199"/>
                    <a:pt x="82" y="176"/>
                  </a:cubicBezTo>
                  <a:cubicBezTo>
                    <a:pt x="59" y="149"/>
                    <a:pt x="49" y="124"/>
                    <a:pt x="49" y="97"/>
                  </a:cubicBezTo>
                  <a:lnTo>
                    <a:pt x="49" y="97"/>
                  </a:lnTo>
                  <a:cubicBezTo>
                    <a:pt x="49" y="44"/>
                    <a:pt x="92" y="0"/>
                    <a:pt x="162" y="0"/>
                  </a:cubicBezTo>
                  <a:cubicBezTo>
                    <a:pt x="224" y="0"/>
                    <a:pt x="266" y="42"/>
                    <a:pt x="266" y="92"/>
                  </a:cubicBezTo>
                  <a:lnTo>
                    <a:pt x="266" y="92"/>
                  </a:lnTo>
                  <a:cubicBezTo>
                    <a:pt x="266" y="142"/>
                    <a:pt x="231" y="174"/>
                    <a:pt x="181" y="191"/>
                  </a:cubicBezTo>
                  <a:lnTo>
                    <a:pt x="249" y="259"/>
                  </a:lnTo>
                  <a:cubicBezTo>
                    <a:pt x="264" y="236"/>
                    <a:pt x="279" y="211"/>
                    <a:pt x="291" y="184"/>
                  </a:cubicBezTo>
                  <a:lnTo>
                    <a:pt x="343" y="211"/>
                  </a:lnTo>
                  <a:cubicBezTo>
                    <a:pt x="328" y="241"/>
                    <a:pt x="311" y="274"/>
                    <a:pt x="291" y="299"/>
                  </a:cubicBezTo>
                  <a:lnTo>
                    <a:pt x="353" y="361"/>
                  </a:lnTo>
                  <a:lnTo>
                    <a:pt x="304" y="396"/>
                  </a:lnTo>
                  <a:lnTo>
                    <a:pt x="246" y="343"/>
                  </a:lnTo>
                  <a:close/>
                  <a:moveTo>
                    <a:pt x="209" y="304"/>
                  </a:moveTo>
                  <a:lnTo>
                    <a:pt x="122" y="216"/>
                  </a:lnTo>
                  <a:cubicBezTo>
                    <a:pt x="84" y="231"/>
                    <a:pt x="69" y="256"/>
                    <a:pt x="69" y="281"/>
                  </a:cubicBezTo>
                  <a:lnTo>
                    <a:pt x="69" y="281"/>
                  </a:lnTo>
                  <a:cubicBezTo>
                    <a:pt x="69" y="313"/>
                    <a:pt x="97" y="338"/>
                    <a:pt x="134" y="338"/>
                  </a:cubicBezTo>
                  <a:cubicBezTo>
                    <a:pt x="162" y="338"/>
                    <a:pt x="186" y="326"/>
                    <a:pt x="209" y="304"/>
                  </a:cubicBezTo>
                  <a:close/>
                  <a:moveTo>
                    <a:pt x="206" y="94"/>
                  </a:moveTo>
                  <a:lnTo>
                    <a:pt x="206" y="94"/>
                  </a:lnTo>
                  <a:cubicBezTo>
                    <a:pt x="206" y="67"/>
                    <a:pt x="190" y="49"/>
                    <a:pt x="162" y="49"/>
                  </a:cubicBezTo>
                  <a:cubicBezTo>
                    <a:pt x="135" y="49"/>
                    <a:pt x="114" y="69"/>
                    <a:pt x="114" y="97"/>
                  </a:cubicBezTo>
                  <a:lnTo>
                    <a:pt x="114" y="97"/>
                  </a:lnTo>
                  <a:cubicBezTo>
                    <a:pt x="114" y="117"/>
                    <a:pt x="122" y="132"/>
                    <a:pt x="144" y="154"/>
                  </a:cubicBezTo>
                  <a:cubicBezTo>
                    <a:pt x="184" y="139"/>
                    <a:pt x="206" y="122"/>
                    <a:pt x="206" y="94"/>
                  </a:cubicBezTo>
                  <a:close/>
                </a:path>
              </a:pathLst>
            </a:custGeom>
            <a:solidFill>
              <a:srgbClr val="7278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 sz="900"/>
            </a:p>
          </p:txBody>
        </p:sp>
      </p:grpSp>
      <p:grpSp>
        <p:nvGrpSpPr>
          <p:cNvPr id="43" name="Grouper 42"/>
          <p:cNvGrpSpPr/>
          <p:nvPr userDrawn="1"/>
        </p:nvGrpSpPr>
        <p:grpSpPr>
          <a:xfrm>
            <a:off x="0" y="1311216"/>
            <a:ext cx="12192000" cy="4852517"/>
            <a:chOff x="0" y="1261568"/>
            <a:chExt cx="12315038" cy="4969484"/>
          </a:xfrm>
          <a:noFill/>
        </p:grpSpPr>
        <p:sp>
          <p:nvSpPr>
            <p:cNvPr id="44" name="Forme libre 43"/>
            <p:cNvSpPr>
              <a:spLocks noChangeArrowheads="1"/>
            </p:cNvSpPr>
            <p:nvPr userDrawn="1"/>
          </p:nvSpPr>
          <p:spPr bwMode="auto">
            <a:xfrm rot="5400000">
              <a:off x="2172970" y="3846549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5" name="Forme libre 44"/>
            <p:cNvSpPr>
              <a:spLocks noChangeArrowheads="1"/>
            </p:cNvSpPr>
            <p:nvPr userDrawn="1"/>
          </p:nvSpPr>
          <p:spPr bwMode="auto">
            <a:xfrm rot="5400000">
              <a:off x="2234518" y="3215496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6" name="Forme libre 45"/>
            <p:cNvSpPr>
              <a:spLocks noChangeArrowheads="1"/>
            </p:cNvSpPr>
            <p:nvPr userDrawn="1"/>
          </p:nvSpPr>
          <p:spPr bwMode="auto">
            <a:xfrm rot="5400000">
              <a:off x="3293103" y="3215443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7" name="Forme libre 46"/>
            <p:cNvSpPr>
              <a:spLocks noChangeArrowheads="1"/>
            </p:cNvSpPr>
            <p:nvPr userDrawn="1"/>
          </p:nvSpPr>
          <p:spPr bwMode="auto">
            <a:xfrm rot="5400000">
              <a:off x="5588678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8" name="Forme libre 47"/>
            <p:cNvSpPr>
              <a:spLocks noChangeArrowheads="1"/>
            </p:cNvSpPr>
            <p:nvPr userDrawn="1"/>
          </p:nvSpPr>
          <p:spPr bwMode="auto">
            <a:xfrm rot="5400000">
              <a:off x="4472154" y="3214881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49" name="Forme libre 48"/>
            <p:cNvSpPr>
              <a:spLocks noChangeArrowheads="1"/>
            </p:cNvSpPr>
            <p:nvPr userDrawn="1"/>
          </p:nvSpPr>
          <p:spPr bwMode="auto">
            <a:xfrm rot="5400000">
              <a:off x="5530739" y="3214828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0" name="Forme libre 49"/>
            <p:cNvSpPr>
              <a:spLocks noChangeArrowheads="1"/>
            </p:cNvSpPr>
            <p:nvPr userDrawn="1"/>
          </p:nvSpPr>
          <p:spPr bwMode="auto">
            <a:xfrm rot="5400000">
              <a:off x="6645547" y="3846549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1" name="Forme libre 50"/>
            <p:cNvSpPr>
              <a:spLocks noChangeArrowheads="1"/>
            </p:cNvSpPr>
            <p:nvPr userDrawn="1"/>
          </p:nvSpPr>
          <p:spPr bwMode="auto">
            <a:xfrm rot="5400000">
              <a:off x="-5543" y="4472858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2" name="Forme libre 51"/>
            <p:cNvSpPr>
              <a:spLocks noChangeArrowheads="1"/>
            </p:cNvSpPr>
            <p:nvPr userDrawn="1"/>
          </p:nvSpPr>
          <p:spPr bwMode="auto">
            <a:xfrm rot="5400000">
              <a:off x="-67512" y="3845933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3" name="Forme libre 52"/>
            <p:cNvSpPr>
              <a:spLocks noChangeArrowheads="1"/>
            </p:cNvSpPr>
            <p:nvPr userDrawn="1"/>
          </p:nvSpPr>
          <p:spPr bwMode="auto">
            <a:xfrm rot="5400000">
              <a:off x="1053793" y="4471424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4" name="Forme libre 53"/>
            <p:cNvSpPr>
              <a:spLocks noChangeArrowheads="1"/>
            </p:cNvSpPr>
            <p:nvPr userDrawn="1"/>
          </p:nvSpPr>
          <p:spPr bwMode="auto">
            <a:xfrm rot="5400000">
              <a:off x="1110559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5" name="Forme libre 54"/>
            <p:cNvSpPr>
              <a:spLocks noChangeArrowheads="1"/>
            </p:cNvSpPr>
            <p:nvPr userDrawn="1"/>
          </p:nvSpPr>
          <p:spPr bwMode="auto">
            <a:xfrm rot="5400000">
              <a:off x="-5964" y="3214881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6" name="Forme libre 55"/>
            <p:cNvSpPr>
              <a:spLocks noChangeArrowheads="1"/>
            </p:cNvSpPr>
            <p:nvPr userDrawn="1"/>
          </p:nvSpPr>
          <p:spPr bwMode="auto">
            <a:xfrm rot="5400000">
              <a:off x="1052620" y="3214828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7" name="Forme libre 56"/>
            <p:cNvSpPr>
              <a:spLocks noChangeArrowheads="1"/>
            </p:cNvSpPr>
            <p:nvPr userDrawn="1"/>
          </p:nvSpPr>
          <p:spPr bwMode="auto">
            <a:xfrm rot="5400000">
              <a:off x="1115877" y="2587400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8" name="Forme libre 57"/>
            <p:cNvSpPr>
              <a:spLocks noChangeArrowheads="1"/>
            </p:cNvSpPr>
            <p:nvPr userDrawn="1"/>
          </p:nvSpPr>
          <p:spPr bwMode="auto">
            <a:xfrm rot="5400000">
              <a:off x="1053908" y="1960475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59" name="Forme libre 58"/>
            <p:cNvSpPr>
              <a:spLocks noChangeArrowheads="1"/>
            </p:cNvSpPr>
            <p:nvPr userDrawn="1"/>
          </p:nvSpPr>
          <p:spPr bwMode="auto">
            <a:xfrm rot="5400000">
              <a:off x="2175213" y="2585966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0" name="Forme libre 59"/>
            <p:cNvSpPr>
              <a:spLocks noChangeArrowheads="1"/>
            </p:cNvSpPr>
            <p:nvPr userDrawn="1"/>
          </p:nvSpPr>
          <p:spPr bwMode="auto">
            <a:xfrm rot="5400000">
              <a:off x="3353513" y="2586784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1" name="Forme libre 60"/>
            <p:cNvSpPr>
              <a:spLocks noChangeArrowheads="1"/>
            </p:cNvSpPr>
            <p:nvPr userDrawn="1"/>
          </p:nvSpPr>
          <p:spPr bwMode="auto">
            <a:xfrm rot="5400000">
              <a:off x="4412849" y="2585350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2" name="Forme libre 61"/>
            <p:cNvSpPr>
              <a:spLocks noChangeArrowheads="1"/>
            </p:cNvSpPr>
            <p:nvPr userDrawn="1"/>
          </p:nvSpPr>
          <p:spPr bwMode="auto">
            <a:xfrm rot="5400000">
              <a:off x="-65269" y="2585350"/>
              <a:ext cx="1192509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3" name="Forme libre 62"/>
            <p:cNvSpPr>
              <a:spLocks noChangeArrowheads="1"/>
            </p:cNvSpPr>
            <p:nvPr userDrawn="1"/>
          </p:nvSpPr>
          <p:spPr bwMode="auto">
            <a:xfrm rot="5400000">
              <a:off x="-8503" y="1956810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4" name="Forme libre 63"/>
            <p:cNvSpPr>
              <a:spLocks noChangeArrowheads="1"/>
            </p:cNvSpPr>
            <p:nvPr userDrawn="1"/>
          </p:nvSpPr>
          <p:spPr bwMode="auto">
            <a:xfrm rot="5400000">
              <a:off x="-66442" y="1328754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5" name="Forme libre 64"/>
            <p:cNvSpPr>
              <a:spLocks noChangeArrowheads="1"/>
            </p:cNvSpPr>
            <p:nvPr userDrawn="1"/>
          </p:nvSpPr>
          <p:spPr bwMode="auto">
            <a:xfrm rot="5400000">
              <a:off x="-66508" y="5104173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6" name="Forme libre 65"/>
            <p:cNvSpPr>
              <a:spLocks noChangeArrowheads="1"/>
            </p:cNvSpPr>
            <p:nvPr userDrawn="1"/>
          </p:nvSpPr>
          <p:spPr bwMode="auto">
            <a:xfrm rot="5400000">
              <a:off x="8889028" y="3846548"/>
              <a:ext cx="1197077" cy="1059694"/>
            </a:xfrm>
            <a:custGeom>
              <a:avLst/>
              <a:gdLst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8172865 w 8182631"/>
                <a:gd name="connsiteY3" fmla="*/ 6886802 h 7257066"/>
                <a:gd name="connsiteX4" fmla="*/ 7968575 w 8182631"/>
                <a:gd name="connsiteY4" fmla="*/ 7254757 h 7257066"/>
                <a:gd name="connsiteX5" fmla="*/ 223988 w 8182631"/>
                <a:gd name="connsiteY5" fmla="*/ 7257066 h 7257066"/>
                <a:gd name="connsiteX6" fmla="*/ 0 w 8182631"/>
                <a:gd name="connsiteY6" fmla="*/ 6858902 h 7257066"/>
                <a:gd name="connsiteX0" fmla="*/ 3854063 w 8182631"/>
                <a:gd name="connsiteY0" fmla="*/ 0 h 7257066"/>
                <a:gd name="connsiteX1" fmla="*/ 4303257 w 8182631"/>
                <a:gd name="connsiteY1" fmla="*/ 0 h 7257066"/>
                <a:gd name="connsiteX2" fmla="*/ 8182631 w 8182631"/>
                <a:gd name="connsiteY2" fmla="*/ 6886802 h 7257066"/>
                <a:gd name="connsiteX3" fmla="*/ 7968575 w 8182631"/>
                <a:gd name="connsiteY3" fmla="*/ 7254757 h 7257066"/>
                <a:gd name="connsiteX4" fmla="*/ 223988 w 8182631"/>
                <a:gd name="connsiteY4" fmla="*/ 7257066 h 7257066"/>
                <a:gd name="connsiteX5" fmla="*/ 0 w 8182631"/>
                <a:gd name="connsiteY5" fmla="*/ 6858902 h 7257066"/>
                <a:gd name="connsiteX6" fmla="*/ 3854063 w 8182631"/>
                <a:gd name="connsiteY6" fmla="*/ 0 h 7257066"/>
                <a:gd name="connsiteX0" fmla="*/ 3854063 w 8176281"/>
                <a:gd name="connsiteY0" fmla="*/ 0 h 7257066"/>
                <a:gd name="connsiteX1" fmla="*/ 4303257 w 8176281"/>
                <a:gd name="connsiteY1" fmla="*/ 0 h 7257066"/>
                <a:gd name="connsiteX2" fmla="*/ 8176281 w 8176281"/>
                <a:gd name="connsiteY2" fmla="*/ 6877277 h 7257066"/>
                <a:gd name="connsiteX3" fmla="*/ 7968575 w 8176281"/>
                <a:gd name="connsiteY3" fmla="*/ 7254757 h 7257066"/>
                <a:gd name="connsiteX4" fmla="*/ 223988 w 8176281"/>
                <a:gd name="connsiteY4" fmla="*/ 7257066 h 7257066"/>
                <a:gd name="connsiteX5" fmla="*/ 0 w 8176281"/>
                <a:gd name="connsiteY5" fmla="*/ 6858902 h 7257066"/>
                <a:gd name="connsiteX6" fmla="*/ 3854063 w 8176281"/>
                <a:gd name="connsiteY6" fmla="*/ 0 h 7257066"/>
                <a:gd name="connsiteX0" fmla="*/ 3854063 w 8166756"/>
                <a:gd name="connsiteY0" fmla="*/ 0 h 7257066"/>
                <a:gd name="connsiteX1" fmla="*/ 4303257 w 8166756"/>
                <a:gd name="connsiteY1" fmla="*/ 0 h 7257066"/>
                <a:gd name="connsiteX2" fmla="*/ 8166756 w 8166756"/>
                <a:gd name="connsiteY2" fmla="*/ 6899502 h 7257066"/>
                <a:gd name="connsiteX3" fmla="*/ 7968575 w 8166756"/>
                <a:gd name="connsiteY3" fmla="*/ 7254757 h 7257066"/>
                <a:gd name="connsiteX4" fmla="*/ 223988 w 8166756"/>
                <a:gd name="connsiteY4" fmla="*/ 7257066 h 7257066"/>
                <a:gd name="connsiteX5" fmla="*/ 0 w 8166756"/>
                <a:gd name="connsiteY5" fmla="*/ 6858902 h 7257066"/>
                <a:gd name="connsiteX6" fmla="*/ 3854063 w 81667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68575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  <a:gd name="connsiteX0" fmla="*/ 3854063 w 8179456"/>
                <a:gd name="connsiteY0" fmla="*/ 0 h 7257066"/>
                <a:gd name="connsiteX1" fmla="*/ 4303257 w 8179456"/>
                <a:gd name="connsiteY1" fmla="*/ 0 h 7257066"/>
                <a:gd name="connsiteX2" fmla="*/ 8179456 w 8179456"/>
                <a:gd name="connsiteY2" fmla="*/ 6874102 h 7257066"/>
                <a:gd name="connsiteX3" fmla="*/ 7950826 w 8179456"/>
                <a:gd name="connsiteY3" fmla="*/ 7254757 h 7257066"/>
                <a:gd name="connsiteX4" fmla="*/ 223988 w 8179456"/>
                <a:gd name="connsiteY4" fmla="*/ 7257066 h 7257066"/>
                <a:gd name="connsiteX5" fmla="*/ 0 w 8179456"/>
                <a:gd name="connsiteY5" fmla="*/ 6858902 h 7257066"/>
                <a:gd name="connsiteX6" fmla="*/ 3854063 w 8179456"/>
                <a:gd name="connsiteY6" fmla="*/ 0 h 7257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9456" h="7257066">
                  <a:moveTo>
                    <a:pt x="3854063" y="0"/>
                  </a:moveTo>
                  <a:lnTo>
                    <a:pt x="4303257" y="0"/>
                  </a:lnTo>
                  <a:lnTo>
                    <a:pt x="8179456" y="6874102"/>
                  </a:lnTo>
                  <a:lnTo>
                    <a:pt x="7950826" y="7254757"/>
                  </a:lnTo>
                  <a:lnTo>
                    <a:pt x="223988" y="7257066"/>
                  </a:lnTo>
                  <a:lnTo>
                    <a:pt x="0" y="6858902"/>
                  </a:lnTo>
                  <a:lnTo>
                    <a:pt x="3854063" y="0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7" name="Forme libre 66"/>
            <p:cNvSpPr>
              <a:spLocks noChangeArrowheads="1"/>
            </p:cNvSpPr>
            <p:nvPr userDrawn="1"/>
          </p:nvSpPr>
          <p:spPr bwMode="auto">
            <a:xfrm rot="5400000">
              <a:off x="8950576" y="3215495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8" name="Forme libre 67"/>
            <p:cNvSpPr>
              <a:spLocks noChangeArrowheads="1"/>
            </p:cNvSpPr>
            <p:nvPr userDrawn="1"/>
          </p:nvSpPr>
          <p:spPr bwMode="auto">
            <a:xfrm rot="5400000">
              <a:off x="10009161" y="3215442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69" name="Forme libre 68"/>
            <p:cNvSpPr>
              <a:spLocks noChangeArrowheads="1"/>
            </p:cNvSpPr>
            <p:nvPr userDrawn="1"/>
          </p:nvSpPr>
          <p:spPr bwMode="auto">
            <a:xfrm rot="5400000">
              <a:off x="11188212" y="3214880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0" name="Forme libre 69"/>
            <p:cNvSpPr>
              <a:spLocks noChangeArrowheads="1"/>
            </p:cNvSpPr>
            <p:nvPr userDrawn="1"/>
          </p:nvSpPr>
          <p:spPr bwMode="auto">
            <a:xfrm rot="5400000">
              <a:off x="7826616" y="3842883"/>
              <a:ext cx="1195885" cy="1062003"/>
            </a:xfrm>
            <a:custGeom>
              <a:avLst/>
              <a:gdLst>
                <a:gd name="connsiteX0" fmla="*/ 8389831 w 8389831"/>
                <a:gd name="connsiteY0" fmla="*/ 0 h 7273171"/>
                <a:gd name="connsiteX1" fmla="*/ 8389671 w 8389831"/>
                <a:gd name="connsiteY1" fmla="*/ 286 h 7273171"/>
                <a:gd name="connsiteX2" fmla="*/ 7955167 w 8389831"/>
                <a:gd name="connsiteY2" fmla="*/ 286 h 7273171"/>
                <a:gd name="connsiteX3" fmla="*/ 8171317 w 8389831"/>
                <a:gd name="connsiteY3" fmla="*/ 389602 h 7273171"/>
                <a:gd name="connsiteX4" fmla="*/ 4310561 w 8389831"/>
                <a:gd name="connsiteY4" fmla="*/ 7273171 h 7273171"/>
                <a:gd name="connsiteX5" fmla="*/ 3854063 w 8389831"/>
                <a:gd name="connsiteY5" fmla="*/ 7269518 h 7273171"/>
                <a:gd name="connsiteX6" fmla="*/ 0 w 8389831"/>
                <a:gd name="connsiteY6" fmla="*/ 403051 h 7273171"/>
                <a:gd name="connsiteX7" fmla="*/ 223988 w 8389831"/>
                <a:gd name="connsiteY7" fmla="*/ 3653 h 7273171"/>
                <a:gd name="connsiteX0" fmla="*/ 223988 w 8389671"/>
                <a:gd name="connsiteY0" fmla="*/ 3367 h 7272885"/>
                <a:gd name="connsiteX1" fmla="*/ 8389671 w 8389671"/>
                <a:gd name="connsiteY1" fmla="*/ 0 h 7272885"/>
                <a:gd name="connsiteX2" fmla="*/ 7955167 w 8389671"/>
                <a:gd name="connsiteY2" fmla="*/ 0 h 7272885"/>
                <a:gd name="connsiteX3" fmla="*/ 8171317 w 8389671"/>
                <a:gd name="connsiteY3" fmla="*/ 389316 h 7272885"/>
                <a:gd name="connsiteX4" fmla="*/ 4310561 w 8389671"/>
                <a:gd name="connsiteY4" fmla="*/ 7272885 h 7272885"/>
                <a:gd name="connsiteX5" fmla="*/ 3854063 w 8389671"/>
                <a:gd name="connsiteY5" fmla="*/ 7269232 h 7272885"/>
                <a:gd name="connsiteX6" fmla="*/ 0 w 8389671"/>
                <a:gd name="connsiteY6" fmla="*/ 402765 h 7272885"/>
                <a:gd name="connsiteX7" fmla="*/ 223988 w 8389671"/>
                <a:gd name="connsiteY7" fmla="*/ 3367 h 7272885"/>
                <a:gd name="connsiteX0" fmla="*/ 223988 w 8171317"/>
                <a:gd name="connsiteY0" fmla="*/ 3367 h 7272885"/>
                <a:gd name="connsiteX1" fmla="*/ 7955167 w 8171317"/>
                <a:gd name="connsiteY1" fmla="*/ 0 h 7272885"/>
                <a:gd name="connsiteX2" fmla="*/ 8171317 w 8171317"/>
                <a:gd name="connsiteY2" fmla="*/ 389316 h 7272885"/>
                <a:gd name="connsiteX3" fmla="*/ 4310561 w 8171317"/>
                <a:gd name="connsiteY3" fmla="*/ 7272885 h 7272885"/>
                <a:gd name="connsiteX4" fmla="*/ 3854063 w 8171317"/>
                <a:gd name="connsiteY4" fmla="*/ 7269232 h 7272885"/>
                <a:gd name="connsiteX5" fmla="*/ 0 w 8171317"/>
                <a:gd name="connsiteY5" fmla="*/ 402765 h 7272885"/>
                <a:gd name="connsiteX6" fmla="*/ 223988 w 8171317"/>
                <a:gd name="connsiteY6" fmla="*/ 3367 h 7272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71317" h="7272885">
                  <a:moveTo>
                    <a:pt x="223988" y="3367"/>
                  </a:moveTo>
                  <a:lnTo>
                    <a:pt x="7955167" y="0"/>
                  </a:lnTo>
                  <a:lnTo>
                    <a:pt x="8171317" y="389316"/>
                  </a:lnTo>
                  <a:lnTo>
                    <a:pt x="4310561" y="7272885"/>
                  </a:lnTo>
                  <a:lnTo>
                    <a:pt x="3854063" y="7269232"/>
                  </a:lnTo>
                  <a:lnTo>
                    <a:pt x="0" y="402765"/>
                  </a:lnTo>
                  <a:lnTo>
                    <a:pt x="223988" y="336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1" name="Forme libre 70"/>
            <p:cNvSpPr>
              <a:spLocks noChangeArrowheads="1"/>
            </p:cNvSpPr>
            <p:nvPr userDrawn="1"/>
          </p:nvSpPr>
          <p:spPr bwMode="auto">
            <a:xfrm rot="5400000">
              <a:off x="6710093" y="3214880"/>
              <a:ext cx="1193976" cy="1059676"/>
            </a:xfrm>
            <a:custGeom>
              <a:avLst/>
              <a:gdLst>
                <a:gd name="connsiteX0" fmla="*/ 0 w 3456088"/>
                <a:gd name="connsiteY0" fmla="*/ 162646 h 3074261"/>
                <a:gd name="connsiteX1" fmla="*/ 81323 w 3456088"/>
                <a:gd name="connsiteY1" fmla="*/ 0 h 3074261"/>
                <a:gd name="connsiteX2" fmla="*/ 3361733 w 3456088"/>
                <a:gd name="connsiteY2" fmla="*/ 980 h 3074261"/>
                <a:gd name="connsiteX3" fmla="*/ 3456088 w 3456088"/>
                <a:gd name="connsiteY3" fmla="*/ 169110 h 3074261"/>
                <a:gd name="connsiteX4" fmla="*/ 1823167 w 3456088"/>
                <a:gd name="connsiteY4" fmla="*/ 3074261 h 3074261"/>
                <a:gd name="connsiteX5" fmla="*/ 1633424 w 3456088"/>
                <a:gd name="connsiteY5" fmla="*/ 3074261 h 307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088" h="3074261">
                  <a:moveTo>
                    <a:pt x="0" y="162646"/>
                  </a:moveTo>
                  <a:lnTo>
                    <a:pt x="81323" y="0"/>
                  </a:lnTo>
                  <a:lnTo>
                    <a:pt x="3361733" y="980"/>
                  </a:lnTo>
                  <a:lnTo>
                    <a:pt x="3456088" y="169110"/>
                  </a:lnTo>
                  <a:lnTo>
                    <a:pt x="1823167" y="3074261"/>
                  </a:lnTo>
                  <a:lnTo>
                    <a:pt x="1633424" y="3074261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2" name="Forme libre 71"/>
            <p:cNvSpPr>
              <a:spLocks noChangeArrowheads="1"/>
            </p:cNvSpPr>
            <p:nvPr userDrawn="1"/>
          </p:nvSpPr>
          <p:spPr bwMode="auto">
            <a:xfrm rot="5400000">
              <a:off x="7768678" y="3214826"/>
              <a:ext cx="1194065" cy="1059694"/>
            </a:xfrm>
            <a:custGeom>
              <a:avLst/>
              <a:gdLst>
                <a:gd name="connsiteX0" fmla="*/ 0 w 3456346"/>
                <a:gd name="connsiteY0" fmla="*/ 2911095 h 3074312"/>
                <a:gd name="connsiteX1" fmla="*/ 1633681 w 3456346"/>
                <a:gd name="connsiteY1" fmla="*/ 0 h 3074312"/>
                <a:gd name="connsiteX2" fmla="*/ 1823424 w 3456346"/>
                <a:gd name="connsiteY2" fmla="*/ 0 h 3074312"/>
                <a:gd name="connsiteX3" fmla="*/ 3456346 w 3456346"/>
                <a:gd name="connsiteY3" fmla="*/ 2909792 h 3074312"/>
                <a:gd name="connsiteX4" fmla="*/ 3361990 w 3456346"/>
                <a:gd name="connsiteY4" fmla="*/ 3074312 h 3074312"/>
                <a:gd name="connsiteX5" fmla="*/ 81119 w 3456346"/>
                <a:gd name="connsiteY5" fmla="*/ 3073332 h 3074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56346" h="3074312">
                  <a:moveTo>
                    <a:pt x="0" y="2911095"/>
                  </a:moveTo>
                  <a:lnTo>
                    <a:pt x="1633681" y="0"/>
                  </a:lnTo>
                  <a:lnTo>
                    <a:pt x="1823424" y="0"/>
                  </a:lnTo>
                  <a:lnTo>
                    <a:pt x="3456346" y="2909792"/>
                  </a:lnTo>
                  <a:lnTo>
                    <a:pt x="3361990" y="3074312"/>
                  </a:lnTo>
                  <a:lnTo>
                    <a:pt x="81119" y="3073332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3" name="Forme libre 72"/>
            <p:cNvSpPr>
              <a:spLocks noChangeArrowheads="1"/>
            </p:cNvSpPr>
            <p:nvPr userDrawn="1"/>
          </p:nvSpPr>
          <p:spPr bwMode="auto">
            <a:xfrm rot="5400000">
              <a:off x="10069571" y="2586783"/>
              <a:ext cx="1191313" cy="1061532"/>
            </a:xfrm>
            <a:custGeom>
              <a:avLst/>
              <a:gdLst>
                <a:gd name="connsiteX0" fmla="*/ 224034 w 8157822"/>
                <a:gd name="connsiteY0" fmla="*/ 0 h 7269654"/>
                <a:gd name="connsiteX1" fmla="*/ 7934950 w 8157822"/>
                <a:gd name="connsiteY1" fmla="*/ 0 h 7269654"/>
                <a:gd name="connsiteX2" fmla="*/ 7974014 w 8157822"/>
                <a:gd name="connsiteY2" fmla="*/ 69394 h 7269654"/>
                <a:gd name="connsiteX3" fmla="*/ 8157822 w 8157822"/>
                <a:gd name="connsiteY3" fmla="*/ 400035 h 7269654"/>
                <a:gd name="connsiteX4" fmla="*/ 4301278 w 8157822"/>
                <a:gd name="connsiteY4" fmla="*/ 7268092 h 7269654"/>
                <a:gd name="connsiteX5" fmla="*/ 3874450 w 8157822"/>
                <a:gd name="connsiteY5" fmla="*/ 7268092 h 7269654"/>
                <a:gd name="connsiteX6" fmla="*/ 3873584 w 8157822"/>
                <a:gd name="connsiteY6" fmla="*/ 7269654 h 7269654"/>
                <a:gd name="connsiteX7" fmla="*/ 0 w 8157822"/>
                <a:gd name="connsiteY7" fmla="*/ 397966 h 7269654"/>
                <a:gd name="connsiteX0" fmla="*/ 206286 w 8140074"/>
                <a:gd name="connsiteY0" fmla="*/ 0 h 7269654"/>
                <a:gd name="connsiteX1" fmla="*/ 7917202 w 8140074"/>
                <a:gd name="connsiteY1" fmla="*/ 0 h 7269654"/>
                <a:gd name="connsiteX2" fmla="*/ 7956266 w 8140074"/>
                <a:gd name="connsiteY2" fmla="*/ 69394 h 7269654"/>
                <a:gd name="connsiteX3" fmla="*/ 8140074 w 8140074"/>
                <a:gd name="connsiteY3" fmla="*/ 400035 h 7269654"/>
                <a:gd name="connsiteX4" fmla="*/ 4283530 w 8140074"/>
                <a:gd name="connsiteY4" fmla="*/ 7268092 h 7269654"/>
                <a:gd name="connsiteX5" fmla="*/ 3856702 w 8140074"/>
                <a:gd name="connsiteY5" fmla="*/ 7268092 h 7269654"/>
                <a:gd name="connsiteX6" fmla="*/ 3855836 w 8140074"/>
                <a:gd name="connsiteY6" fmla="*/ 7269654 h 7269654"/>
                <a:gd name="connsiteX7" fmla="*/ 0 w 8140074"/>
                <a:gd name="connsiteY7" fmla="*/ 406841 h 7269654"/>
                <a:gd name="connsiteX8" fmla="*/ 206286 w 8140074"/>
                <a:gd name="connsiteY8" fmla="*/ 0 h 7269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40074" h="7269654">
                  <a:moveTo>
                    <a:pt x="206286" y="0"/>
                  </a:moveTo>
                  <a:lnTo>
                    <a:pt x="7917202" y="0"/>
                  </a:lnTo>
                  <a:lnTo>
                    <a:pt x="7956266" y="69394"/>
                  </a:lnTo>
                  <a:lnTo>
                    <a:pt x="8140074" y="400035"/>
                  </a:lnTo>
                  <a:lnTo>
                    <a:pt x="4283530" y="7268092"/>
                  </a:lnTo>
                  <a:lnTo>
                    <a:pt x="3856702" y="7268092"/>
                  </a:lnTo>
                  <a:lnTo>
                    <a:pt x="3855836" y="7269654"/>
                  </a:lnTo>
                  <a:lnTo>
                    <a:pt x="0" y="406841"/>
                  </a:lnTo>
                  <a:cubicBezTo>
                    <a:pt x="74678" y="274186"/>
                    <a:pt x="131608" y="132655"/>
                    <a:pt x="206286" y="0"/>
                  </a:cubicBez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  <p:sp>
          <p:nvSpPr>
            <p:cNvPr id="74" name="Forme libre 73"/>
            <p:cNvSpPr>
              <a:spLocks noChangeArrowheads="1"/>
            </p:cNvSpPr>
            <p:nvPr userDrawn="1"/>
          </p:nvSpPr>
          <p:spPr bwMode="auto">
            <a:xfrm rot="5400000">
              <a:off x="11128907" y="2585349"/>
              <a:ext cx="1192510" cy="1061971"/>
            </a:xfrm>
            <a:custGeom>
              <a:avLst/>
              <a:gdLst>
                <a:gd name="connsiteX0" fmla="*/ 3861331 w 8148245"/>
                <a:gd name="connsiteY0" fmla="*/ 0 h 7272663"/>
                <a:gd name="connsiteX1" fmla="*/ 4295345 w 8148245"/>
                <a:gd name="connsiteY1" fmla="*/ 0 h 7272663"/>
                <a:gd name="connsiteX2" fmla="*/ 8148245 w 8148245"/>
                <a:gd name="connsiteY2" fmla="*/ 6873301 h 7272663"/>
                <a:gd name="connsiteX3" fmla="*/ 7924305 w 8148245"/>
                <a:gd name="connsiteY3" fmla="*/ 7272663 h 7272663"/>
                <a:gd name="connsiteX4" fmla="*/ 216637 w 8148245"/>
                <a:gd name="connsiteY4" fmla="*/ 7272663 h 7272663"/>
                <a:gd name="connsiteX5" fmla="*/ 0 w 8148245"/>
                <a:gd name="connsiteY5" fmla="*/ 6885477 h 727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48245" h="7272663">
                  <a:moveTo>
                    <a:pt x="3861331" y="0"/>
                  </a:moveTo>
                  <a:lnTo>
                    <a:pt x="4295345" y="0"/>
                  </a:lnTo>
                  <a:lnTo>
                    <a:pt x="8148245" y="6873301"/>
                  </a:lnTo>
                  <a:lnTo>
                    <a:pt x="7924305" y="7272663"/>
                  </a:lnTo>
                  <a:lnTo>
                    <a:pt x="216637" y="7272663"/>
                  </a:lnTo>
                  <a:lnTo>
                    <a:pt x="0" y="6885477"/>
                  </a:lnTo>
                  <a:close/>
                </a:path>
              </a:pathLst>
            </a:custGeom>
            <a:grpFill/>
            <a:ln w="6350" cap="flat">
              <a:solidFill>
                <a:srgbClr val="EFF0EF"/>
              </a:solidFill>
              <a:bevel/>
              <a:headEnd/>
              <a:tailEnd/>
            </a:ln>
            <a:effectLst/>
          </p:spPr>
          <p:txBody>
            <a:bodyPr wrap="square" anchor="ctr">
              <a:noAutofit/>
            </a:bodyPr>
            <a:lstStyle/>
            <a:p>
              <a:endParaRPr lang="fr-FR" sz="900"/>
            </a:p>
          </p:txBody>
        </p:sp>
      </p:grpSp>
    </p:spTree>
    <p:extLst>
      <p:ext uri="{BB962C8B-B14F-4D97-AF65-F5344CB8AC3E}">
        <p14:creationId xmlns:p14="http://schemas.microsoft.com/office/powerpoint/2010/main" val="207399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434" r:id="rId1"/>
    <p:sldLayoutId id="2147485435" r:id="rId2"/>
    <p:sldLayoutId id="2147485436" r:id="rId3"/>
    <p:sldLayoutId id="2147485437" r:id="rId4"/>
    <p:sldLayoutId id="2147485438" r:id="rId5"/>
    <p:sldLayoutId id="2147485439" r:id="rId6"/>
    <p:sldLayoutId id="2147485440" r:id="rId7"/>
    <p:sldLayoutId id="2147485441" r:id="rId8"/>
    <p:sldLayoutId id="2147485442" r:id="rId9"/>
    <p:sldLayoutId id="2147485443" r:id="rId10"/>
    <p:sldLayoutId id="2147485444" r:id="rId11"/>
    <p:sldLayoutId id="2147485445" r:id="rId12"/>
    <p:sldLayoutId id="2147485446" r:id="rId13"/>
    <p:sldLayoutId id="2147485447" r:id="rId14"/>
    <p:sldLayoutId id="2147485448" r:id="rId15"/>
    <p:sldLayoutId id="2147485449" r:id="rId16"/>
    <p:sldLayoutId id="2147485450" r:id="rId17"/>
    <p:sldLayoutId id="2147485451" r:id="rId18"/>
    <p:sldLayoutId id="2147485452" r:id="rId19"/>
    <p:sldLayoutId id="2147485453" r:id="rId20"/>
    <p:sldLayoutId id="2147485454" r:id="rId21"/>
    <p:sldLayoutId id="2147485455" r:id="rId22"/>
    <p:sldLayoutId id="2147485456" r:id="rId23"/>
    <p:sldLayoutId id="2147485457" r:id="rId24"/>
    <p:sldLayoutId id="2147485458" r:id="rId25"/>
    <p:sldLayoutId id="2147485460" r:id="rId26"/>
  </p:sldLayoutIdLst>
  <p:hf sldNum="0" hdr="0" dt="0"/>
  <p:txStyles>
    <p:titleStyle>
      <a:lvl1pPr algn="ctr" defTabSz="561412" rtl="0" fontAlgn="base">
        <a:spcBef>
          <a:spcPct val="0"/>
        </a:spcBef>
        <a:spcAft>
          <a:spcPct val="0"/>
        </a:spcAft>
        <a:defRPr sz="5404" kern="1200">
          <a:solidFill>
            <a:schemeClr val="tx1"/>
          </a:solidFill>
          <a:latin typeface="+mj-lt"/>
          <a:ea typeface="ＭＳ Ｐゴシック" pitchFamily="34" charset="-128"/>
          <a:cs typeface="+mj-cs"/>
        </a:defRPr>
      </a:lvl1pPr>
      <a:lvl2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2pPr>
      <a:lvl3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3pPr>
      <a:lvl4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4pPr>
      <a:lvl5pPr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5pPr>
      <a:lvl6pPr marL="561412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6pPr>
      <a:lvl7pPr marL="1122822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7pPr>
      <a:lvl8pPr marL="1684234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8pPr>
      <a:lvl9pPr marL="2245645" algn="ctr" defTabSz="561412" rtl="0" fontAlgn="base">
        <a:spcBef>
          <a:spcPct val="0"/>
        </a:spcBef>
        <a:spcAft>
          <a:spcPct val="0"/>
        </a:spcAft>
        <a:defRPr sz="5404">
          <a:solidFill>
            <a:schemeClr val="tx1"/>
          </a:solidFill>
          <a:latin typeface="Arial" charset="0"/>
          <a:ea typeface="ＭＳ Ｐゴシック" pitchFamily="34" charset="-128"/>
        </a:defRPr>
      </a:lvl9pPr>
    </p:titleStyle>
    <p:bodyStyle>
      <a:lvl1pPr marL="421059" indent="-421059" algn="l" defTabSz="561412" rtl="0" fontAlgn="base">
        <a:spcBef>
          <a:spcPct val="20000"/>
        </a:spcBef>
        <a:spcAft>
          <a:spcPct val="0"/>
        </a:spcAft>
        <a:buFont typeface="Arial" charset="0"/>
        <a:buChar char="•"/>
        <a:defRPr sz="393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1pPr>
      <a:lvl2pPr marL="912294" indent="-350882" algn="l" defTabSz="561412" rtl="0" fontAlgn="base">
        <a:spcBef>
          <a:spcPct val="20000"/>
        </a:spcBef>
        <a:spcAft>
          <a:spcPct val="0"/>
        </a:spcAft>
        <a:buFont typeface="Arial" charset="0"/>
        <a:buChar char="–"/>
        <a:defRPr sz="3438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403529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•"/>
        <a:defRPr sz="294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964940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–"/>
        <a:defRPr sz="245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526350" indent="-280706" algn="l" defTabSz="561412" rtl="0" fontAlgn="base">
        <a:spcBef>
          <a:spcPct val="20000"/>
        </a:spcBef>
        <a:spcAft>
          <a:spcPct val="0"/>
        </a:spcAft>
        <a:buFont typeface="Arial" charset="0"/>
        <a:buChar char="»"/>
        <a:defRPr sz="2457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3087762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6pPr>
      <a:lvl7pPr marL="3649174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7pPr>
      <a:lvl8pPr marL="4210584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8pPr>
      <a:lvl9pPr marL="4771995" indent="-280706" algn="l" defTabSz="561412" rtl="0" eaLnBrk="1" latinLnBrk="0" hangingPunct="1">
        <a:spcBef>
          <a:spcPct val="20000"/>
        </a:spcBef>
        <a:buFont typeface="Arial"/>
        <a:buChar char="•"/>
        <a:defRPr sz="2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1pPr>
      <a:lvl2pPr marL="561412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2pPr>
      <a:lvl3pPr marL="1122822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3pPr>
      <a:lvl4pPr marL="1684234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4pPr>
      <a:lvl5pPr marL="2245645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5pPr>
      <a:lvl6pPr marL="2807055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6pPr>
      <a:lvl7pPr marL="3368467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7pPr>
      <a:lvl8pPr marL="3929879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8pPr>
      <a:lvl9pPr marL="4491290" algn="l" defTabSz="561412" rtl="0" eaLnBrk="1" latinLnBrk="0" hangingPunct="1">
        <a:defRPr sz="2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0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0.png"/><Relationship Id="rId4" Type="http://schemas.openxmlformats.org/officeDocument/2006/relationships/customXml" Target="../ink/ink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0.png"/><Relationship Id="rId4" Type="http://schemas.openxmlformats.org/officeDocument/2006/relationships/customXml" Target="../ink/ink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https://storiesonboard.com/blog/wp-content/uploads/2022/08/minimum-viable-product-mvp.png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47.png"/><Relationship Id="rId5" Type="http://schemas.openxmlformats.org/officeDocument/2006/relationships/customXml" Target="../ink/ink8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44.png"/><Relationship Id="rId11" Type="http://schemas.openxmlformats.org/officeDocument/2006/relationships/image" Target="../media/image51.png"/><Relationship Id="rId5" Type="http://schemas.openxmlformats.org/officeDocument/2006/relationships/image" Target="../media/image43.png"/><Relationship Id="rId10" Type="http://schemas.openxmlformats.org/officeDocument/2006/relationships/image" Target="../media/image50.png"/><Relationship Id="rId4" Type="http://schemas.openxmlformats.org/officeDocument/2006/relationships/image" Target="../media/image42.png"/><Relationship Id="rId9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0.png"/><Relationship Id="rId4" Type="http://schemas.openxmlformats.org/officeDocument/2006/relationships/customXml" Target="../ink/ink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0.png"/><Relationship Id="rId4" Type="http://schemas.openxmlformats.org/officeDocument/2006/relationships/customXml" Target="../ink/ink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20.png"/><Relationship Id="rId4" Type="http://schemas.openxmlformats.org/officeDocument/2006/relationships/customXml" Target="../ink/ink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3"/>
          </p:nvPr>
        </p:nvSpPr>
        <p:spPr>
          <a:xfrm>
            <a:off x="6296813" y="4507119"/>
            <a:ext cx="5802266" cy="236527"/>
          </a:xfrm>
        </p:spPr>
        <p:txBody>
          <a:bodyPr lIns="91440" tIns="36000" rIns="91440" bIns="0" anchor="ctr" anchorCtr="0">
            <a:normAutofit/>
          </a:bodyPr>
          <a:lstStyle/>
          <a:p>
            <a:r>
              <a:rPr lang="fr-FR" dirty="0">
                <a:latin typeface="Arial"/>
                <a:cs typeface="Arial"/>
              </a:rPr>
              <a:t>Jérémy POULAIN</a:t>
            </a:r>
            <a:endParaRPr lang="fr-FR" dirty="0"/>
          </a:p>
        </p:txBody>
      </p:sp>
      <p:sp>
        <p:nvSpPr>
          <p:cNvPr id="5" name="Espace réservé du texte 1"/>
          <p:cNvSpPr>
            <a:spLocks noGrp="1"/>
          </p:cNvSpPr>
          <p:nvPr>
            <p:ph type="body" sz="quarter" idx="12"/>
          </p:nvPr>
        </p:nvSpPr>
        <p:spPr>
          <a:xfrm>
            <a:off x="6289215" y="3921605"/>
            <a:ext cx="5802266" cy="536527"/>
          </a:xfrm>
        </p:spPr>
        <p:txBody>
          <a:bodyPr>
            <a:noAutofit/>
          </a:bodyPr>
          <a:lstStyle/>
          <a:p>
            <a:r>
              <a:rPr lang="fr-FR" sz="1600" dirty="0"/>
              <a:t>SOUTENENANCE - BUT 3 INFO RA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E05DE14-5710-1666-D2FE-925F431447F5}"/>
              </a:ext>
            </a:extLst>
          </p:cNvPr>
          <p:cNvSpPr txBox="1"/>
          <p:nvPr/>
        </p:nvSpPr>
        <p:spPr>
          <a:xfrm>
            <a:off x="-356461" y="-30996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140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DA9C632-059A-A6C5-994D-D09AEE3B9AB4}"/>
              </a:ext>
            </a:extLst>
          </p:cNvPr>
          <p:cNvSpPr txBox="1"/>
          <p:nvPr/>
        </p:nvSpPr>
        <p:spPr>
          <a:xfrm>
            <a:off x="11626934" y="28118"/>
            <a:ext cx="45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79944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1ED00-EFAB-66E3-4616-5D36FE5B9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C716DA-1035-F5D8-A5CE-47E0D54C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152000" tIns="45720" rIns="251999" bIns="45720" anchor="t">
            <a:noAutofit/>
          </a:bodyPr>
          <a:lstStyle/>
          <a:p>
            <a:r>
              <a:rPr lang="fr-FR" dirty="0"/>
              <a:t>PRÉSENTATION PERSONNELLE</a:t>
            </a:r>
          </a:p>
        </p:txBody>
      </p:sp>
      <p:pic>
        <p:nvPicPr>
          <p:cNvPr id="3" name="Image 2" descr="Une image contenant texte, carte de visite, Police, capture d’écran&#10;&#10;Description générée automatiquement">
            <a:extLst>
              <a:ext uri="{FF2B5EF4-FFF2-40B4-BE49-F238E27FC236}">
                <a16:creationId xmlns:a16="http://schemas.microsoft.com/office/drawing/2014/main" id="{5467CB05-B4EF-B4AE-D51F-FAE3AD478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887" y="1843671"/>
            <a:ext cx="7348225" cy="3170657"/>
          </a:xfrm>
          <a:prstGeom prst="rect">
            <a:avLst/>
          </a:prstGeom>
        </p:spPr>
      </p:pic>
      <p:pic>
        <p:nvPicPr>
          <p:cNvPr id="8" name="Image 7" descr="Une image contenant Visage humain, personne, habits, sourire&#10;&#10;Description générée automatiquement">
            <a:extLst>
              <a:ext uri="{FF2B5EF4-FFF2-40B4-BE49-F238E27FC236}">
                <a16:creationId xmlns:a16="http://schemas.microsoft.com/office/drawing/2014/main" id="{D8CFD7A2-87A1-3679-A5C6-D921BD7B1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779" y="898071"/>
            <a:ext cx="1642755" cy="164275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75CF8C9-8DD0-4553-30EC-3BF6813A9415}"/>
              </a:ext>
            </a:extLst>
          </p:cNvPr>
          <p:cNvSpPr txBox="1"/>
          <p:nvPr/>
        </p:nvSpPr>
        <p:spPr>
          <a:xfrm>
            <a:off x="11626934" y="28118"/>
            <a:ext cx="45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8314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44444E-6 L -0.00078 0.3099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15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FAD53-C8B1-F892-798D-1CB25E2D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30385D-7C3D-106C-4A69-B4EBC6D17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1152000" tIns="45720" rIns="251999" bIns="45720" anchor="t">
            <a:noAutofit/>
          </a:bodyPr>
          <a:lstStyle/>
          <a:p>
            <a:r>
              <a:rPr lang="fr-FR" dirty="0"/>
              <a:t>SOMMAIRE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35B01A6-A078-9621-C270-DB55225672F4}"/>
              </a:ext>
            </a:extLst>
          </p:cNvPr>
          <p:cNvSpPr txBox="1"/>
          <p:nvPr/>
        </p:nvSpPr>
        <p:spPr>
          <a:xfrm>
            <a:off x="3047011" y="2305615"/>
            <a:ext cx="60979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800" b="1" dirty="0"/>
              <a:t>Présentation de l’entreprise</a:t>
            </a:r>
          </a:p>
          <a:p>
            <a:pPr marL="457200" indent="-457200">
              <a:buAutoNum type="arabicPeriod" startAt="2"/>
            </a:pPr>
            <a:r>
              <a:rPr lang="fr-FR" sz="2800" dirty="0"/>
              <a:t>Présentation du Projet</a:t>
            </a:r>
          </a:p>
          <a:p>
            <a:pPr marL="457200" indent="-457200">
              <a:buAutoNum type="arabicPeriod" startAt="2"/>
            </a:pPr>
            <a:r>
              <a:rPr lang="fr-FR" sz="2800" dirty="0"/>
              <a:t>Zoom Technique</a:t>
            </a:r>
          </a:p>
          <a:p>
            <a:pPr marL="457200" indent="-457200">
              <a:buAutoNum type="arabicPeriod" startAt="2"/>
            </a:pPr>
            <a:r>
              <a:rPr lang="fr-FR" sz="2800" dirty="0"/>
              <a:t>Bilan de l’étude</a:t>
            </a:r>
          </a:p>
          <a:p>
            <a:pPr marL="457200" indent="-457200">
              <a:buAutoNum type="arabicPeriod" startAt="2"/>
            </a:pPr>
            <a:r>
              <a:rPr lang="fr-FR" sz="2800" dirty="0"/>
              <a:t>Conclusion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610494D-105F-30BE-38B3-1AB65D8DFCC8}"/>
              </a:ext>
            </a:extLst>
          </p:cNvPr>
          <p:cNvSpPr txBox="1"/>
          <p:nvPr/>
        </p:nvSpPr>
        <p:spPr>
          <a:xfrm>
            <a:off x="11626934" y="28118"/>
            <a:ext cx="45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3015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04595-BF8F-5779-4CC9-605892E1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71B1001-C5FF-0D9C-D1D8-800B9C27066A}"/>
              </a:ext>
            </a:extLst>
          </p:cNvPr>
          <p:cNvSpPr txBox="1"/>
          <p:nvPr/>
        </p:nvSpPr>
        <p:spPr>
          <a:xfrm>
            <a:off x="3346270" y="2905780"/>
            <a:ext cx="6097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3200" b="1" dirty="0"/>
              <a:t>Présentation de l’entreprise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E6DDD71E-A8EE-DC10-A1C6-75AC77F06505}"/>
                  </a:ext>
                </a:extLst>
              </p14:cNvPr>
              <p14:cNvContentPartPr/>
              <p14:nvPr/>
            </p14:nvContentPartPr>
            <p14:xfrm>
              <a:off x="638416" y="335015"/>
              <a:ext cx="386280" cy="25524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E6DDD71E-A8EE-DC10-A1C6-75AC77F065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416" y="299375"/>
                <a:ext cx="4579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52EC8ADB-49E9-18C9-684C-88474E9EE822}"/>
                  </a:ext>
                </a:extLst>
              </p14:cNvPr>
              <p14:cNvContentPartPr/>
              <p14:nvPr/>
            </p14:nvContentPartPr>
            <p14:xfrm>
              <a:off x="638416" y="551735"/>
              <a:ext cx="369000" cy="31572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52EC8ADB-49E9-18C9-684C-88474E9EE8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776" y="516095"/>
                <a:ext cx="440640" cy="3873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8B9BB0C0-EBC1-6D29-F2AE-8764EA31ECA2}"/>
              </a:ext>
            </a:extLst>
          </p:cNvPr>
          <p:cNvSpPr txBox="1"/>
          <p:nvPr/>
        </p:nvSpPr>
        <p:spPr>
          <a:xfrm>
            <a:off x="11626934" y="28118"/>
            <a:ext cx="45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59073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5E5B2-67FB-3F55-DD46-74474907C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2CD05E-7EE9-6E90-54FD-C95C2FFC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/>
          <a:lstStyle/>
          <a:p>
            <a:r>
              <a:rPr lang="fr-FR" dirty="0"/>
              <a:t>Présentation de l’entreprise</a:t>
            </a:r>
            <a:br>
              <a:rPr lang="fr-FR" dirty="0"/>
            </a:br>
            <a:r>
              <a:rPr lang="fr-FR" sz="1800" dirty="0"/>
              <a:t>Crédit Agricole</a:t>
            </a:r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2FC5F3B-6F40-1370-3980-D7E291116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09" y="2137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4098" name="Picture 2" descr="Crédit agricole — Wikipédia">
            <a:extLst>
              <a:ext uri="{FF2B5EF4-FFF2-40B4-BE49-F238E27FC236}">
                <a16:creationId xmlns:a16="http://schemas.microsoft.com/office/drawing/2014/main" id="{90A68EF0-D654-CDDC-E6AF-B1A53E4A4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0712" y="1201783"/>
            <a:ext cx="6612128" cy="4576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178DB30-6AD8-5982-1191-5C06650950F9}"/>
              </a:ext>
            </a:extLst>
          </p:cNvPr>
          <p:cNvSpPr txBox="1"/>
          <p:nvPr/>
        </p:nvSpPr>
        <p:spPr>
          <a:xfrm>
            <a:off x="361188" y="1952892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Arial" panose="020B0604020202020204" pitchFamily="34" charset="0"/>
              </a:rPr>
              <a:t>1re banque :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FC93DEB-40C2-EE8F-2C63-942FDAB692D2}"/>
              </a:ext>
            </a:extLst>
          </p:cNvPr>
          <p:cNvSpPr txBox="1"/>
          <p:nvPr/>
        </p:nvSpPr>
        <p:spPr>
          <a:xfrm>
            <a:off x="361188" y="5061194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</a:rPr>
              <a:t>- D</a:t>
            </a:r>
            <a:r>
              <a:rPr lang="fr-FR" b="0" i="0" dirty="0">
                <a:effectLst/>
                <a:latin typeface="Arial" panose="020B0604020202020204" pitchFamily="34" charset="0"/>
              </a:rPr>
              <a:t>e l'agriculture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3E76E36-92DB-9B43-6969-A9794655DA29}"/>
              </a:ext>
            </a:extLst>
          </p:cNvPr>
          <p:cNvSpPr txBox="1"/>
          <p:nvPr/>
        </p:nvSpPr>
        <p:spPr>
          <a:xfrm>
            <a:off x="361188" y="3127090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</a:rPr>
              <a:t>- Des entreprises</a:t>
            </a:r>
            <a:endParaRPr lang="fr-FR" b="0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13DF3E1-E985-3973-FBF9-1F96B236B090}"/>
              </a:ext>
            </a:extLst>
          </p:cNvPr>
          <p:cNvSpPr txBox="1"/>
          <p:nvPr/>
        </p:nvSpPr>
        <p:spPr>
          <a:xfrm>
            <a:off x="361188" y="3715890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</a:rPr>
              <a:t>- Des professionnels</a:t>
            </a:r>
            <a:endParaRPr lang="fr-FR" b="0" i="0" dirty="0">
              <a:effectLst/>
              <a:latin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E3DEA25-47E3-10C8-75C2-179E91457EFE}"/>
              </a:ext>
            </a:extLst>
          </p:cNvPr>
          <p:cNvSpPr txBox="1"/>
          <p:nvPr/>
        </p:nvSpPr>
        <p:spPr>
          <a:xfrm>
            <a:off x="361188" y="4271298"/>
            <a:ext cx="60990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</a:rPr>
              <a:t>- Des collectivités </a:t>
            </a:r>
          </a:p>
          <a:p>
            <a:r>
              <a:rPr lang="fr-FR" b="0" i="0" dirty="0">
                <a:effectLst/>
                <a:latin typeface="Arial" panose="020B0604020202020204" pitchFamily="34" charset="0"/>
              </a:rPr>
              <a:t>  territoriales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8A9E90B-8359-8659-1C57-ADB4BB69363F}"/>
              </a:ext>
            </a:extLst>
          </p:cNvPr>
          <p:cNvSpPr txBox="1"/>
          <p:nvPr/>
        </p:nvSpPr>
        <p:spPr>
          <a:xfrm>
            <a:off x="361188" y="2566897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0" i="0" dirty="0">
                <a:effectLst/>
                <a:latin typeface="Arial" panose="020B0604020202020204" pitchFamily="34" charset="0"/>
              </a:rPr>
              <a:t>- De l'habitat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7E8D818-6E6E-3FE9-647F-860AF3BC326E}"/>
              </a:ext>
            </a:extLst>
          </p:cNvPr>
          <p:cNvSpPr txBox="1"/>
          <p:nvPr/>
        </p:nvSpPr>
        <p:spPr>
          <a:xfrm>
            <a:off x="11626934" y="28118"/>
            <a:ext cx="45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4334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53AF-9A17-287F-D2C2-605C2F90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9449DA-FCD9-1F63-343C-8F4E44B8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/>
          <a:lstStyle/>
          <a:p>
            <a:r>
              <a:rPr lang="fr-FR" dirty="0"/>
              <a:t>Présentation de l’entreprise</a:t>
            </a:r>
            <a:br>
              <a:rPr lang="fr-FR" dirty="0"/>
            </a:br>
            <a:r>
              <a:rPr lang="fr-FR" sz="1800" dirty="0"/>
              <a:t>Crédit Agricole</a:t>
            </a:r>
            <a:br>
              <a:rPr lang="fr-FR" sz="1800" dirty="0"/>
            </a:br>
            <a:r>
              <a:rPr lang="fr-FR" sz="1800" dirty="0"/>
              <a:t>Filiales</a:t>
            </a:r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E4432E7-B72C-0A9E-931B-F4EEA31EA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09" y="2137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5" name="Image 4" descr="Une image contenant texte, Police, capture d’écran, logo&#10;&#10;Description générée automatiquement">
            <a:extLst>
              <a:ext uri="{FF2B5EF4-FFF2-40B4-BE49-F238E27FC236}">
                <a16:creationId xmlns:a16="http://schemas.microsoft.com/office/drawing/2014/main" id="{B2F0A894-F0D5-039C-64E0-BCB413F1E7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46"/>
          <a:stretch/>
        </p:blipFill>
        <p:spPr>
          <a:xfrm>
            <a:off x="-109376" y="2540383"/>
            <a:ext cx="12410752" cy="272655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EC4BF29-C4E8-43D9-5B25-08E4E787CB54}"/>
              </a:ext>
            </a:extLst>
          </p:cNvPr>
          <p:cNvSpPr txBox="1"/>
          <p:nvPr/>
        </p:nvSpPr>
        <p:spPr>
          <a:xfrm>
            <a:off x="11626934" y="28118"/>
            <a:ext cx="45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6688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79D0B-01CE-65ED-B6CB-6A1BFFD6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EC4739-4D70-87CD-C02B-792658C91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/>
          <a:lstStyle/>
          <a:p>
            <a:r>
              <a:rPr lang="fr-FR" dirty="0"/>
              <a:t>Présentation de l’entreprise</a:t>
            </a:r>
            <a:br>
              <a:rPr lang="fr-FR" dirty="0"/>
            </a:br>
            <a:r>
              <a:rPr lang="fr-FR" sz="1800" dirty="0"/>
              <a:t>Crédit Agricole Technologies et Services</a:t>
            </a:r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4E6676D-1060-16BC-C36C-39CC23E5E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09" y="2137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4" name="Image 3" descr="Une image contenant carte, texte, atlas&#10;&#10;Description générée automatiquement">
            <a:extLst>
              <a:ext uri="{FF2B5EF4-FFF2-40B4-BE49-F238E27FC236}">
                <a16:creationId xmlns:a16="http://schemas.microsoft.com/office/drawing/2014/main" id="{F4FABBEA-A414-382A-B4FB-00D425D1A7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281" y="1201783"/>
            <a:ext cx="4502747" cy="514102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530FC0D-7C1D-B4CA-EDFA-01C71BC703D9}"/>
              </a:ext>
            </a:extLst>
          </p:cNvPr>
          <p:cNvSpPr txBox="1"/>
          <p:nvPr/>
        </p:nvSpPr>
        <p:spPr>
          <a:xfrm>
            <a:off x="5762470" y="1485004"/>
            <a:ext cx="609797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- P</a:t>
            </a:r>
            <a:r>
              <a:rPr lang="fr-F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ilier technologique</a:t>
            </a:r>
          </a:p>
          <a:p>
            <a:endParaRPr lang="fr-FR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FR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fr-FR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- 6 sites en France</a:t>
            </a:r>
            <a:endParaRPr lang="fr-FR" sz="1800" b="1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endParaRPr lang="fr-FR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fr-FR" dirty="0">
                <a:effectLst/>
              </a:rPr>
              <a:t> </a:t>
            </a:r>
          </a:p>
          <a:p>
            <a:r>
              <a:rPr lang="fr-FR" b="1" dirty="0"/>
              <a:t>- 36 caisses régionales</a:t>
            </a:r>
          </a:p>
          <a:p>
            <a:endParaRPr lang="fr-FR" b="1" dirty="0"/>
          </a:p>
          <a:p>
            <a:endParaRPr lang="fr-FR" b="1" dirty="0"/>
          </a:p>
          <a:p>
            <a:r>
              <a:rPr lang="fr-FR" b="1" dirty="0"/>
              <a:t>- Méthodologie Agile</a:t>
            </a:r>
          </a:p>
          <a:p>
            <a:endParaRPr lang="fr-FR" b="1" dirty="0"/>
          </a:p>
          <a:p>
            <a:endParaRPr lang="fr-FR" b="1" dirty="0"/>
          </a:p>
          <a:p>
            <a:r>
              <a:rPr lang="fr-FR" b="1" dirty="0"/>
              <a:t>- Tribus = Services </a:t>
            </a:r>
          </a:p>
          <a:p>
            <a:endParaRPr lang="fr-FR" b="1" dirty="0"/>
          </a:p>
          <a:p>
            <a:endParaRPr lang="fr-FR" b="1" dirty="0"/>
          </a:p>
          <a:p>
            <a:r>
              <a:rPr lang="fr-FR" b="1" dirty="0"/>
              <a:t>- </a:t>
            </a:r>
            <a:r>
              <a:rPr lang="fr-FR" b="1" dirty="0" err="1"/>
              <a:t>Squads</a:t>
            </a:r>
            <a:r>
              <a:rPr lang="fr-FR" b="1" dirty="0"/>
              <a:t> = Produits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EE1695B-E3A6-9244-7D00-3A4ADB2DC384}"/>
              </a:ext>
            </a:extLst>
          </p:cNvPr>
          <p:cNvSpPr txBox="1"/>
          <p:nvPr/>
        </p:nvSpPr>
        <p:spPr>
          <a:xfrm>
            <a:off x="11626934" y="28118"/>
            <a:ext cx="45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8007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07830-E879-383B-EFCD-4A724F3C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F17BF8-AAAB-CA79-F96B-FA30092DB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/>
          <a:lstStyle/>
          <a:p>
            <a:r>
              <a:rPr lang="fr-FR" dirty="0"/>
              <a:t>Présentation de l’entreprise</a:t>
            </a:r>
            <a:br>
              <a:rPr lang="fr-FR" dirty="0"/>
            </a:br>
            <a:r>
              <a:rPr lang="fr-FR" sz="1800" dirty="0"/>
              <a:t>Tribu Échanges et Flux</a:t>
            </a:r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C9A38CE-1A8D-1032-72E8-2C69ED7E3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09" y="2137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3" name="Image 2" descr="Une image contenant texte, capture d’écran, diagramme, Plan&#10;&#10;Description générée automatiquement">
            <a:extLst>
              <a:ext uri="{FF2B5EF4-FFF2-40B4-BE49-F238E27FC236}">
                <a16:creationId xmlns:a16="http://schemas.microsoft.com/office/drawing/2014/main" id="{83522E60-603A-F5CD-79CA-ED28B1370C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521" y="1201783"/>
            <a:ext cx="6644541" cy="5437540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362070A-58B1-11A1-654F-EF3A6E9F7D69}"/>
              </a:ext>
            </a:extLst>
          </p:cNvPr>
          <p:cNvCxnSpPr>
            <a:cxnSpLocks/>
          </p:cNvCxnSpPr>
          <p:nvPr/>
        </p:nvCxnSpPr>
        <p:spPr>
          <a:xfrm flipH="1">
            <a:off x="8540150" y="3254644"/>
            <a:ext cx="1611824" cy="0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C8AE69DB-98AF-AB39-7B1C-A84647DBB05D}"/>
              </a:ext>
            </a:extLst>
          </p:cNvPr>
          <p:cNvSpPr txBox="1"/>
          <p:nvPr/>
        </p:nvSpPr>
        <p:spPr>
          <a:xfrm>
            <a:off x="11626934" y="28118"/>
            <a:ext cx="45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3585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5C1EB-CD45-7F96-EDCB-F16EF59ED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D89101-47DC-45B3-0224-54FBCE5EE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/>
          <a:lstStyle/>
          <a:p>
            <a:r>
              <a:rPr lang="fr-FR" dirty="0"/>
              <a:t>Présentation de l’entreprise</a:t>
            </a:r>
            <a:br>
              <a:rPr lang="fr-FR" dirty="0"/>
            </a:br>
            <a:r>
              <a:rPr lang="fr-FR" sz="1800" dirty="0"/>
              <a:t>Squad Instant </a:t>
            </a:r>
            <a:r>
              <a:rPr lang="fr-FR" sz="1800" dirty="0" err="1"/>
              <a:t>Payment</a:t>
            </a:r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7984BAD-3B7F-0D86-7184-F11D21901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09" y="2137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4" name="Image 3" descr="Une image contenant texte, capture d’écran, conception&#10;&#10;Description générée automatiquement">
            <a:extLst>
              <a:ext uri="{FF2B5EF4-FFF2-40B4-BE49-F238E27FC236}">
                <a16:creationId xmlns:a16="http://schemas.microsoft.com/office/drawing/2014/main" id="{FE391F74-082A-E1B2-B469-05CFDE905B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154" y="2136713"/>
            <a:ext cx="7153692" cy="3888751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9415F2A-749A-A58D-EE18-7D26A0A1E18A}"/>
              </a:ext>
            </a:extLst>
          </p:cNvPr>
          <p:cNvSpPr txBox="1"/>
          <p:nvPr/>
        </p:nvSpPr>
        <p:spPr>
          <a:xfrm>
            <a:off x="1065508" y="1952047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Fonctionnement d’un virement instantané :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E584AC2-A067-FA26-DD3B-A22F0C40E2D8}"/>
              </a:ext>
            </a:extLst>
          </p:cNvPr>
          <p:cNvSpPr txBox="1"/>
          <p:nvPr/>
        </p:nvSpPr>
        <p:spPr>
          <a:xfrm>
            <a:off x="11626934" y="28118"/>
            <a:ext cx="45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5863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9E841-451B-E19C-74DD-6C48E7EB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532798-FAE1-E6B9-1340-239BAEB7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/>
          <a:lstStyle/>
          <a:p>
            <a:r>
              <a:rPr lang="fr-FR" dirty="0"/>
              <a:t>Présentation de l’entreprise</a:t>
            </a:r>
            <a:br>
              <a:rPr lang="fr-FR" dirty="0"/>
            </a:br>
            <a:r>
              <a:rPr lang="fr-FR" sz="1800" dirty="0"/>
              <a:t>Squad Instant </a:t>
            </a:r>
            <a:r>
              <a:rPr lang="fr-FR" sz="1800" dirty="0" err="1"/>
              <a:t>Payment</a:t>
            </a:r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5DE5689-D8D3-1C9D-8977-68094C338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09" y="2137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4C4759D-D464-2AFD-A627-88BAC130867A}"/>
              </a:ext>
            </a:extLst>
          </p:cNvPr>
          <p:cNvSpPr txBox="1"/>
          <p:nvPr/>
        </p:nvSpPr>
        <p:spPr>
          <a:xfrm>
            <a:off x="1112003" y="1952892"/>
            <a:ext cx="60985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 Product </a:t>
            </a:r>
            <a:r>
              <a:rPr lang="fr-F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Owner</a:t>
            </a:r>
            <a:r>
              <a:rPr lang="fr-FR" dirty="0">
                <a:effectLst/>
              </a:rPr>
              <a:t> </a:t>
            </a:r>
          </a:p>
          <a:p>
            <a:endParaRPr lang="fr-FR" dirty="0"/>
          </a:p>
          <a:p>
            <a:r>
              <a:rPr lang="fr-FR" dirty="0"/>
              <a:t>- </a:t>
            </a:r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Scrum Master </a:t>
            </a:r>
          </a:p>
          <a:p>
            <a:endParaRPr lang="fr-FR" dirty="0">
              <a:latin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</a:rPr>
              <a:t>- </a:t>
            </a:r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Business Analystes </a:t>
            </a:r>
          </a:p>
          <a:p>
            <a:endParaRPr lang="fr-FR" dirty="0">
              <a:latin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</a:rPr>
              <a:t>- </a:t>
            </a:r>
            <a:r>
              <a:rPr lang="fr-FR" sz="1800" dirty="0">
                <a:solidFill>
                  <a:srgbClr val="0E0E0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Lead Tech </a:t>
            </a:r>
          </a:p>
          <a:p>
            <a:endParaRPr lang="fr-FR" dirty="0">
              <a:solidFill>
                <a:srgbClr val="0E0E0E"/>
              </a:solidFill>
              <a:latin typeface="Arial" panose="020B0604020202020204" pitchFamily="34" charset="0"/>
            </a:endParaRPr>
          </a:p>
          <a:p>
            <a:r>
              <a:rPr lang="fr-FR" sz="1800" dirty="0">
                <a:solidFill>
                  <a:srgbClr val="0E0E0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 Développeurs </a:t>
            </a:r>
            <a:endParaRPr lang="fr-FR" dirty="0"/>
          </a:p>
        </p:txBody>
      </p:sp>
      <p:pic>
        <p:nvPicPr>
          <p:cNvPr id="1032" name="Picture 8" descr="Icône de loupe (symbole png) noir">
            <a:extLst>
              <a:ext uri="{FF2B5EF4-FFF2-40B4-BE49-F238E27FC236}">
                <a16:creationId xmlns:a16="http://schemas.microsoft.com/office/drawing/2014/main" id="{2B342C89-63BE-F9FA-67C1-C595B88A1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988" y="108051"/>
            <a:ext cx="7075221" cy="7075221"/>
          </a:xfrm>
          <a:prstGeom prst="rect">
            <a:avLst/>
          </a:prstGeom>
          <a:noFill/>
          <a:scene3d>
            <a:camera prst="orthographicFront">
              <a:rot lat="0" lon="0" rev="15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1A98389-CC80-3C35-AFE6-B10832F19768}"/>
              </a:ext>
            </a:extLst>
          </p:cNvPr>
          <p:cNvSpPr txBox="1"/>
          <p:nvPr/>
        </p:nvSpPr>
        <p:spPr>
          <a:xfrm>
            <a:off x="6093418" y="3060887"/>
            <a:ext cx="6098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Business Analystes </a:t>
            </a:r>
            <a:endParaRPr lang="fr-FR" sz="3200" dirty="0">
              <a:solidFill>
                <a:srgbClr val="0070C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3B790D8-935A-4273-12FB-719FCDDAFEFB}"/>
              </a:ext>
            </a:extLst>
          </p:cNvPr>
          <p:cNvSpPr txBox="1"/>
          <p:nvPr/>
        </p:nvSpPr>
        <p:spPr>
          <a:xfrm>
            <a:off x="6496374" y="3984215"/>
            <a:ext cx="6098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32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FD6E484-C238-B480-EEFE-E625D3ADA013}"/>
              </a:ext>
            </a:extLst>
          </p:cNvPr>
          <p:cNvSpPr txBox="1"/>
          <p:nvPr/>
        </p:nvSpPr>
        <p:spPr>
          <a:xfrm>
            <a:off x="6442375" y="2704002"/>
            <a:ext cx="672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Statuts interbancaires</a:t>
            </a:r>
            <a:endParaRPr lang="fr-FR" b="1" dirty="0">
              <a:effectLst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7ABD2F2-B632-9A44-FE1B-2BDD2225901A}"/>
              </a:ext>
            </a:extLst>
          </p:cNvPr>
          <p:cNvSpPr txBox="1"/>
          <p:nvPr/>
        </p:nvSpPr>
        <p:spPr>
          <a:xfrm>
            <a:off x="6783038" y="1894639"/>
            <a:ext cx="672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RUN</a:t>
            </a:r>
            <a:endParaRPr lang="fr-FR" b="1" dirty="0">
              <a:effectLst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FAF51DD-6209-3D52-57C1-FC6601CE8E38}"/>
              </a:ext>
            </a:extLst>
          </p:cNvPr>
          <p:cNvSpPr txBox="1"/>
          <p:nvPr/>
        </p:nvSpPr>
        <p:spPr>
          <a:xfrm>
            <a:off x="6845331" y="3737167"/>
            <a:ext cx="672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ea typeface="Times New Roman" panose="02020603050405020304" pitchFamily="18" charset="0"/>
              </a:rPr>
              <a:t>Requêtes m</a:t>
            </a:r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anuelles</a:t>
            </a:r>
            <a:endParaRPr lang="fr-FR" dirty="0">
              <a:effectLst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C50937C-1134-8BA1-FF64-A20F083D8503}"/>
              </a:ext>
            </a:extLst>
          </p:cNvPr>
          <p:cNvSpPr txBox="1"/>
          <p:nvPr/>
        </p:nvSpPr>
        <p:spPr>
          <a:xfrm>
            <a:off x="6549570" y="4192943"/>
            <a:ext cx="672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ea typeface="Times New Roman" panose="02020603050405020304" pitchFamily="18" charset="0"/>
              </a:rPr>
              <a:t>Accès aux bases </a:t>
            </a:r>
            <a:endParaRPr lang="fr-FR" dirty="0">
              <a:effectLst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E668669-027F-03D3-D730-FF77B4330462}"/>
              </a:ext>
            </a:extLst>
          </p:cNvPr>
          <p:cNvSpPr txBox="1"/>
          <p:nvPr/>
        </p:nvSpPr>
        <p:spPr>
          <a:xfrm>
            <a:off x="8028131" y="4554728"/>
            <a:ext cx="6726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CAPS</a:t>
            </a:r>
            <a:endParaRPr lang="fr-FR" dirty="0">
              <a:effectLst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225B84C-9061-F25B-D852-D91BDBF0A98B}"/>
              </a:ext>
            </a:extLst>
          </p:cNvPr>
          <p:cNvSpPr txBox="1"/>
          <p:nvPr/>
        </p:nvSpPr>
        <p:spPr>
          <a:xfrm>
            <a:off x="7210585" y="5892428"/>
            <a:ext cx="9185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MA MISSION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7CC3A1B-0756-DAE0-BFC7-D1FD72A7E14E}"/>
              </a:ext>
            </a:extLst>
          </p:cNvPr>
          <p:cNvSpPr txBox="1"/>
          <p:nvPr/>
        </p:nvSpPr>
        <p:spPr>
          <a:xfrm>
            <a:off x="7159616" y="2243165"/>
            <a:ext cx="9181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Statuts incohérents</a:t>
            </a:r>
            <a:endParaRPr lang="fr-FR" b="1" dirty="0">
              <a:effectLst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BE95242-2C9D-9848-0B7A-23D0180E67CF}"/>
              </a:ext>
            </a:extLst>
          </p:cNvPr>
          <p:cNvSpPr txBox="1"/>
          <p:nvPr/>
        </p:nvSpPr>
        <p:spPr>
          <a:xfrm>
            <a:off x="11626934" y="28118"/>
            <a:ext cx="45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16483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6AB9-4A5E-DB99-60B4-C6506AEC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B6C272E-483D-C9C3-DFE4-C07D10343099}"/>
              </a:ext>
            </a:extLst>
          </p:cNvPr>
          <p:cNvSpPr txBox="1"/>
          <p:nvPr/>
        </p:nvSpPr>
        <p:spPr>
          <a:xfrm>
            <a:off x="3861659" y="2844225"/>
            <a:ext cx="6097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2. </a:t>
            </a:r>
            <a:r>
              <a:rPr lang="fr-FR" sz="3200" b="1" dirty="0"/>
              <a:t>Présentation</a:t>
            </a:r>
            <a:r>
              <a:rPr lang="fr-FR" sz="2800" b="1" dirty="0"/>
              <a:t> du projet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BF36D8E2-04DF-E19A-3470-9F44D3CE95C9}"/>
                  </a:ext>
                </a:extLst>
              </p14:cNvPr>
              <p14:cNvContentPartPr/>
              <p14:nvPr/>
            </p14:nvContentPartPr>
            <p14:xfrm>
              <a:off x="638416" y="335015"/>
              <a:ext cx="386280" cy="25524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E6DDD71E-A8EE-DC10-A1C6-75AC77F065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416" y="299375"/>
                <a:ext cx="4579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FFD7D3A6-41A0-2F22-C5A7-06037FFEF1CF}"/>
                  </a:ext>
                </a:extLst>
              </p14:cNvPr>
              <p14:cNvContentPartPr/>
              <p14:nvPr/>
            </p14:nvContentPartPr>
            <p14:xfrm>
              <a:off x="638416" y="551735"/>
              <a:ext cx="369000" cy="31572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52EC8ADB-49E9-18C9-684C-88474E9EE8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776" y="516095"/>
                <a:ext cx="440640" cy="3873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ZoneTexte 1">
            <a:extLst>
              <a:ext uri="{FF2B5EF4-FFF2-40B4-BE49-F238E27FC236}">
                <a16:creationId xmlns:a16="http://schemas.microsoft.com/office/drawing/2014/main" id="{03869A72-2234-6F21-1C9C-04B25B34161A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15116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0572-85EB-EBBC-23E2-DDB609420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BC4302-B458-B5C5-397D-AB1BF28A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/>
          <a:lstStyle/>
          <a:p>
            <a:r>
              <a:rPr lang="fr-FR" dirty="0"/>
              <a:t>Présentation du projet</a:t>
            </a:r>
            <a:br>
              <a:rPr lang="fr-FR" dirty="0"/>
            </a:br>
            <a:r>
              <a:rPr lang="fr-FR" sz="1800" dirty="0"/>
              <a:t>Contexte et Existant</a:t>
            </a:r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F4010A1-13EA-D6C6-02B8-75CD9AEC2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09" y="2137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DC31F72-898F-0846-CABB-461AABF8D531}"/>
              </a:ext>
            </a:extLst>
          </p:cNvPr>
          <p:cNvSpPr txBox="1"/>
          <p:nvPr/>
        </p:nvSpPr>
        <p:spPr>
          <a:xfrm>
            <a:off x="6496374" y="3984215"/>
            <a:ext cx="6098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32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074" name="Picture 2" descr="Base de données - Icônes la technologie gratuites">
            <a:extLst>
              <a:ext uri="{FF2B5EF4-FFF2-40B4-BE49-F238E27FC236}">
                <a16:creationId xmlns:a16="http://schemas.microsoft.com/office/drawing/2014/main" id="{B0B677E7-B915-B958-21B3-9545E9DE5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3" y="1641166"/>
            <a:ext cx="4143410" cy="414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C29FB38-19A1-929A-E308-4820FEE1A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448" y="1778776"/>
            <a:ext cx="3868189" cy="3868189"/>
          </a:xfrm>
          <a:prstGeom prst="rect">
            <a:avLst/>
          </a:prstGeom>
        </p:spPr>
      </p:pic>
      <p:pic>
        <p:nvPicPr>
          <p:cNvPr id="3076" name="Picture 4" descr="Icones Point interrogation, images Point interrogation png et ico">
            <a:extLst>
              <a:ext uri="{FF2B5EF4-FFF2-40B4-BE49-F238E27FC236}">
                <a16:creationId xmlns:a16="http://schemas.microsoft.com/office/drawing/2014/main" id="{DA3728B8-66E5-0D6F-C7B9-9111EF1C0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000" y="588579"/>
            <a:ext cx="3688023" cy="368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arque de croix png 21115766 PNG">
            <a:extLst>
              <a:ext uri="{FF2B5EF4-FFF2-40B4-BE49-F238E27FC236}">
                <a16:creationId xmlns:a16="http://schemas.microsoft.com/office/drawing/2014/main" id="{86E87010-D6AA-6B96-24A5-509B272E2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75038" y="477594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marque de croix png 21115766 PNG">
            <a:extLst>
              <a:ext uri="{FF2B5EF4-FFF2-40B4-BE49-F238E27FC236}">
                <a16:creationId xmlns:a16="http://schemas.microsoft.com/office/drawing/2014/main" id="{0C5490B1-1DA2-F25D-198B-DB2F529C8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5174" y="2050123"/>
            <a:ext cx="3868183" cy="3868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B1FA114-7085-ACF0-E453-DE10E56BFB91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94438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721F3-1072-B56A-8264-7E0DCAA2D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A4C7E5-E70E-E4A8-2B33-2AB75BFCC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/>
          <a:lstStyle/>
          <a:p>
            <a:r>
              <a:rPr lang="fr-FR" dirty="0"/>
              <a:t>Présentation du projet</a:t>
            </a:r>
            <a:br>
              <a:rPr lang="fr-FR" dirty="0"/>
            </a:br>
            <a:r>
              <a:rPr lang="fr-FR" sz="1800" dirty="0"/>
              <a:t>Problématique</a:t>
            </a:r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5A99A28-3642-9083-3C19-2B1DA4E5B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09" y="2137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467135D-3467-B106-8CB1-5228237754C1}"/>
              </a:ext>
            </a:extLst>
          </p:cNvPr>
          <p:cNvSpPr txBox="1"/>
          <p:nvPr/>
        </p:nvSpPr>
        <p:spPr>
          <a:xfrm>
            <a:off x="6496374" y="3984215"/>
            <a:ext cx="6098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32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Image 2" descr="Une image contenant capture d’écran, diagramme, ligne, texte&#10;&#10;Description générée automatiquement">
            <a:extLst>
              <a:ext uri="{FF2B5EF4-FFF2-40B4-BE49-F238E27FC236}">
                <a16:creationId xmlns:a16="http://schemas.microsoft.com/office/drawing/2014/main" id="{119BC10B-9CB8-115B-DC43-384FB4A38A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4" y="1940830"/>
            <a:ext cx="12162306" cy="262816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B3BE75F-1303-B38A-68D3-DA7629FC795F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13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4B3287A-D48C-14EE-81C9-954BFDBD064B}"/>
              </a:ext>
            </a:extLst>
          </p:cNvPr>
          <p:cNvSpPr txBox="1"/>
          <p:nvPr/>
        </p:nvSpPr>
        <p:spPr>
          <a:xfrm>
            <a:off x="876993" y="4953708"/>
            <a:ext cx="10902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0385" indent="-540385"/>
            <a:r>
              <a:rPr lang="fr-FR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Comment permettre une consultation efficace et sécurisée des statuts interbancaires des opérations de virement instantané ?</a:t>
            </a:r>
            <a:endParaRPr lang="fr-FR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54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B03FB-A876-A7B1-C115-3900EB985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C77BA8-5AF8-5E70-AEC8-A7325E79A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/>
          <a:lstStyle/>
          <a:p>
            <a:r>
              <a:rPr lang="fr-FR" dirty="0"/>
              <a:t>Présentation du projet</a:t>
            </a:r>
            <a:br>
              <a:rPr lang="fr-FR" dirty="0"/>
            </a:br>
            <a:r>
              <a:rPr lang="fr-FR" sz="1800" dirty="0"/>
              <a:t>Objectifs</a:t>
            </a:r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1528F11-B927-F9E0-2968-3BC36E53E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09" y="2137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5" name="Titre 2">
            <a:extLst>
              <a:ext uri="{FF2B5EF4-FFF2-40B4-BE49-F238E27FC236}">
                <a16:creationId xmlns:a16="http://schemas.microsoft.com/office/drawing/2014/main" id="{C02B91C9-3FB6-0503-7D5E-5B77C24201F3}"/>
              </a:ext>
            </a:extLst>
          </p:cNvPr>
          <p:cNvSpPr txBox="1">
            <a:spLocks/>
          </p:cNvSpPr>
          <p:nvPr/>
        </p:nvSpPr>
        <p:spPr>
          <a:xfrm>
            <a:off x="0" y="2206280"/>
            <a:ext cx="11270974" cy="3240600"/>
          </a:xfrm>
          <a:prstGeom prst="rect">
            <a:avLst/>
          </a:prstGeom>
        </p:spPr>
        <p:txBody>
          <a:bodyPr lIns="1152000" rIns="251999">
            <a:noAutofit/>
          </a:bodyPr>
          <a:lstStyle>
            <a:lvl1pPr algn="l" defTabSz="561412" rtl="0" fontAlgn="base">
              <a:spcBef>
                <a:spcPct val="0"/>
              </a:spcBef>
              <a:spcAft>
                <a:spcPct val="0"/>
              </a:spcAft>
              <a:defRPr sz="2600" b="1" kern="1200" spc="140" baseline="0">
                <a:solidFill>
                  <a:schemeClr val="tx1"/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56141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112282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684234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2245645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fr-FR" sz="2400" dirty="0"/>
              <a:t>1. Développer une API</a:t>
            </a:r>
            <a:br>
              <a:rPr lang="fr-FR" sz="2400" dirty="0"/>
            </a:b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2. Développer une application web</a:t>
            </a:r>
            <a:br>
              <a:rPr lang="fr-FR" sz="2400" dirty="0"/>
            </a:b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3. Ajouter des fonctionnalités au fur et à mesure</a:t>
            </a:r>
          </a:p>
          <a:p>
            <a:endParaRPr lang="fr-FR" sz="2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F2AF2CB-D4EB-3FAF-480B-3433E82A5CDB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33063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6864-B6A9-6586-098F-ECD2A692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7E2A18-0BF4-4FA0-7359-354F3721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/>
          <a:lstStyle/>
          <a:p>
            <a:r>
              <a:rPr lang="fr-FR" dirty="0"/>
              <a:t>Présentation du projet</a:t>
            </a:r>
            <a:br>
              <a:rPr lang="fr-FR" dirty="0"/>
            </a:br>
            <a:r>
              <a:rPr lang="fr-FR" sz="1800" dirty="0"/>
              <a:t>Planning prévisionnel</a:t>
            </a:r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FAEA734-5E78-0D62-CCFA-4B8C76246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09" y="2137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0973F5A-EB6D-9962-F8BB-55308F2F0A1A}"/>
              </a:ext>
            </a:extLst>
          </p:cNvPr>
          <p:cNvSpPr txBox="1"/>
          <p:nvPr/>
        </p:nvSpPr>
        <p:spPr>
          <a:xfrm>
            <a:off x="6496374" y="3984215"/>
            <a:ext cx="6098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32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4" name="Image 3" descr="Une image contenant texte, ligne, capture d’écran&#10;&#10;Description générée automatiquement">
            <a:extLst>
              <a:ext uri="{FF2B5EF4-FFF2-40B4-BE49-F238E27FC236}">
                <a16:creationId xmlns:a16="http://schemas.microsoft.com/office/drawing/2014/main" id="{7AB5F463-C60E-8A48-D1F2-5099492254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683" y="1686563"/>
            <a:ext cx="11482634" cy="386577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663CCD8-38B9-F4C6-E34A-526BD3B0DDC5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58560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B6ACA-A7F8-4BED-7BDB-F45574008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100333-A5D1-18C9-EBA5-8CCC99667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/>
          <a:lstStyle/>
          <a:p>
            <a:r>
              <a:rPr lang="fr-FR" dirty="0"/>
              <a:t>Présentation du projet</a:t>
            </a:r>
            <a:br>
              <a:rPr lang="fr-FR" dirty="0"/>
            </a:br>
            <a:r>
              <a:rPr lang="fr-FR" sz="1800" dirty="0"/>
              <a:t>Budget prévisionnel</a:t>
            </a:r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FB7F8DA-3F29-9F1D-A032-612DBC573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8209" y="213755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D193DE3-0A07-0CD2-CA49-BADD0174F0C3}"/>
              </a:ext>
            </a:extLst>
          </p:cNvPr>
          <p:cNvSpPr txBox="1"/>
          <p:nvPr/>
        </p:nvSpPr>
        <p:spPr>
          <a:xfrm>
            <a:off x="6496374" y="3984215"/>
            <a:ext cx="60985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sz="32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3" name="Image 2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8C21A27E-0AB4-787B-016B-C30263BD9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95" y="2351315"/>
            <a:ext cx="12077209" cy="221767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83CD1DEC-3412-E535-B37F-B3CC571E74D6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78609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59630-1F59-F3BB-97F9-8CE5F5288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65A8CEF-CED1-5AA0-89E3-211F7A35CE51}"/>
              </a:ext>
            </a:extLst>
          </p:cNvPr>
          <p:cNvSpPr txBox="1"/>
          <p:nvPr/>
        </p:nvSpPr>
        <p:spPr>
          <a:xfrm>
            <a:off x="3861659" y="2844225"/>
            <a:ext cx="6097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3. </a:t>
            </a:r>
            <a:r>
              <a:rPr lang="fr-FR" sz="3200" b="1" dirty="0"/>
              <a:t>Zoom Technique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B7FBA034-78D4-2441-E507-86B09F3AD390}"/>
                  </a:ext>
                </a:extLst>
              </p14:cNvPr>
              <p14:cNvContentPartPr/>
              <p14:nvPr/>
            </p14:nvContentPartPr>
            <p14:xfrm>
              <a:off x="638416" y="335015"/>
              <a:ext cx="386280" cy="25524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E6DDD71E-A8EE-DC10-A1C6-75AC77F065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416" y="299375"/>
                <a:ext cx="4579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5129EA91-5148-5B1B-E07D-BCBE1417DE07}"/>
                  </a:ext>
                </a:extLst>
              </p14:cNvPr>
              <p14:cNvContentPartPr/>
              <p14:nvPr/>
            </p14:nvContentPartPr>
            <p14:xfrm>
              <a:off x="638416" y="551735"/>
              <a:ext cx="369000" cy="31572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52EC8ADB-49E9-18C9-684C-88474E9EE8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776" y="516095"/>
                <a:ext cx="440640" cy="3873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ZoneTexte 1">
            <a:extLst>
              <a:ext uri="{FF2B5EF4-FFF2-40B4-BE49-F238E27FC236}">
                <a16:creationId xmlns:a16="http://schemas.microsoft.com/office/drawing/2014/main" id="{30A557F1-1D6A-05E1-B441-A609F2BFAB8C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655827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226D0-076B-A120-42C1-1AC3FD9FA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554578-C9CD-B67A-00BA-874BA60F0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Zoom Technique</a:t>
            </a:r>
            <a:br>
              <a:rPr lang="fr-FR" sz="28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</a:br>
            <a:r>
              <a:rPr lang="fr-F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METHODOLOGIE </a:t>
            </a:r>
            <a:br>
              <a:rPr lang="fr-F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Scrum Agile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C43368-6CB6-567A-145B-011C2CF75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854" y="2226500"/>
            <a:ext cx="162663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6" name="Image 5" descr="Une image contenant clipart, symbole, Graphique, conception&#10;&#10;Description générée automatiquement">
            <a:extLst>
              <a:ext uri="{FF2B5EF4-FFF2-40B4-BE49-F238E27FC236}">
                <a16:creationId xmlns:a16="http://schemas.microsoft.com/office/drawing/2014/main" id="{D7DC54A5-9462-C814-44CF-2B3ABD948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065" y="2272219"/>
            <a:ext cx="2616200" cy="2654300"/>
          </a:xfrm>
          <a:prstGeom prst="rect">
            <a:avLst/>
          </a:prstGeom>
        </p:spPr>
      </p:pic>
      <p:sp>
        <p:nvSpPr>
          <p:cNvPr id="13" name="Titre 6">
            <a:extLst>
              <a:ext uri="{FF2B5EF4-FFF2-40B4-BE49-F238E27FC236}">
                <a16:creationId xmlns:a16="http://schemas.microsoft.com/office/drawing/2014/main" id="{15848ECA-BA0C-2F7C-D113-648FCC03FBF6}"/>
              </a:ext>
            </a:extLst>
          </p:cNvPr>
          <p:cNvSpPr txBox="1">
            <a:spLocks/>
          </p:cNvSpPr>
          <p:nvPr/>
        </p:nvSpPr>
        <p:spPr>
          <a:xfrm>
            <a:off x="3731450" y="1989491"/>
            <a:ext cx="4746846" cy="345794"/>
          </a:xfrm>
          <a:prstGeom prst="rect">
            <a:avLst/>
          </a:prstGeom>
        </p:spPr>
        <p:txBody>
          <a:bodyPr/>
          <a:lstStyle>
            <a:lvl1pPr algn="ctr" defTabSz="561412" rtl="0" fontAlgn="base">
              <a:spcBef>
                <a:spcPct val="0"/>
              </a:spcBef>
              <a:spcAft>
                <a:spcPct val="0"/>
              </a:spcAft>
              <a:defRPr sz="5404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56141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112282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684234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2245645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l"/>
            <a:r>
              <a:rPr lang="fr-FR" sz="2800" dirty="0"/>
              <a:t>Sprint – 2 à 3 semaines</a:t>
            </a:r>
          </a:p>
          <a:p>
            <a:pPr algn="l"/>
            <a:endParaRPr lang="fr-FR" sz="2800" dirty="0"/>
          </a:p>
        </p:txBody>
      </p:sp>
      <p:sp>
        <p:nvSpPr>
          <p:cNvPr id="14" name="Titre 7">
            <a:extLst>
              <a:ext uri="{FF2B5EF4-FFF2-40B4-BE49-F238E27FC236}">
                <a16:creationId xmlns:a16="http://schemas.microsoft.com/office/drawing/2014/main" id="{F4AC47CB-2ACA-1F84-1CB4-117E3B9605A4}"/>
              </a:ext>
            </a:extLst>
          </p:cNvPr>
          <p:cNvSpPr txBox="1">
            <a:spLocks/>
          </p:cNvSpPr>
          <p:nvPr/>
        </p:nvSpPr>
        <p:spPr>
          <a:xfrm>
            <a:off x="3731449" y="3789203"/>
            <a:ext cx="2616125" cy="399400"/>
          </a:xfrm>
          <a:prstGeom prst="rect">
            <a:avLst/>
          </a:prstGeom>
        </p:spPr>
        <p:txBody>
          <a:bodyPr/>
          <a:lstStyle>
            <a:lvl1pPr algn="ctr" defTabSz="561412" rtl="0" fontAlgn="base">
              <a:spcBef>
                <a:spcPct val="0"/>
              </a:spcBef>
              <a:spcAft>
                <a:spcPct val="0"/>
              </a:spcAft>
              <a:defRPr sz="5404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56141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112282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684234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2245645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l"/>
            <a:r>
              <a:rPr lang="fr-FR" sz="2800" dirty="0"/>
              <a:t>Planification</a:t>
            </a:r>
          </a:p>
        </p:txBody>
      </p:sp>
      <p:sp>
        <p:nvSpPr>
          <p:cNvPr id="15" name="Titre 8">
            <a:extLst>
              <a:ext uri="{FF2B5EF4-FFF2-40B4-BE49-F238E27FC236}">
                <a16:creationId xmlns:a16="http://schemas.microsoft.com/office/drawing/2014/main" id="{6BF6E6C0-1C1C-AFAD-DBF8-76A470A8D087}"/>
              </a:ext>
            </a:extLst>
          </p:cNvPr>
          <p:cNvSpPr txBox="1">
            <a:spLocks/>
          </p:cNvSpPr>
          <p:nvPr/>
        </p:nvSpPr>
        <p:spPr>
          <a:xfrm>
            <a:off x="3731374" y="4978673"/>
            <a:ext cx="2616200" cy="387924"/>
          </a:xfrm>
          <a:prstGeom prst="rect">
            <a:avLst/>
          </a:prstGeom>
        </p:spPr>
        <p:txBody>
          <a:bodyPr/>
          <a:lstStyle>
            <a:lvl1pPr algn="ctr" defTabSz="561412" rtl="0" fontAlgn="base">
              <a:spcBef>
                <a:spcPct val="0"/>
              </a:spcBef>
              <a:spcAft>
                <a:spcPct val="0"/>
              </a:spcAft>
              <a:defRPr sz="5404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56141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112282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684234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2245645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l"/>
            <a:r>
              <a:rPr lang="fr-FR" sz="2800" dirty="0"/>
              <a:t>Rétrospective</a:t>
            </a:r>
          </a:p>
        </p:txBody>
      </p:sp>
      <p:sp>
        <p:nvSpPr>
          <p:cNvPr id="16" name="Titre 9">
            <a:extLst>
              <a:ext uri="{FF2B5EF4-FFF2-40B4-BE49-F238E27FC236}">
                <a16:creationId xmlns:a16="http://schemas.microsoft.com/office/drawing/2014/main" id="{7C82FA6F-7E70-8C16-E95E-14B888BFE0F4}"/>
              </a:ext>
            </a:extLst>
          </p:cNvPr>
          <p:cNvSpPr txBox="1">
            <a:spLocks/>
          </p:cNvSpPr>
          <p:nvPr/>
        </p:nvSpPr>
        <p:spPr>
          <a:xfrm>
            <a:off x="3731374" y="2606290"/>
            <a:ext cx="2616124" cy="387924"/>
          </a:xfrm>
          <a:prstGeom prst="rect">
            <a:avLst/>
          </a:prstGeom>
        </p:spPr>
        <p:txBody>
          <a:bodyPr/>
          <a:lstStyle>
            <a:lvl1pPr algn="ctr" defTabSz="561412" rtl="0" fontAlgn="base">
              <a:spcBef>
                <a:spcPct val="0"/>
              </a:spcBef>
              <a:spcAft>
                <a:spcPct val="0"/>
              </a:spcAft>
              <a:defRPr sz="5404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56141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112282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684234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2245645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l"/>
            <a:r>
              <a:rPr lang="fr-FR" sz="2800" dirty="0"/>
              <a:t>Daily meetings</a:t>
            </a:r>
          </a:p>
        </p:txBody>
      </p:sp>
      <p:sp>
        <p:nvSpPr>
          <p:cNvPr id="17" name="Titre 10">
            <a:extLst>
              <a:ext uri="{FF2B5EF4-FFF2-40B4-BE49-F238E27FC236}">
                <a16:creationId xmlns:a16="http://schemas.microsoft.com/office/drawing/2014/main" id="{47317F5F-F2B0-E154-0DB3-F2CEA05D98CB}"/>
              </a:ext>
            </a:extLst>
          </p:cNvPr>
          <p:cNvSpPr txBox="1">
            <a:spLocks/>
          </p:cNvSpPr>
          <p:nvPr/>
        </p:nvSpPr>
        <p:spPr>
          <a:xfrm>
            <a:off x="3731374" y="4338047"/>
            <a:ext cx="4419879" cy="491182"/>
          </a:xfrm>
          <a:prstGeom prst="rect">
            <a:avLst/>
          </a:prstGeom>
        </p:spPr>
        <p:txBody>
          <a:bodyPr/>
          <a:lstStyle>
            <a:lvl1pPr algn="ctr" defTabSz="561412" rtl="0" fontAlgn="base">
              <a:spcBef>
                <a:spcPct val="0"/>
              </a:spcBef>
              <a:spcAft>
                <a:spcPct val="0"/>
              </a:spcAft>
              <a:defRPr sz="5404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56141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112282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684234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2245645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l"/>
            <a:r>
              <a:rPr lang="fr-FR" sz="2800" dirty="0"/>
              <a:t>Revue de sprint</a:t>
            </a:r>
          </a:p>
        </p:txBody>
      </p:sp>
      <p:sp>
        <p:nvSpPr>
          <p:cNvPr id="21" name="Titre 10">
            <a:extLst>
              <a:ext uri="{FF2B5EF4-FFF2-40B4-BE49-F238E27FC236}">
                <a16:creationId xmlns:a16="http://schemas.microsoft.com/office/drawing/2014/main" id="{C166F261-A09C-19A3-683E-D88C97BDE72B}"/>
              </a:ext>
            </a:extLst>
          </p:cNvPr>
          <p:cNvSpPr txBox="1">
            <a:spLocks/>
          </p:cNvSpPr>
          <p:nvPr/>
        </p:nvSpPr>
        <p:spPr>
          <a:xfrm>
            <a:off x="3731449" y="3197227"/>
            <a:ext cx="4419879" cy="491182"/>
          </a:xfrm>
          <a:prstGeom prst="rect">
            <a:avLst/>
          </a:prstGeom>
        </p:spPr>
        <p:txBody>
          <a:bodyPr/>
          <a:lstStyle>
            <a:lvl1pPr algn="ctr" defTabSz="561412" rtl="0" fontAlgn="base">
              <a:spcBef>
                <a:spcPct val="0"/>
              </a:spcBef>
              <a:spcAft>
                <a:spcPct val="0"/>
              </a:spcAft>
              <a:defRPr sz="5404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56141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112282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684234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2245645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l"/>
            <a:r>
              <a:rPr lang="fr-FR" sz="2800" dirty="0"/>
              <a:t>Présentation des récits</a:t>
            </a:r>
          </a:p>
        </p:txBody>
      </p:sp>
      <p:sp>
        <p:nvSpPr>
          <p:cNvPr id="23" name="Titre 10">
            <a:extLst>
              <a:ext uri="{FF2B5EF4-FFF2-40B4-BE49-F238E27FC236}">
                <a16:creationId xmlns:a16="http://schemas.microsoft.com/office/drawing/2014/main" id="{8FE6D226-8828-A12D-123F-BAB8E7215EF9}"/>
              </a:ext>
            </a:extLst>
          </p:cNvPr>
          <p:cNvSpPr txBox="1">
            <a:spLocks/>
          </p:cNvSpPr>
          <p:nvPr/>
        </p:nvSpPr>
        <p:spPr>
          <a:xfrm>
            <a:off x="9108848" y="4733082"/>
            <a:ext cx="4419879" cy="491182"/>
          </a:xfrm>
          <a:prstGeom prst="rect">
            <a:avLst/>
          </a:prstGeom>
        </p:spPr>
        <p:txBody>
          <a:bodyPr/>
          <a:lstStyle>
            <a:lvl1pPr algn="ctr" defTabSz="561412" rtl="0" fontAlgn="base">
              <a:spcBef>
                <a:spcPct val="0"/>
              </a:spcBef>
              <a:spcAft>
                <a:spcPct val="0"/>
              </a:spcAft>
              <a:defRPr sz="5404" kern="1200">
                <a:solidFill>
                  <a:schemeClr val="tx1"/>
                </a:solidFill>
                <a:latin typeface="+mj-lt"/>
                <a:ea typeface="ＭＳ Ｐゴシック" pitchFamily="34" charset="-128"/>
                <a:cs typeface="+mj-cs"/>
              </a:defRPr>
            </a:lvl1pPr>
            <a:lvl2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56141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1122822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1684234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2245645" algn="ctr" defTabSz="561412" rtl="0" fontAlgn="base">
              <a:spcBef>
                <a:spcPct val="0"/>
              </a:spcBef>
              <a:spcAft>
                <a:spcPct val="0"/>
              </a:spcAft>
              <a:defRPr sz="5404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l"/>
            <a:r>
              <a:rPr lang="fr-FR" sz="2800" dirty="0"/>
              <a:t>+ Démonstrations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104DFD5-6B59-28A8-A8A7-508C70D1BBAF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09707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58E6E-A287-CFB0-7A60-74806C3CF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6EE8B6-AE2E-896B-D9E1-D3F62CD5E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Zoom Technique</a:t>
            </a:r>
            <a:br>
              <a:rPr lang="fr-FR" sz="28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</a:br>
            <a:r>
              <a:rPr lang="fr-F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METHODOLOGIE </a:t>
            </a:r>
            <a:br>
              <a:rPr lang="fr-F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Scrum Agile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C854AD-6893-2EC0-2F1E-1C744DF33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854" y="2226500"/>
            <a:ext cx="162663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AA30019-1681-5CC5-2613-37C5065279FE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19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D24AA51-E1A3-B820-E9A3-0CC1E3C69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1035"/>
            <a:ext cx="12192000" cy="48458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65117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  <a:t>Zoom Technique</a:t>
            </a:r>
            <a:br>
              <a:rPr lang="fr-FR" sz="2800" dirty="0">
                <a:latin typeface="Arial" panose="020B0604020202020204" pitchFamily="34" charset="0"/>
                <a:ea typeface="ＭＳ Ｐゴシック"/>
                <a:cs typeface="Arial" panose="020B0604020202020204" pitchFamily="34" charset="0"/>
              </a:rPr>
            </a:br>
            <a:r>
              <a:rPr lang="fr-F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METHODOLOGIE </a:t>
            </a:r>
            <a:br>
              <a:rPr lang="fr-FR" sz="12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Produit Minimum Via</a:t>
            </a:r>
            <a:r>
              <a:rPr lang="fr-FR" sz="1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ble PMV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41FC2B-F188-35BD-5672-35EC7E718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854" y="2226500"/>
            <a:ext cx="162663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025" name="Image 1" descr="How To Create A Minimum Viable Product - StoriesOnBoard Blog">
            <a:extLst>
              <a:ext uri="{FF2B5EF4-FFF2-40B4-BE49-F238E27FC236}">
                <a16:creationId xmlns:a16="http://schemas.microsoft.com/office/drawing/2014/main" id="{E3A60006-95AF-6976-823E-BD5EEED0C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37"/>
          <a:stretch>
            <a:fillRect/>
          </a:stretch>
        </p:blipFill>
        <p:spPr bwMode="auto">
          <a:xfrm>
            <a:off x="-325025" y="2479367"/>
            <a:ext cx="10839078" cy="279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2C95938-9121-63CE-D2FD-62108D6714EB}"/>
              </a:ext>
            </a:extLst>
          </p:cNvPr>
          <p:cNvSpPr txBox="1"/>
          <p:nvPr/>
        </p:nvSpPr>
        <p:spPr>
          <a:xfrm>
            <a:off x="849683" y="2041834"/>
            <a:ext cx="8874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ea typeface="Times New Roman" panose="02020603050405020304" pitchFamily="18" charset="0"/>
              </a:rPr>
              <a:t>U</a:t>
            </a:r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tilisable de sa conception à sa finalisation</a:t>
            </a:r>
            <a:r>
              <a:rPr lang="fr-FR" dirty="0">
                <a:effectLst/>
              </a:rPr>
              <a:t> </a:t>
            </a:r>
            <a:endParaRPr lang="fr-FR" dirty="0"/>
          </a:p>
        </p:txBody>
      </p:sp>
      <p:pic>
        <p:nvPicPr>
          <p:cNvPr id="8" name="Image 7" descr="Une image contenant outil, clé, conception&#10;&#10;Description générée automatiquement">
            <a:extLst>
              <a:ext uri="{FF2B5EF4-FFF2-40B4-BE49-F238E27FC236}">
                <a16:creationId xmlns:a16="http://schemas.microsoft.com/office/drawing/2014/main" id="{D18635DF-123C-D191-2440-9A3AFABC2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83" y="1940750"/>
            <a:ext cx="711200" cy="571500"/>
          </a:xfrm>
          <a:prstGeom prst="rect">
            <a:avLst/>
          </a:prstGeom>
        </p:spPr>
      </p:pic>
      <p:pic>
        <p:nvPicPr>
          <p:cNvPr id="20" name="Image 19" descr="Une image contenant ligne, symbole, conception&#10;&#10;Description générée automatiquement">
            <a:extLst>
              <a:ext uri="{FF2B5EF4-FFF2-40B4-BE49-F238E27FC236}">
                <a16:creationId xmlns:a16="http://schemas.microsoft.com/office/drawing/2014/main" id="{34E7C31F-DB6C-3623-F9B9-BF86FEFF6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183" y="5308688"/>
            <a:ext cx="698500" cy="596900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500055DD-9673-9252-F758-6B3DE0C7A199}"/>
              </a:ext>
            </a:extLst>
          </p:cNvPr>
          <p:cNvSpPr txBox="1"/>
          <p:nvPr/>
        </p:nvSpPr>
        <p:spPr>
          <a:xfrm>
            <a:off x="849683" y="5422472"/>
            <a:ext cx="8874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ea typeface="Times New Roman" panose="02020603050405020304" pitchFamily="18" charset="0"/>
              </a:rPr>
              <a:t>Utilisable qu’à sa finalisation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BB5DDAB-E705-9805-32E0-E76B480F282E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426427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5FEE1-52EB-8FBB-9B03-FFE3CBA83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EC07A-D08A-E922-0875-374DC6CF8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Choix de la solution</a:t>
            </a:r>
          </a:p>
        </p:txBody>
      </p:sp>
      <p:pic>
        <p:nvPicPr>
          <p:cNvPr id="3" name="Image 2" descr="Une image contenant capture d’écran, texte, diagramme, Police&#10;&#10;Description générée automatiquement">
            <a:extLst>
              <a:ext uri="{FF2B5EF4-FFF2-40B4-BE49-F238E27FC236}">
                <a16:creationId xmlns:a16="http://schemas.microsoft.com/office/drawing/2014/main" id="{ABB98FA7-00DD-3F1A-A18D-1D98C88E9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418" y="1201783"/>
            <a:ext cx="9965163" cy="49013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cre 3">
                <a:extLst>
                  <a:ext uri="{FF2B5EF4-FFF2-40B4-BE49-F238E27FC236}">
                    <a16:creationId xmlns:a16="http://schemas.microsoft.com/office/drawing/2014/main" id="{3B010EEF-F952-26E7-6C38-5F69DBE022E3}"/>
                  </a:ext>
                </a:extLst>
              </p14:cNvPr>
              <p14:cNvContentPartPr/>
              <p14:nvPr/>
            </p14:nvContentPartPr>
            <p14:xfrm>
              <a:off x="4548384" y="2907576"/>
              <a:ext cx="522360" cy="162000"/>
            </p14:xfrm>
          </p:contentPart>
        </mc:Choice>
        <mc:Fallback xmlns="">
          <p:pic>
            <p:nvPicPr>
              <p:cNvPr id="4" name="Encre 3">
                <a:extLst>
                  <a:ext uri="{FF2B5EF4-FFF2-40B4-BE49-F238E27FC236}">
                    <a16:creationId xmlns:a16="http://schemas.microsoft.com/office/drawing/2014/main" id="{3B010EEF-F952-26E7-6C38-5F69DBE022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12384" y="2871936"/>
                <a:ext cx="59400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1058C42A-BD35-2134-089D-82729D1F1E1F}"/>
                  </a:ext>
                </a:extLst>
              </p14:cNvPr>
              <p14:cNvContentPartPr/>
              <p14:nvPr/>
            </p14:nvContentPartPr>
            <p14:xfrm>
              <a:off x="4579124" y="2944269"/>
              <a:ext cx="951480" cy="12996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1058C42A-BD35-2134-089D-82729D1F1E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43484" y="2908629"/>
                <a:ext cx="102312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Encre 5">
                <a:extLst>
                  <a:ext uri="{FF2B5EF4-FFF2-40B4-BE49-F238E27FC236}">
                    <a16:creationId xmlns:a16="http://schemas.microsoft.com/office/drawing/2014/main" id="{28348458-A589-78E2-3F20-EDDC535DE6AA}"/>
                  </a:ext>
                </a:extLst>
              </p14:cNvPr>
              <p14:cNvContentPartPr/>
              <p14:nvPr/>
            </p14:nvContentPartPr>
            <p14:xfrm>
              <a:off x="5421164" y="3123549"/>
              <a:ext cx="360" cy="360"/>
            </p14:xfrm>
          </p:contentPart>
        </mc:Choice>
        <mc:Fallback xmlns="">
          <p:pic>
            <p:nvPicPr>
              <p:cNvPr id="6" name="Encre 5">
                <a:extLst>
                  <a:ext uri="{FF2B5EF4-FFF2-40B4-BE49-F238E27FC236}">
                    <a16:creationId xmlns:a16="http://schemas.microsoft.com/office/drawing/2014/main" id="{28348458-A589-78E2-3F20-EDDC535DE6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85164" y="3087549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3667B33E-C609-2763-1FAC-C9F2DD3F33C0}"/>
              </a:ext>
            </a:extLst>
          </p:cNvPr>
          <p:cNvSpPr txBox="1"/>
          <p:nvPr/>
        </p:nvSpPr>
        <p:spPr>
          <a:xfrm>
            <a:off x="4793414" y="2907576"/>
            <a:ext cx="5229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/>
              <a:t>BFF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42E6F39-454E-1D96-03B1-B7B1BF280B8B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BC6D124-26AD-A27D-5C90-24E182374D48}"/>
              </a:ext>
            </a:extLst>
          </p:cNvPr>
          <p:cNvSpPr txBox="1"/>
          <p:nvPr/>
        </p:nvSpPr>
        <p:spPr>
          <a:xfrm>
            <a:off x="2444098" y="6106607"/>
            <a:ext cx="8874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Web App : IHM Light   +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5DDDD8E-F549-507B-FFDB-2860553B3953}"/>
              </a:ext>
            </a:extLst>
          </p:cNvPr>
          <p:cNvSpPr txBox="1"/>
          <p:nvPr/>
        </p:nvSpPr>
        <p:spPr>
          <a:xfrm>
            <a:off x="5154684" y="6106607"/>
            <a:ext cx="8874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API : </a:t>
            </a:r>
            <a:r>
              <a:rPr lang="fr-FR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Easy</a:t>
            </a:r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 Services</a:t>
            </a:r>
          </a:p>
        </p:txBody>
      </p:sp>
    </p:spTree>
    <p:extLst>
      <p:ext uri="{BB962C8B-B14F-4D97-AF65-F5344CB8AC3E}">
        <p14:creationId xmlns:p14="http://schemas.microsoft.com/office/powerpoint/2010/main" val="27404343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D13ED-1654-618A-D454-68558C78B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F78E18-C656-8ACE-87F3-D3A0DB8B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82061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Outils utilisés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2FB545C-970F-6028-352A-53623CA845C5}"/>
              </a:ext>
            </a:extLst>
          </p:cNvPr>
          <p:cNvSpPr txBox="1"/>
          <p:nvPr/>
        </p:nvSpPr>
        <p:spPr>
          <a:xfrm>
            <a:off x="2721496" y="6018939"/>
            <a:ext cx="8874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Web App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A4A364AE-6034-36F3-FF16-570996DBD569}"/>
              </a:ext>
            </a:extLst>
          </p:cNvPr>
          <p:cNvCxnSpPr>
            <a:cxnSpLocks/>
          </p:cNvCxnSpPr>
          <p:nvPr/>
        </p:nvCxnSpPr>
        <p:spPr>
          <a:xfrm>
            <a:off x="6601968" y="758952"/>
            <a:ext cx="26789" cy="4571712"/>
          </a:xfrm>
          <a:prstGeom prst="line">
            <a:avLst/>
          </a:prstGeom>
          <a:ln w="9525" cap="flat" cmpd="sng" algn="ctr">
            <a:solidFill>
              <a:srgbClr val="6E6F73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51E32AA9-DDE7-593B-1F4F-CDA25BCBF562}"/>
              </a:ext>
            </a:extLst>
          </p:cNvPr>
          <p:cNvSpPr txBox="1"/>
          <p:nvPr/>
        </p:nvSpPr>
        <p:spPr>
          <a:xfrm>
            <a:off x="9185445" y="6059540"/>
            <a:ext cx="8874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API IPR9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60A0A12-26D4-1DD1-B804-44D6C0E74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5119"/>
            <a:ext cx="3310127" cy="3310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Learn Spring Boot Quick Guide – Applications sur Google Play">
            <a:extLst>
              <a:ext uri="{FF2B5EF4-FFF2-40B4-BE49-F238E27FC236}">
                <a16:creationId xmlns:a16="http://schemas.microsoft.com/office/drawing/2014/main" id="{17A3DA2F-A5A1-7CF5-B9AB-6268284A9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127" y="1876110"/>
            <a:ext cx="3447523" cy="344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6F35901-E207-ECA3-C8CE-BEDDDEF6074E}"/>
              </a:ext>
            </a:extLst>
          </p:cNvPr>
          <p:cNvSpPr txBox="1"/>
          <p:nvPr/>
        </p:nvSpPr>
        <p:spPr>
          <a:xfrm>
            <a:off x="3109740" y="3429000"/>
            <a:ext cx="4747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dirty="0"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endParaRPr lang="fr-FR" sz="3600" dirty="0"/>
          </a:p>
        </p:txBody>
      </p:sp>
      <p:pic>
        <p:nvPicPr>
          <p:cNvPr id="3084" name="Picture 12">
            <a:extLst>
              <a:ext uri="{FF2B5EF4-FFF2-40B4-BE49-F238E27FC236}">
                <a16:creationId xmlns:a16="http://schemas.microsoft.com/office/drawing/2014/main" id="{7489DC03-B512-5991-FAFB-6EDD0ACFB2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835"/>
            <a:ext cx="1281249" cy="128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file type css&quot; Icon - Download for free – Iconduck">
            <a:extLst>
              <a:ext uri="{FF2B5EF4-FFF2-40B4-BE49-F238E27FC236}">
                <a16:creationId xmlns:a16="http://schemas.microsoft.com/office/drawing/2014/main" id="{658A8B4A-89FD-0571-440D-ECF195647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941" y="1622753"/>
            <a:ext cx="907110" cy="1029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tailwind css">
            <a:extLst>
              <a:ext uri="{FF2B5EF4-FFF2-40B4-BE49-F238E27FC236}">
                <a16:creationId xmlns:a16="http://schemas.microsoft.com/office/drawing/2014/main" id="{651C5890-9198-ABC7-702E-3512B7D39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010" y="1553250"/>
            <a:ext cx="816249" cy="49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F8517E2B-E438-0EAA-D8EA-253ED5E5A9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11" name="AutoShape 28" descr="Eclipse logo vector">
            <a:extLst>
              <a:ext uri="{FF2B5EF4-FFF2-40B4-BE49-F238E27FC236}">
                <a16:creationId xmlns:a16="http://schemas.microsoft.com/office/drawing/2014/main" id="{69ACD134-5C83-DEC4-227F-5FF0394045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3" name="Graphique 12">
            <a:extLst>
              <a:ext uri="{FF2B5EF4-FFF2-40B4-BE49-F238E27FC236}">
                <a16:creationId xmlns:a16="http://schemas.microsoft.com/office/drawing/2014/main" id="{FB36F149-3F5A-D6D1-E609-AEBC9E6C2A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80676" y="5461910"/>
            <a:ext cx="1263936" cy="1185066"/>
          </a:xfrm>
          <a:prstGeom prst="rect">
            <a:avLst/>
          </a:prstGeom>
        </p:spPr>
      </p:pic>
      <p:pic>
        <p:nvPicPr>
          <p:cNvPr id="3104" name="Picture 32" descr="Intellij IDEA">
            <a:extLst>
              <a:ext uri="{FF2B5EF4-FFF2-40B4-BE49-F238E27FC236}">
                <a16:creationId xmlns:a16="http://schemas.microsoft.com/office/drawing/2014/main" id="{1F4AE7B7-F1D2-B1AC-045D-255F7A224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766" y="5481942"/>
            <a:ext cx="1165034" cy="1165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6" name="Picture 34">
            <a:extLst>
              <a:ext uri="{FF2B5EF4-FFF2-40B4-BE49-F238E27FC236}">
                <a16:creationId xmlns:a16="http://schemas.microsoft.com/office/drawing/2014/main" id="{139E0251-2101-926B-D432-CA2DB0C71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314" y="4688431"/>
            <a:ext cx="828734" cy="82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4" descr="Spring Security #1 기본동작">
            <a:extLst>
              <a:ext uri="{FF2B5EF4-FFF2-40B4-BE49-F238E27FC236}">
                <a16:creationId xmlns:a16="http://schemas.microsoft.com/office/drawing/2014/main" id="{79A6019A-87CE-05F0-94B9-8A7CD0337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312" y="1117403"/>
            <a:ext cx="1438656" cy="143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F7A21D7-9656-42E1-A0A9-25629AEF3990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22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CB68EBE-F5B9-D9D7-3217-DF2D962E4484}"/>
              </a:ext>
            </a:extLst>
          </p:cNvPr>
          <p:cNvCxnSpPr>
            <a:cxnSpLocks/>
          </p:cNvCxnSpPr>
          <p:nvPr/>
        </p:nvCxnSpPr>
        <p:spPr>
          <a:xfrm>
            <a:off x="4961429" y="5323633"/>
            <a:ext cx="0" cy="1357298"/>
          </a:xfrm>
          <a:prstGeom prst="line">
            <a:avLst/>
          </a:prstGeom>
          <a:ln w="9525" cap="flat" cmpd="sng" algn="ctr">
            <a:solidFill>
              <a:srgbClr val="6E6F73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45DADC1-2B85-1EFA-E90F-1B99682B70BE}"/>
              </a:ext>
            </a:extLst>
          </p:cNvPr>
          <p:cNvCxnSpPr>
            <a:cxnSpLocks/>
          </p:cNvCxnSpPr>
          <p:nvPr/>
        </p:nvCxnSpPr>
        <p:spPr>
          <a:xfrm flipH="1" flipV="1">
            <a:off x="4961429" y="5323633"/>
            <a:ext cx="3334657" cy="7031"/>
          </a:xfrm>
          <a:prstGeom prst="line">
            <a:avLst/>
          </a:prstGeom>
          <a:ln w="9525" cap="flat" cmpd="sng" algn="ctr">
            <a:solidFill>
              <a:srgbClr val="6E6F73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E20448F0-1A3A-3F40-10FF-84F907B7D848}"/>
              </a:ext>
            </a:extLst>
          </p:cNvPr>
          <p:cNvCxnSpPr>
            <a:cxnSpLocks/>
          </p:cNvCxnSpPr>
          <p:nvPr/>
        </p:nvCxnSpPr>
        <p:spPr>
          <a:xfrm>
            <a:off x="8296086" y="5323633"/>
            <a:ext cx="0" cy="1357298"/>
          </a:xfrm>
          <a:prstGeom prst="line">
            <a:avLst/>
          </a:prstGeom>
          <a:ln w="9525" cap="flat" cmpd="sng" algn="ctr">
            <a:solidFill>
              <a:srgbClr val="6E6F73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41008B74-9250-F43A-8B73-034A2D74EE41}"/>
              </a:ext>
            </a:extLst>
          </p:cNvPr>
          <p:cNvSpPr txBox="1"/>
          <p:nvPr/>
        </p:nvSpPr>
        <p:spPr>
          <a:xfrm>
            <a:off x="6327094" y="5371265"/>
            <a:ext cx="88746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IDE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DE9F73D-42AA-6047-0ABA-88D47769F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708" y="807903"/>
            <a:ext cx="78105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AEB857DD-6E18-C3B4-D2CF-D4180538A4FA}"/>
              </a:ext>
            </a:extLst>
          </p:cNvPr>
          <p:cNvSpPr txBox="1"/>
          <p:nvPr/>
        </p:nvSpPr>
        <p:spPr>
          <a:xfrm>
            <a:off x="1282499" y="4935418"/>
            <a:ext cx="8049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Front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CF18F63-F938-E4B5-6A05-2FF1C2884149}"/>
              </a:ext>
            </a:extLst>
          </p:cNvPr>
          <p:cNvSpPr txBox="1"/>
          <p:nvPr/>
        </p:nvSpPr>
        <p:spPr>
          <a:xfrm>
            <a:off x="4738474" y="4941966"/>
            <a:ext cx="851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BFF</a:t>
            </a:r>
          </a:p>
        </p:txBody>
      </p:sp>
      <p:pic>
        <p:nvPicPr>
          <p:cNvPr id="25" name="Picture 8" descr="Learn Spring Boot Quick Guide – Applications sur Google Play">
            <a:extLst>
              <a:ext uri="{FF2B5EF4-FFF2-40B4-BE49-F238E27FC236}">
                <a16:creationId xmlns:a16="http://schemas.microsoft.com/office/drawing/2014/main" id="{757683C5-BFC1-3FD5-588A-315C58266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0339" y="2010038"/>
            <a:ext cx="3447523" cy="3447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4" descr="Spring Security #1 기본동작">
            <a:extLst>
              <a:ext uri="{FF2B5EF4-FFF2-40B4-BE49-F238E27FC236}">
                <a16:creationId xmlns:a16="http://schemas.microsoft.com/office/drawing/2014/main" id="{557B9FCC-F6E9-E590-56B0-A86CB10D4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3524" y="1251331"/>
            <a:ext cx="1438656" cy="1438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>
            <a:extLst>
              <a:ext uri="{FF2B5EF4-FFF2-40B4-BE49-F238E27FC236}">
                <a16:creationId xmlns:a16="http://schemas.microsoft.com/office/drawing/2014/main" id="{5F7834F4-D20A-015A-BA24-AC36744E8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4920" y="941831"/>
            <a:ext cx="78105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015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3DB2-9AF6-977A-C2FF-C0C94F21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1246C-ED60-406D-2B1A-4C549E95B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API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7FF5EFC7-442A-C1C1-0C34-18E5FE2316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11" name="AutoShape 28" descr="Eclipse logo vector">
            <a:extLst>
              <a:ext uri="{FF2B5EF4-FFF2-40B4-BE49-F238E27FC236}">
                <a16:creationId xmlns:a16="http://schemas.microsoft.com/office/drawing/2014/main" id="{D9285923-0EAE-8ED2-67D3-54101A737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F6B3FD-4FF0-4670-7B4F-77713E9DD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313" y="2409313"/>
            <a:ext cx="2344174" cy="234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Api - Icônes ordinateur gratuites">
            <a:extLst>
              <a:ext uri="{FF2B5EF4-FFF2-40B4-BE49-F238E27FC236}">
                <a16:creationId xmlns:a16="http://schemas.microsoft.com/office/drawing/2014/main" id="{F0F5FFC8-CC68-FB04-BC3E-E4A277E2C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30" y="1495552"/>
            <a:ext cx="3866896" cy="3866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9AF6E2C7-3DB0-0B53-612B-C8A288F6C882}"/>
              </a:ext>
            </a:extLst>
          </p:cNvPr>
          <p:cNvCxnSpPr>
            <a:stCxn id="4" idx="3"/>
          </p:cNvCxnSpPr>
          <p:nvPr/>
        </p:nvCxnSpPr>
        <p:spPr>
          <a:xfrm>
            <a:off x="4056626" y="3429000"/>
            <a:ext cx="1019687" cy="0"/>
          </a:xfrm>
          <a:prstGeom prst="straightConnector1">
            <a:avLst/>
          </a:prstGeom>
          <a:ln w="3492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FE8389E-4740-7F37-D7B9-201FBBFF8413}"/>
              </a:ext>
            </a:extLst>
          </p:cNvPr>
          <p:cNvCxnSpPr/>
          <p:nvPr/>
        </p:nvCxnSpPr>
        <p:spPr>
          <a:xfrm>
            <a:off x="7568452" y="3581400"/>
            <a:ext cx="1019687" cy="0"/>
          </a:xfrm>
          <a:prstGeom prst="straightConnector1">
            <a:avLst/>
          </a:prstGeom>
          <a:ln w="3492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4" descr="Api - Icônes ordinateur gratuites">
            <a:extLst>
              <a:ext uri="{FF2B5EF4-FFF2-40B4-BE49-F238E27FC236}">
                <a16:creationId xmlns:a16="http://schemas.microsoft.com/office/drawing/2014/main" id="{1E6BA487-1515-2B71-520E-F8A826B82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104" y="1864271"/>
            <a:ext cx="3434257" cy="343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E6BCB3A1-2526-81EC-B438-D41A294BAF49}"/>
              </a:ext>
            </a:extLst>
          </p:cNvPr>
          <p:cNvSpPr txBox="1"/>
          <p:nvPr/>
        </p:nvSpPr>
        <p:spPr>
          <a:xfrm>
            <a:off x="1811055" y="5412412"/>
            <a:ext cx="1011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IPR9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D09C41D-5229-87D9-448B-4567DF800C5F}"/>
              </a:ext>
            </a:extLst>
          </p:cNvPr>
          <p:cNvSpPr txBox="1"/>
          <p:nvPr/>
        </p:nvSpPr>
        <p:spPr>
          <a:xfrm>
            <a:off x="5590171" y="4929196"/>
            <a:ext cx="1011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Proxy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971E579-831C-C341-FC22-2EDB357CF476}"/>
              </a:ext>
            </a:extLst>
          </p:cNvPr>
          <p:cNvSpPr txBox="1"/>
          <p:nvPr/>
        </p:nvSpPr>
        <p:spPr>
          <a:xfrm>
            <a:off x="9383119" y="5370193"/>
            <a:ext cx="2140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Consultation CAPS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ADD234E1-8F2F-BFDC-99AB-2B5375A95457}"/>
              </a:ext>
            </a:extLst>
          </p:cNvPr>
          <p:cNvCxnSpPr/>
          <p:nvPr/>
        </p:nvCxnSpPr>
        <p:spPr>
          <a:xfrm flipH="1">
            <a:off x="3697357" y="5693358"/>
            <a:ext cx="5267739" cy="0"/>
          </a:xfrm>
          <a:prstGeom prst="straightConnector1">
            <a:avLst/>
          </a:prstGeom>
          <a:ln w="28575" cap="flat" cmpd="sng" algn="ctr">
            <a:solidFill>
              <a:srgbClr val="6E6F73"/>
            </a:solidFill>
            <a:prstDash val="solid"/>
            <a:round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E1DC259A-82AD-39D9-BA42-1F52666B8842}"/>
              </a:ext>
            </a:extLst>
          </p:cNvPr>
          <p:cNvSpPr txBox="1"/>
          <p:nvPr/>
        </p:nvSpPr>
        <p:spPr>
          <a:xfrm>
            <a:off x="5765088" y="5915233"/>
            <a:ext cx="33107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Statut donneur d’ordre</a:t>
            </a:r>
          </a:p>
          <a:p>
            <a:pPr algn="r"/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Statut bénéficiaire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DC2D203-749B-A0BD-7FB3-7F18E515E717}"/>
              </a:ext>
            </a:extLst>
          </p:cNvPr>
          <p:cNvSpPr txBox="1"/>
          <p:nvPr/>
        </p:nvSpPr>
        <p:spPr>
          <a:xfrm>
            <a:off x="3913096" y="2148698"/>
            <a:ext cx="2344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ID Transaction </a:t>
            </a:r>
          </a:p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Date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11C601B-EC0F-8D1B-485D-5CE4BAA78581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441060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89A30-7682-3C09-03E7-441D34887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22810-0190-79BB-25CD-39F6448E8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API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1A2A6E77-E15A-70CB-541D-87CF288BB9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11" name="AutoShape 28" descr="Eclipse logo vector">
            <a:extLst>
              <a:ext uri="{FF2B5EF4-FFF2-40B4-BE49-F238E27FC236}">
                <a16:creationId xmlns:a16="http://schemas.microsoft.com/office/drawing/2014/main" id="{ECB55F15-DAB9-93E9-BF6F-C46934C337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3" name="Image 2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4C13531E-E2E8-CC26-BA77-796B6335E22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81"/>
          <a:stretch/>
        </p:blipFill>
        <p:spPr>
          <a:xfrm>
            <a:off x="1140483" y="1209927"/>
            <a:ext cx="9606233" cy="515663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9DC3592-47F1-C37B-F637-C938A85776A6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959017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37BA7-A3E8-8477-7192-69B5F1CA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38FB55-9099-629D-D9FE-81BE9E55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Web App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66992EAD-9795-B808-955E-681BA86C49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B248C6E-0E81-D175-CEC0-9769791E6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1955800"/>
            <a:ext cx="3251200" cy="3251200"/>
          </a:xfrm>
          <a:prstGeom prst="rect">
            <a:avLst/>
          </a:prstGeom>
        </p:spPr>
      </p:pic>
      <p:pic>
        <p:nvPicPr>
          <p:cNvPr id="2056" name="Picture 8" descr="Backend - Free interface icons">
            <a:extLst>
              <a:ext uri="{FF2B5EF4-FFF2-40B4-BE49-F238E27FC236}">
                <a16:creationId xmlns:a16="http://schemas.microsoft.com/office/drawing/2014/main" id="{4ABE249F-92B0-FCE0-8CAA-A67D9DCB9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2051878"/>
            <a:ext cx="32512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Api - Icônes ordinateur gratuites">
            <a:extLst>
              <a:ext uri="{FF2B5EF4-FFF2-40B4-BE49-F238E27FC236}">
                <a16:creationId xmlns:a16="http://schemas.microsoft.com/office/drawing/2014/main" id="{DBE9B66C-4936-0019-3185-F980ECA47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5200" y="1886226"/>
            <a:ext cx="3519913" cy="3519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0EC4C1F8-86C0-7F1A-2B79-A0B43FB1E53D}"/>
              </a:ext>
            </a:extLst>
          </p:cNvPr>
          <p:cNvCxnSpPr/>
          <p:nvPr/>
        </p:nvCxnSpPr>
        <p:spPr>
          <a:xfrm>
            <a:off x="3450713" y="3866322"/>
            <a:ext cx="1019687" cy="0"/>
          </a:xfrm>
          <a:prstGeom prst="straightConnector1">
            <a:avLst/>
          </a:prstGeom>
          <a:ln w="3492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452186A-DD6B-90C5-363B-919DA265088C}"/>
              </a:ext>
            </a:extLst>
          </p:cNvPr>
          <p:cNvCxnSpPr/>
          <p:nvPr/>
        </p:nvCxnSpPr>
        <p:spPr>
          <a:xfrm>
            <a:off x="7721600" y="4018722"/>
            <a:ext cx="1019687" cy="0"/>
          </a:xfrm>
          <a:prstGeom prst="straightConnector1">
            <a:avLst/>
          </a:prstGeom>
          <a:ln w="3492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A054860-2DD0-7D96-FAF1-E8E3B59C9E3A}"/>
              </a:ext>
            </a:extLst>
          </p:cNvPr>
          <p:cNvSpPr txBox="1"/>
          <p:nvPr/>
        </p:nvSpPr>
        <p:spPr>
          <a:xfrm>
            <a:off x="1331843" y="5406139"/>
            <a:ext cx="1351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Front-end</a:t>
            </a:r>
            <a:endParaRPr lang="fr-FR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83573ED-C709-43A5-0D97-8B68278BDE89}"/>
              </a:ext>
            </a:extLst>
          </p:cNvPr>
          <p:cNvSpPr txBox="1"/>
          <p:nvPr/>
        </p:nvSpPr>
        <p:spPr>
          <a:xfrm>
            <a:off x="4918765" y="5413806"/>
            <a:ext cx="3012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Back-end</a:t>
            </a:r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 for </a:t>
            </a:r>
            <a:r>
              <a:rPr lang="fr-FR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Front-end</a:t>
            </a:r>
            <a:endParaRPr lang="fr-FR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3BAACA4-B411-092B-0040-831A51EF8B0C}"/>
              </a:ext>
            </a:extLst>
          </p:cNvPr>
          <p:cNvSpPr txBox="1"/>
          <p:nvPr/>
        </p:nvSpPr>
        <p:spPr>
          <a:xfrm>
            <a:off x="9669295" y="5413806"/>
            <a:ext cx="1351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API IPR9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BAAC849F-B680-F48B-6004-C7D66880D9DB}"/>
              </a:ext>
            </a:extLst>
          </p:cNvPr>
          <p:cNvCxnSpPr/>
          <p:nvPr/>
        </p:nvCxnSpPr>
        <p:spPr>
          <a:xfrm flipH="1">
            <a:off x="3317461" y="1874523"/>
            <a:ext cx="5267739" cy="0"/>
          </a:xfrm>
          <a:prstGeom prst="straightConnector1">
            <a:avLst/>
          </a:prstGeom>
          <a:ln w="28575" cap="flat" cmpd="sng" algn="ctr">
            <a:solidFill>
              <a:srgbClr val="6E6F73"/>
            </a:solidFill>
            <a:prstDash val="solid"/>
            <a:round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75F70A4A-870C-D382-6E1F-6FF19B7F69CC}"/>
              </a:ext>
            </a:extLst>
          </p:cNvPr>
          <p:cNvSpPr txBox="1"/>
          <p:nvPr/>
        </p:nvSpPr>
        <p:spPr>
          <a:xfrm>
            <a:off x="3317461" y="2623276"/>
            <a:ext cx="2344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ID Transaction </a:t>
            </a:r>
          </a:p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Date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A290681-16AF-062E-0FEF-D127B74499E7}"/>
              </a:ext>
            </a:extLst>
          </p:cNvPr>
          <p:cNvSpPr txBox="1"/>
          <p:nvPr/>
        </p:nvSpPr>
        <p:spPr>
          <a:xfrm>
            <a:off x="5274403" y="1146916"/>
            <a:ext cx="33107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Statut donneur d’ordre</a:t>
            </a:r>
          </a:p>
          <a:p>
            <a:pPr algn="r"/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Statut bénéficiaire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1903556-A3D3-E43F-A8EB-3C8CF20C0B80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0930537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AECDF-91AA-3047-5770-4B548FAA7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FE15CF-EE19-B066-246A-19C0C5B7F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Web App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B01BE72C-E61B-4E0D-BD0D-83A0EF6FAD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3" name="Image 2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975022D2-3DDE-6656-D04E-E2D3125921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55" b="7744"/>
          <a:stretch/>
        </p:blipFill>
        <p:spPr bwMode="auto">
          <a:xfrm>
            <a:off x="595947" y="1209926"/>
            <a:ext cx="11443653" cy="51306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776DA9E-2D16-4251-C1AC-1E4F84B05B8A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509746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5782-DB21-74F5-1522-6C0CC03B3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91A67E-90E6-88C6-12EE-6895B539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Sécurité &amp; habilitations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8F535C99-E6A4-80B5-BC63-B7D75214F5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3074" name="Picture 2" descr="LDAP Search Utility - CodeProject">
            <a:extLst>
              <a:ext uri="{FF2B5EF4-FFF2-40B4-BE49-F238E27FC236}">
                <a16:creationId xmlns:a16="http://schemas.microsoft.com/office/drawing/2014/main" id="{73A54414-09DF-2076-B633-393CC5838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629" y="2396591"/>
            <a:ext cx="2618684" cy="2395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Backend - Free interface icons">
            <a:extLst>
              <a:ext uri="{FF2B5EF4-FFF2-40B4-BE49-F238E27FC236}">
                <a16:creationId xmlns:a16="http://schemas.microsoft.com/office/drawing/2014/main" id="{511C7A8F-34B6-1596-269E-91ECC831D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891" y="2272331"/>
            <a:ext cx="2769703" cy="2769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D4DFCE9-70A1-9A9B-A501-BA94D6A31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26" y="2272330"/>
            <a:ext cx="2769704" cy="2769704"/>
          </a:xfrm>
          <a:prstGeom prst="rect">
            <a:avLst/>
          </a:prstGeom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87E8018A-5756-A532-C559-672595577224}"/>
              </a:ext>
            </a:extLst>
          </p:cNvPr>
          <p:cNvCxnSpPr/>
          <p:nvPr/>
        </p:nvCxnSpPr>
        <p:spPr>
          <a:xfrm>
            <a:off x="3251931" y="3747052"/>
            <a:ext cx="1019687" cy="0"/>
          </a:xfrm>
          <a:prstGeom prst="straightConnector1">
            <a:avLst/>
          </a:prstGeom>
          <a:ln w="3492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9B3C3096-64E3-263D-34C8-CFA60737EAD5}"/>
              </a:ext>
            </a:extLst>
          </p:cNvPr>
          <p:cNvCxnSpPr/>
          <p:nvPr/>
        </p:nvCxnSpPr>
        <p:spPr>
          <a:xfrm>
            <a:off x="7757670" y="3747052"/>
            <a:ext cx="1019687" cy="0"/>
          </a:xfrm>
          <a:prstGeom prst="straightConnector1">
            <a:avLst/>
          </a:prstGeom>
          <a:ln w="34925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AD150846-E5B1-AA7C-0585-D15EFC12769C}"/>
              </a:ext>
            </a:extLst>
          </p:cNvPr>
          <p:cNvCxnSpPr>
            <a:cxnSpLocks/>
            <a:stCxn id="3076" idx="0"/>
          </p:cNvCxnSpPr>
          <p:nvPr/>
        </p:nvCxnSpPr>
        <p:spPr>
          <a:xfrm flipH="1" flipV="1">
            <a:off x="3244878" y="1911127"/>
            <a:ext cx="4020497" cy="19215"/>
          </a:xfrm>
          <a:prstGeom prst="straightConnector1">
            <a:avLst/>
          </a:prstGeom>
          <a:ln w="28575" cap="flat" cmpd="sng" algn="ctr">
            <a:solidFill>
              <a:srgbClr val="6E6F73"/>
            </a:solidFill>
            <a:prstDash val="solid"/>
            <a:round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C635FF83-A6BC-D329-88A6-A02BE78E7929}"/>
              </a:ext>
            </a:extLst>
          </p:cNvPr>
          <p:cNvCxnSpPr>
            <a:cxnSpLocks/>
          </p:cNvCxnSpPr>
          <p:nvPr/>
        </p:nvCxnSpPr>
        <p:spPr>
          <a:xfrm flipH="1" flipV="1">
            <a:off x="3251931" y="1629357"/>
            <a:ext cx="4020497" cy="20296"/>
          </a:xfrm>
          <a:prstGeom prst="straightConnector1">
            <a:avLst/>
          </a:prstGeom>
          <a:ln w="28575" cap="flat" cmpd="sng" algn="ctr">
            <a:solidFill>
              <a:srgbClr val="6E6F73"/>
            </a:solidFill>
            <a:prstDash val="solid"/>
            <a:round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Index of /content/themes/altimax/dist/img/icons/html">
            <a:extLst>
              <a:ext uri="{FF2B5EF4-FFF2-40B4-BE49-F238E27FC236}">
                <a16:creationId xmlns:a16="http://schemas.microsoft.com/office/drawing/2014/main" id="{505F61BF-15FA-EE59-98D4-BD9718ABF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111350" y="1930342"/>
            <a:ext cx="308051" cy="30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cones Valide, images Valide png et ico">
            <a:extLst>
              <a:ext uri="{FF2B5EF4-FFF2-40B4-BE49-F238E27FC236}">
                <a16:creationId xmlns:a16="http://schemas.microsoft.com/office/drawing/2014/main" id="{BF7BDA52-4A1E-ED56-B3C5-12C983B50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921" y="1223975"/>
            <a:ext cx="375014" cy="37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EC74E1E9-A41B-4A80-1A4B-5506D6EADBD5}"/>
              </a:ext>
            </a:extLst>
          </p:cNvPr>
          <p:cNvSpPr txBox="1"/>
          <p:nvPr/>
        </p:nvSpPr>
        <p:spPr>
          <a:xfrm>
            <a:off x="3761774" y="1186965"/>
            <a:ext cx="331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Autorisé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0D38C22-B4D0-B9FD-942B-33BE72DBCC46}"/>
              </a:ext>
            </a:extLst>
          </p:cNvPr>
          <p:cNvSpPr txBox="1"/>
          <p:nvPr/>
        </p:nvSpPr>
        <p:spPr>
          <a:xfrm>
            <a:off x="3807606" y="1916316"/>
            <a:ext cx="3310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Non Autorisé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423F475-EC8E-9BE9-D437-EF397A682CE6}"/>
              </a:ext>
            </a:extLst>
          </p:cNvPr>
          <p:cNvSpPr txBox="1"/>
          <p:nvPr/>
        </p:nvSpPr>
        <p:spPr>
          <a:xfrm>
            <a:off x="7459594" y="4356443"/>
            <a:ext cx="2344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Habilitations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CF3888D-4754-2754-12B2-D2B0B5CF2C2E}"/>
              </a:ext>
            </a:extLst>
          </p:cNvPr>
          <p:cNvSpPr txBox="1"/>
          <p:nvPr/>
        </p:nvSpPr>
        <p:spPr>
          <a:xfrm>
            <a:off x="7611820" y="3212068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Token</a:t>
            </a:r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 JWT</a:t>
            </a:r>
            <a:endParaRPr lang="fr-FR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CB9B974-B6EE-A701-3C01-643643355FDA}"/>
              </a:ext>
            </a:extLst>
          </p:cNvPr>
          <p:cNvSpPr txBox="1"/>
          <p:nvPr/>
        </p:nvSpPr>
        <p:spPr>
          <a:xfrm>
            <a:off x="1020417" y="5170307"/>
            <a:ext cx="1351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Front-end</a:t>
            </a:r>
            <a:endParaRPr lang="fr-FR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0688513-7B40-89C9-B2F2-EA069291067B}"/>
              </a:ext>
            </a:extLst>
          </p:cNvPr>
          <p:cNvSpPr txBox="1"/>
          <p:nvPr/>
        </p:nvSpPr>
        <p:spPr>
          <a:xfrm>
            <a:off x="4607993" y="5196843"/>
            <a:ext cx="3012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Back-end</a:t>
            </a:r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 for </a:t>
            </a:r>
            <a:r>
              <a:rPr lang="fr-FR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Front-end</a:t>
            </a:r>
            <a:endParaRPr lang="fr-FR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EF0A496D-7C5B-29E8-CD88-7CE1A67343EE}"/>
              </a:ext>
            </a:extLst>
          </p:cNvPr>
          <p:cNvCxnSpPr>
            <a:cxnSpLocks/>
          </p:cNvCxnSpPr>
          <p:nvPr/>
        </p:nvCxnSpPr>
        <p:spPr>
          <a:xfrm flipH="1">
            <a:off x="7620654" y="4198409"/>
            <a:ext cx="1156703" cy="2807"/>
          </a:xfrm>
          <a:prstGeom prst="straightConnector1">
            <a:avLst/>
          </a:prstGeom>
          <a:ln w="41275" cap="flat" cmpd="sng" algn="ctr">
            <a:solidFill>
              <a:srgbClr val="6E6F73"/>
            </a:solidFill>
            <a:prstDash val="solid"/>
            <a:round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8CFFE6D8-0EB2-54E4-04B3-27F42B4189CA}"/>
              </a:ext>
            </a:extLst>
          </p:cNvPr>
          <p:cNvSpPr txBox="1"/>
          <p:nvPr/>
        </p:nvSpPr>
        <p:spPr>
          <a:xfrm>
            <a:off x="3081130" y="3276600"/>
            <a:ext cx="2701410" cy="378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Token</a:t>
            </a:r>
            <a:r>
              <a:rPr lang="fr-FR" b="1" dirty="0">
                <a:latin typeface="Arial" panose="020B0604020202020204" pitchFamily="34" charset="0"/>
                <a:ea typeface="Times New Roman" panose="02020603050405020304" pitchFamily="18" charset="0"/>
              </a:rPr>
              <a:t> JWT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F249B71-100A-E2ED-F3AE-7AD4F61652A2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352477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28BC-5D1E-7B8F-9D35-91DBC11A5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7DEE6D-40AF-3C5D-19CD-18B6782FA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Sécurité &amp; habilitations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B9FA507A-DA49-8A07-F7AB-F44E71F3C6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7" name="Image 6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A96693E4-EDB1-7FD1-3B67-DD85D4A7A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38" y="1317386"/>
            <a:ext cx="8764905" cy="515040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AC7D53A-32A4-EAF2-CA5C-EAF84C099F5B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498124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7083E-45E4-31D3-48CC-6F3678D4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EB05CE-492D-68FF-FAC1-FD56014FA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>
                <a:ea typeface="ＭＳ Ｐゴシック"/>
              </a:rPr>
              <a:t>Fabrication </a:t>
            </a:r>
            <a:endParaRPr lang="fr-FR" sz="1800" dirty="0"/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3E219ED1-AB33-6A0C-122F-30ACD0029F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3" name="Image 2" descr="Une image contenant ligne, conception&#10;&#10;Description générée automatiquement">
            <a:extLst>
              <a:ext uri="{FF2B5EF4-FFF2-40B4-BE49-F238E27FC236}">
                <a16:creationId xmlns:a16="http://schemas.microsoft.com/office/drawing/2014/main" id="{E350DE66-40BB-B7EE-58FE-F54AAE667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059" y="800066"/>
            <a:ext cx="6170682" cy="568901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1B14705-7651-3C5A-1FD2-17CB1B9766E6}"/>
              </a:ext>
            </a:extLst>
          </p:cNvPr>
          <p:cNvSpPr txBox="1"/>
          <p:nvPr/>
        </p:nvSpPr>
        <p:spPr>
          <a:xfrm>
            <a:off x="5670274" y="2294436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Production</a:t>
            </a:r>
            <a:r>
              <a:rPr lang="fr-FR" dirty="0">
                <a:effectLst/>
              </a:rPr>
              <a:t> 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0046038-0B51-0C54-260F-95335EA22E01}"/>
              </a:ext>
            </a:extLst>
          </p:cNvPr>
          <p:cNvSpPr txBox="1"/>
          <p:nvPr/>
        </p:nvSpPr>
        <p:spPr>
          <a:xfrm>
            <a:off x="5670274" y="3396734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NEHOM</a:t>
            </a:r>
            <a:r>
              <a:rPr lang="fr-FR" dirty="0">
                <a:effectLst/>
              </a:rPr>
              <a:t> 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39F560B-D6A3-DE59-0F4F-B9804105E0AA}"/>
              </a:ext>
            </a:extLst>
          </p:cNvPr>
          <p:cNvSpPr txBox="1"/>
          <p:nvPr/>
        </p:nvSpPr>
        <p:spPr>
          <a:xfrm>
            <a:off x="5844658" y="4573576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VMOA</a:t>
            </a:r>
            <a:r>
              <a:rPr lang="fr-FR" dirty="0">
                <a:effectLst/>
              </a:rPr>
              <a:t> 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ABE5890-9FE8-5546-364E-B2E08E2DCE6D}"/>
              </a:ext>
            </a:extLst>
          </p:cNvPr>
          <p:cNvSpPr txBox="1"/>
          <p:nvPr/>
        </p:nvSpPr>
        <p:spPr>
          <a:xfrm>
            <a:off x="5844658" y="5750418"/>
            <a:ext cx="617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DEVTU</a:t>
            </a:r>
            <a:r>
              <a:rPr lang="fr-FR" dirty="0">
                <a:effectLst/>
              </a:rPr>
              <a:t> </a:t>
            </a:r>
            <a:endParaRPr lang="fr-FR" dirty="0"/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CD4B6D15-CAF3-5805-4FFB-3AA1C4A56D0B}"/>
              </a:ext>
            </a:extLst>
          </p:cNvPr>
          <p:cNvCxnSpPr/>
          <p:nvPr/>
        </p:nvCxnSpPr>
        <p:spPr>
          <a:xfrm flipV="1">
            <a:off x="8726557" y="1311154"/>
            <a:ext cx="0" cy="4909823"/>
          </a:xfrm>
          <a:prstGeom prst="straightConnector1">
            <a:avLst/>
          </a:prstGeom>
          <a:ln w="44450" cap="flat" cmpd="sng" algn="ctr">
            <a:solidFill>
              <a:srgbClr val="6E6F73"/>
            </a:solidFill>
            <a:prstDash val="solid"/>
            <a:round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641E2B9A-3F35-D15B-C706-F4704E904FC3}"/>
              </a:ext>
            </a:extLst>
          </p:cNvPr>
          <p:cNvSpPr txBox="1"/>
          <p:nvPr/>
        </p:nvSpPr>
        <p:spPr>
          <a:xfrm>
            <a:off x="1113408" y="3406673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Environnements :</a:t>
            </a:r>
            <a:endParaRPr lang="fr-FR" sz="2400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BB3339D-3607-6D59-ABA3-D478DFE452B2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467573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561DD-E4E2-5F4B-3CBA-55DCDEE6E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3DACFE-093D-6A00-6539-BCF13796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Tests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F4EF3903-DA90-ADDC-BD3E-EBD863D16B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6386" name="Picture 2" descr="Mockito ou comment faciliter l'écriture de tests unitaires | Néosoft">
            <a:extLst>
              <a:ext uri="{FF2B5EF4-FFF2-40B4-BE49-F238E27FC236}">
                <a16:creationId xmlns:a16="http://schemas.microsoft.com/office/drawing/2014/main" id="{CB1BB3AB-AE47-3309-EF71-B5D326E75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733" y="4060097"/>
            <a:ext cx="4406900" cy="204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SonarQube ! Analysez la qualité de votre code en 15 min !">
            <a:extLst>
              <a:ext uri="{FF2B5EF4-FFF2-40B4-BE49-F238E27FC236}">
                <a16:creationId xmlns:a16="http://schemas.microsoft.com/office/drawing/2014/main" id="{58E23863-0790-B906-D495-803374EE4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72" y="1599589"/>
            <a:ext cx="79121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8D72FE9-584B-DA00-6098-F514647A2D56}"/>
              </a:ext>
            </a:extLst>
          </p:cNvPr>
          <p:cNvSpPr txBox="1"/>
          <p:nvPr/>
        </p:nvSpPr>
        <p:spPr>
          <a:xfrm>
            <a:off x="3822700" y="1536734"/>
            <a:ext cx="60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80% de couverture</a:t>
            </a:r>
            <a:endParaRPr lang="fr-FR" sz="3200" b="1" dirty="0"/>
          </a:p>
        </p:txBody>
      </p:sp>
      <p:pic>
        <p:nvPicPr>
          <p:cNvPr id="8" name="Image 7" descr="Une image contenant texte, capture d’écran, Police, logo&#10;&#10;Description générée automatiquement">
            <a:extLst>
              <a:ext uri="{FF2B5EF4-FFF2-40B4-BE49-F238E27FC236}">
                <a16:creationId xmlns:a16="http://schemas.microsoft.com/office/drawing/2014/main" id="{97805F0F-A145-8422-408D-98B1BFBD1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72" y="1539381"/>
            <a:ext cx="3518728" cy="107413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C7D36EF-8225-5B7B-87EF-5F9F8EE17D1C}"/>
              </a:ext>
            </a:extLst>
          </p:cNvPr>
          <p:cNvSpPr txBox="1"/>
          <p:nvPr/>
        </p:nvSpPr>
        <p:spPr>
          <a:xfrm>
            <a:off x="4596660" y="4559227"/>
            <a:ext cx="60979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Tests unitaires et d’intégrations !</a:t>
            </a:r>
            <a:endParaRPr lang="fr-FR" sz="32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4E7D6D-0E3F-E121-2151-E863B4F87BF6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14638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68EC3-9F26-B6D8-C818-B7FFE47BC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767D24-AFAB-AD46-34FA-9F8657548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Déploiement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DD803867-C6AC-9AC6-C047-C64CD38B8E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15" name="Image 14" descr="Une image contenant capture d’écran, texte, Police&#10;&#10;Description générée automatiquement">
            <a:extLst>
              <a:ext uri="{FF2B5EF4-FFF2-40B4-BE49-F238E27FC236}">
                <a16:creationId xmlns:a16="http://schemas.microsoft.com/office/drawing/2014/main" id="{4FB68270-47D8-7D8F-1BED-3600EB87F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063717"/>
            <a:ext cx="11881724" cy="303536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D25A7FE4-4DB5-1E8F-B461-21712DF420FE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71381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1160F-1524-FB1E-952B-127334B6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800027-5D5B-AB69-6B26-E01D021F8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Déploiement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ADE317B2-8C56-B747-78E1-C222FA88D2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8" name="Image 7" descr="Une image contenant capture d’écran, texte, logiciel&#10;&#10;Description générée automatiquement">
            <a:extLst>
              <a:ext uri="{FF2B5EF4-FFF2-40B4-BE49-F238E27FC236}">
                <a16:creationId xmlns:a16="http://schemas.microsoft.com/office/drawing/2014/main" id="{DA2BC284-5D59-3AFE-4034-F3FB0FEFD3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70" y="1209927"/>
            <a:ext cx="10487660" cy="4796790"/>
          </a:xfrm>
          <a:prstGeom prst="rect">
            <a:avLst/>
          </a:prstGeom>
        </p:spPr>
      </p:pic>
      <p:pic>
        <p:nvPicPr>
          <p:cNvPr id="6146" name="Picture 2" descr="Logo de Jfrog aux formats PNG transparent et SVG vectorisé">
            <a:extLst>
              <a:ext uri="{FF2B5EF4-FFF2-40B4-BE49-F238E27FC236}">
                <a16:creationId xmlns:a16="http://schemas.microsoft.com/office/drawing/2014/main" id="{D8D7AB70-AAC3-8657-5B9F-686B6FBCC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0773" y="4919881"/>
            <a:ext cx="1123315" cy="1086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FEC0DC6-F323-D128-1CD1-CEAB48B4B27A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543333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7C813-E776-6EED-7150-0C4E87DC9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46F02E-2ACC-5DD0-795D-909BD5E71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Déploiement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219EFF0E-4CCD-EEE7-25FB-A53F5CAC41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3" name="Image 2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D9C66529-A618-8916-1B92-105F865087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31" y="1209927"/>
            <a:ext cx="10006937" cy="5130743"/>
          </a:xfrm>
          <a:prstGeom prst="rect">
            <a:avLst/>
          </a:prstGeom>
        </p:spPr>
      </p:pic>
      <p:pic>
        <p:nvPicPr>
          <p:cNvPr id="4" name="Image 3" descr="What is Argo CD? Features, Architecture, and Benefits">
            <a:extLst>
              <a:ext uri="{FF2B5EF4-FFF2-40B4-BE49-F238E27FC236}">
                <a16:creationId xmlns:a16="http://schemas.microsoft.com/office/drawing/2014/main" id="{214C5664-CC44-F6F3-D191-8DC5A1D0C9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8034" y="4310443"/>
            <a:ext cx="2743835" cy="181730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67007E7-7BF5-BA57-E3BA-5B7566125CA6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9763713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4B406-6E18-0BDB-CBDC-70AA4CACF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719F6-68B2-BC64-021E-D96F3894D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Finalisation 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93C94B56-DEFF-A566-B739-3A21FF779C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5BB2647-5D5A-E48D-D083-B083CF874301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34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4F66F87-FACA-09F5-7ED2-4759DA8968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32"/>
          <a:stretch/>
        </p:blipFill>
        <p:spPr bwMode="auto">
          <a:xfrm>
            <a:off x="223934" y="1251420"/>
            <a:ext cx="11744131" cy="504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254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4B406-6E18-0BDB-CBDC-70AA4CACF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E719F6-68B2-BC64-021E-D96F3894D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Migration (ancienne) 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93C94B56-DEFF-A566-B739-3A21FF779C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5BB2647-5D5A-E48D-D083-B083CF874301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34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86F2617-4A9F-D751-4FAF-3377376494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4"/>
          <a:stretch/>
        </p:blipFill>
        <p:spPr bwMode="auto">
          <a:xfrm>
            <a:off x="1071667" y="1209927"/>
            <a:ext cx="10353465" cy="4994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00973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19098-B470-4B9C-B8E9-ABD749504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4057FD-8A67-1CFF-6EC5-F13F342B8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Migration (nouvelle) 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8B21D146-1B21-58D3-0A13-75C6644E81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3" name="Image 2" descr="Une image contenant texte, nombre, capture d’écran&#10;&#10;Description générée automatiquement">
            <a:extLst>
              <a:ext uri="{FF2B5EF4-FFF2-40B4-BE49-F238E27FC236}">
                <a16:creationId xmlns:a16="http://schemas.microsoft.com/office/drawing/2014/main" id="{779350CC-3BC3-8BD1-A5A4-603DCA422F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9" y="1209927"/>
            <a:ext cx="10421982" cy="48902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4C7E806-157A-740B-E160-CD099F436FF9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2472838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D3DAE-D46D-2A1B-A12A-43AB7B072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84C87-C245-BC28-4D3F-3C8168972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Zoom Technique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Pérennisation 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402DD2F8-41AF-F05E-95D3-E12A1CE020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E504422-3ADC-573A-28AF-F17C1EE5E792}"/>
              </a:ext>
            </a:extLst>
          </p:cNvPr>
          <p:cNvSpPr txBox="1"/>
          <p:nvPr/>
        </p:nvSpPr>
        <p:spPr>
          <a:xfrm>
            <a:off x="2524125" y="1928076"/>
            <a:ext cx="7448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</a:rPr>
              <a:t>S</a:t>
            </a:r>
            <a:r>
              <a:rPr lang="fr-F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eptembre</a:t>
            </a:r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</a:rPr>
              <a:t> : Nouvel alternant à 100% sur le projet</a:t>
            </a:r>
            <a:endParaRPr lang="fr-FR" sz="24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CD6911-ED69-1DA3-23D0-57A0E372103D}"/>
              </a:ext>
            </a:extLst>
          </p:cNvPr>
          <p:cNvSpPr txBox="1"/>
          <p:nvPr/>
        </p:nvSpPr>
        <p:spPr>
          <a:xfrm>
            <a:off x="1323474" y="2985608"/>
            <a:ext cx="10306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latin typeface="Arial" panose="020B0604020202020204" pitchFamily="34" charset="0"/>
                <a:ea typeface="Times New Roman" panose="02020603050405020304" pitchFamily="18" charset="0"/>
              </a:rPr>
              <a:t>Nouvelles fonctionnalités, accès aux bases de données Instant </a:t>
            </a:r>
            <a:r>
              <a:rPr lang="fr-FR" sz="2400" dirty="0" err="1">
                <a:latin typeface="Arial" panose="020B0604020202020204" pitchFamily="34" charset="0"/>
                <a:ea typeface="Times New Roman" panose="02020603050405020304" pitchFamily="18" charset="0"/>
              </a:rPr>
              <a:t>Payment</a:t>
            </a:r>
            <a:endParaRPr lang="fr-FR" sz="2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15E24BE-2809-E44B-D629-DD29741BBE76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23592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88ED8-43FF-7946-30D9-2F8AE36FC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AF5A64B-DEE8-8E4F-102F-6FC9E368D5B3}"/>
              </a:ext>
            </a:extLst>
          </p:cNvPr>
          <p:cNvSpPr txBox="1"/>
          <p:nvPr/>
        </p:nvSpPr>
        <p:spPr>
          <a:xfrm>
            <a:off x="3861659" y="2844225"/>
            <a:ext cx="6097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4. </a:t>
            </a:r>
            <a:r>
              <a:rPr lang="fr-FR" sz="3200" b="1" dirty="0"/>
              <a:t>Bilan de l’étude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E51E4C7E-D9D5-BCFD-2827-8062EE286A66}"/>
                  </a:ext>
                </a:extLst>
              </p14:cNvPr>
              <p14:cNvContentPartPr/>
              <p14:nvPr/>
            </p14:nvContentPartPr>
            <p14:xfrm>
              <a:off x="638416" y="335015"/>
              <a:ext cx="386280" cy="25524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E6DDD71E-A8EE-DC10-A1C6-75AC77F065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416" y="299375"/>
                <a:ext cx="4579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61A6E306-C2C0-4FE3-0933-873010F933B3}"/>
                  </a:ext>
                </a:extLst>
              </p14:cNvPr>
              <p14:cNvContentPartPr/>
              <p14:nvPr/>
            </p14:nvContentPartPr>
            <p14:xfrm>
              <a:off x="638416" y="551735"/>
              <a:ext cx="369000" cy="31572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52EC8ADB-49E9-18C9-684C-88474E9EE8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776" y="516095"/>
                <a:ext cx="440640" cy="3873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ZoneTexte 1">
            <a:extLst>
              <a:ext uri="{FF2B5EF4-FFF2-40B4-BE49-F238E27FC236}">
                <a16:creationId xmlns:a16="http://schemas.microsoft.com/office/drawing/2014/main" id="{703E51DA-D07F-9D34-4D29-BF9ABE54D2E7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39522020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E3BCC-6F69-760C-4AFD-66A295F22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7675F3-EA70-8F4C-9636-784A97973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Bilan de l’étude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Analyse des résultats 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8588EB06-B1B8-BE7C-8282-F0714874B3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EF7DFA9-5B24-E5A2-9316-ECE6929CF857}"/>
              </a:ext>
            </a:extLst>
          </p:cNvPr>
          <p:cNvSpPr txBox="1"/>
          <p:nvPr/>
        </p:nvSpPr>
        <p:spPr>
          <a:xfrm>
            <a:off x="754960" y="3209360"/>
            <a:ext cx="7448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Arial" panose="020B0604020202020204" pitchFamily="34" charset="0"/>
                <a:ea typeface="Times New Roman" panose="02020603050405020304" pitchFamily="18" charset="0"/>
              </a:rPr>
              <a:t>Début janvier</a:t>
            </a:r>
            <a:endParaRPr lang="fr-FR" sz="3200" dirty="0"/>
          </a:p>
        </p:txBody>
      </p:sp>
      <p:pic>
        <p:nvPicPr>
          <p:cNvPr id="17410" name="Picture 2" descr="Gisoft Free png Images - Gratuit: images png de Flèches ou vecteurs sur  fond transparent pour vos projets">
            <a:extLst>
              <a:ext uri="{FF2B5EF4-FFF2-40B4-BE49-F238E27FC236}">
                <a16:creationId xmlns:a16="http://schemas.microsoft.com/office/drawing/2014/main" id="{C3DD4A71-3B4E-6EAA-A33E-655B6C6DA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1041400"/>
            <a:ext cx="508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49198722-A133-D0B5-0A63-AFA5F510FDC0}"/>
              </a:ext>
            </a:extLst>
          </p:cNvPr>
          <p:cNvSpPr txBox="1"/>
          <p:nvPr/>
        </p:nvSpPr>
        <p:spPr>
          <a:xfrm>
            <a:off x="9083951" y="3290450"/>
            <a:ext cx="7448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Arial" panose="020B0604020202020204" pitchFamily="34" charset="0"/>
                <a:ea typeface="Times New Roman" panose="02020603050405020304" pitchFamily="18" charset="0"/>
              </a:rPr>
              <a:t>Mi-mars</a:t>
            </a:r>
            <a:endParaRPr lang="fr-FR" sz="3200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81CD7CE-8181-1B07-5BBC-9B2616E96C4F}"/>
              </a:ext>
            </a:extLst>
          </p:cNvPr>
          <p:cNvSpPr txBox="1"/>
          <p:nvPr/>
        </p:nvSpPr>
        <p:spPr>
          <a:xfrm>
            <a:off x="4479235" y="5874658"/>
            <a:ext cx="7448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dirty="0">
                <a:latin typeface="Arial" panose="020B0604020202020204" pitchFamily="34" charset="0"/>
                <a:ea typeface="Times New Roman" panose="02020603050405020304" pitchFamily="18" charset="0"/>
              </a:rPr>
              <a:t>Mise en production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82834AF-5EC5-96A3-57EF-5E00D8507EAB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1995736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7C9B2-3C9D-B168-9A1E-4468CB57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A43157-2A45-5EF3-A1F4-4A960D5D2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390205"/>
            <a:ext cx="12192000" cy="819722"/>
          </a:xfrm>
        </p:spPr>
        <p:txBody>
          <a:bodyPr lIns="1152000" tIns="45720" rIns="251999" bIns="45720" anchor="t">
            <a:noAutofit/>
          </a:bodyPr>
          <a:lstStyle/>
          <a:p>
            <a:r>
              <a:rPr lang="fr-FR" sz="2800" dirty="0">
                <a:ea typeface="ＭＳ Ｐゴシック"/>
              </a:rPr>
              <a:t>Bilan de l’étude</a:t>
            </a:r>
            <a:br>
              <a:rPr lang="fr-FR" sz="2800" dirty="0">
                <a:ea typeface="ＭＳ Ｐゴシック"/>
              </a:rPr>
            </a:br>
            <a:r>
              <a:rPr lang="fr-FR" sz="1800" dirty="0"/>
              <a:t>Analyse des coûts </a:t>
            </a:r>
          </a:p>
        </p:txBody>
      </p:sp>
      <p:sp>
        <p:nvSpPr>
          <p:cNvPr id="10" name="AutoShape 26" descr="Eclipse Vector Logo - Download Free SVG Icon | Worldvectorlogo">
            <a:extLst>
              <a:ext uri="{FF2B5EF4-FFF2-40B4-BE49-F238E27FC236}">
                <a16:creationId xmlns:a16="http://schemas.microsoft.com/office/drawing/2014/main" id="{1225AC57-B414-EB6A-BB2D-36347FB971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4" name="Image 3" descr="Une image contenant texte, Police, blanc, capture d’écran&#10;&#10;Description générée automatiquement">
            <a:extLst>
              <a:ext uri="{FF2B5EF4-FFF2-40B4-BE49-F238E27FC236}">
                <a16:creationId xmlns:a16="http://schemas.microsoft.com/office/drawing/2014/main" id="{E70FC4B5-42CA-9488-2068-8B3B481AA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111" y="1579259"/>
            <a:ext cx="9072977" cy="230803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70BBB58-1B81-BF2E-7956-6F1471BABF45}"/>
              </a:ext>
            </a:extLst>
          </p:cNvPr>
          <p:cNvSpPr txBox="1"/>
          <p:nvPr/>
        </p:nvSpPr>
        <p:spPr>
          <a:xfrm>
            <a:off x="1151074" y="4794838"/>
            <a:ext cx="7058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E0E0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 Connaissances / Problèmes /</a:t>
            </a:r>
            <a:r>
              <a:rPr lang="fr-FR" sz="2400" b="1" dirty="0">
                <a:solidFill>
                  <a:srgbClr val="0E0E0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S</a:t>
            </a:r>
            <a:r>
              <a:rPr lang="fr-FR" sz="2400" b="1" dirty="0">
                <a:solidFill>
                  <a:srgbClr val="0E0E0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olutions</a:t>
            </a:r>
            <a:r>
              <a:rPr lang="fr-FR" sz="2400" dirty="0">
                <a:effectLst/>
              </a:rPr>
              <a:t> </a:t>
            </a:r>
            <a:endParaRPr lang="fr-FR" sz="24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E46334B-F87E-0F79-0703-14E4175185F7}"/>
              </a:ext>
            </a:extLst>
          </p:cNvPr>
          <p:cNvSpPr txBox="1"/>
          <p:nvPr/>
        </p:nvSpPr>
        <p:spPr>
          <a:xfrm>
            <a:off x="1151074" y="5167483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E0E0E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- </a:t>
            </a:r>
            <a:r>
              <a:rPr lang="fr-FR" sz="2400" b="1" dirty="0">
                <a:solidFill>
                  <a:srgbClr val="0E0E0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L’élargissement du périmètre du PMV </a:t>
            </a:r>
            <a:endParaRPr lang="fr-FR" sz="2400" b="1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D8BA0B1-B7C4-4C9C-588E-EB1181891172}"/>
              </a:ext>
            </a:extLst>
          </p:cNvPr>
          <p:cNvSpPr txBox="1"/>
          <p:nvPr/>
        </p:nvSpPr>
        <p:spPr>
          <a:xfrm>
            <a:off x="1151074" y="5536815"/>
            <a:ext cx="7058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E0E0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 Changements d’architecture / S.I Compliqué</a:t>
            </a:r>
            <a:r>
              <a:rPr lang="fr-FR" sz="2400" dirty="0">
                <a:solidFill>
                  <a:srgbClr val="0E0E0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fr-FR" sz="2400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3BC85B0-4340-6696-B080-A1AEF67D5A06}"/>
              </a:ext>
            </a:extLst>
          </p:cNvPr>
          <p:cNvSpPr txBox="1"/>
          <p:nvPr/>
        </p:nvSpPr>
        <p:spPr>
          <a:xfrm>
            <a:off x="1151074" y="5906147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0E0E0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 Problèmes de déploiement </a:t>
            </a:r>
            <a:r>
              <a:rPr lang="fr-FR" sz="2400" dirty="0">
                <a:solidFill>
                  <a:srgbClr val="0E0E0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fr-FR" sz="24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4E29E40-D41A-8A92-389F-CD4B582226EE}"/>
              </a:ext>
            </a:extLst>
          </p:cNvPr>
          <p:cNvSpPr txBox="1"/>
          <p:nvPr/>
        </p:nvSpPr>
        <p:spPr>
          <a:xfrm>
            <a:off x="680830" y="4298114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>
              <a:spcAft>
                <a:spcPts val="600"/>
              </a:spcAft>
              <a:tabLst>
                <a:tab pos="228600" algn="l"/>
                <a:tab pos="449580" algn="l"/>
              </a:tabLst>
            </a:pPr>
            <a:r>
              <a:rPr lang="fr-FR" sz="2400" b="1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Justification des écarts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6871D58-4814-CB47-4271-369C3E4B89F9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41110842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7E902-83C1-93AB-F54A-C563AA679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207F849-4B40-A428-AC93-E2335B690B1C}"/>
              </a:ext>
            </a:extLst>
          </p:cNvPr>
          <p:cNvSpPr txBox="1"/>
          <p:nvPr/>
        </p:nvSpPr>
        <p:spPr>
          <a:xfrm>
            <a:off x="4696546" y="2893921"/>
            <a:ext cx="6097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5. </a:t>
            </a:r>
            <a:r>
              <a:rPr lang="fr-FR" sz="3200" b="1" dirty="0"/>
              <a:t>Conclusion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F63F6B8F-8E9E-916C-2A9B-92800CF80BA7}"/>
                  </a:ext>
                </a:extLst>
              </p14:cNvPr>
              <p14:cNvContentPartPr/>
              <p14:nvPr/>
            </p14:nvContentPartPr>
            <p14:xfrm>
              <a:off x="638416" y="335015"/>
              <a:ext cx="386280" cy="25524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E6DDD71E-A8EE-DC10-A1C6-75AC77F065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416" y="299375"/>
                <a:ext cx="4579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A32B5746-EC97-7311-BE2C-871D1F9C408C}"/>
                  </a:ext>
                </a:extLst>
              </p14:cNvPr>
              <p14:cNvContentPartPr/>
              <p14:nvPr/>
            </p14:nvContentPartPr>
            <p14:xfrm>
              <a:off x="638416" y="551735"/>
              <a:ext cx="369000" cy="31572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52EC8ADB-49E9-18C9-684C-88474E9EE8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776" y="516095"/>
                <a:ext cx="440640" cy="3873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ZoneTexte 1">
            <a:extLst>
              <a:ext uri="{FF2B5EF4-FFF2-40B4-BE49-F238E27FC236}">
                <a16:creationId xmlns:a16="http://schemas.microsoft.com/office/drawing/2014/main" id="{DF7EE845-DEFD-C147-F6B6-8E70F887BEA2}"/>
              </a:ext>
            </a:extLst>
          </p:cNvPr>
          <p:cNvSpPr txBox="1"/>
          <p:nvPr/>
        </p:nvSpPr>
        <p:spPr>
          <a:xfrm>
            <a:off x="11318788" y="28118"/>
            <a:ext cx="7653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000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8577881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F65F5-B76D-2AF0-F39C-4D88E0CD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1928424-8DDE-7EFD-6F9E-40AFFD855A7F}"/>
              </a:ext>
            </a:extLst>
          </p:cNvPr>
          <p:cNvSpPr txBox="1"/>
          <p:nvPr/>
        </p:nvSpPr>
        <p:spPr>
          <a:xfrm>
            <a:off x="5586883" y="3136612"/>
            <a:ext cx="6097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Merci 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cre 2">
                <a:extLst>
                  <a:ext uri="{FF2B5EF4-FFF2-40B4-BE49-F238E27FC236}">
                    <a16:creationId xmlns:a16="http://schemas.microsoft.com/office/drawing/2014/main" id="{0E0667AE-C037-2BBF-F441-739B033A7DFE}"/>
                  </a:ext>
                </a:extLst>
              </p14:cNvPr>
              <p14:cNvContentPartPr/>
              <p14:nvPr/>
            </p14:nvContentPartPr>
            <p14:xfrm>
              <a:off x="638416" y="335015"/>
              <a:ext cx="386280" cy="255240"/>
            </p14:xfrm>
          </p:contentPart>
        </mc:Choice>
        <mc:Fallback xmlns="">
          <p:pic>
            <p:nvPicPr>
              <p:cNvPr id="3" name="Encre 2">
                <a:extLst>
                  <a:ext uri="{FF2B5EF4-FFF2-40B4-BE49-F238E27FC236}">
                    <a16:creationId xmlns:a16="http://schemas.microsoft.com/office/drawing/2014/main" id="{E6DDD71E-A8EE-DC10-A1C6-75AC77F0650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416" y="299375"/>
                <a:ext cx="45792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1523A7B1-68DE-7D39-53BF-F0BEDC9C4363}"/>
                  </a:ext>
                </a:extLst>
              </p14:cNvPr>
              <p14:cNvContentPartPr/>
              <p14:nvPr/>
            </p14:nvContentPartPr>
            <p14:xfrm>
              <a:off x="638416" y="551735"/>
              <a:ext cx="369000" cy="315720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52EC8ADB-49E9-18C9-684C-88474E9EE8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776" y="516095"/>
                <a:ext cx="440640" cy="38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89703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41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EE4P_MASTERWIZARD_DRAFT" val="0"/>
  <p:tag name="EE4P_STYLE_NAME" val="CA Grid A4"/>
  <p:tag name="EE4P_STYLE_ID" val="WIW7JhXk"/>
  <p:tag name="EE4P_MASTERWIZARD_MARGINS" val="0"/>
  <p:tag name="THINKCELLUNDODONOTDELETE" val="0"/>
  <p:tag name="EE4P_AGENDAWIZARD" val="&lt;ee4p&gt;&lt;layouts&gt;&lt;layout name=&quot;Divider Slide&quot; id=&quot;227_2-2&quot;&gt;&lt;standard&gt;&lt;textframe horizontalAnchor=&quot;1&quot; marginBottom=&quot;0&quot; marginLeft=&quot;0&quot; marginRight=&quot;0&quot; marginTop=&quot;0&quot; orientation=&quot;1&quot; verticalAnchor=&quot;1&quot; /&gt;&lt;font name=&quot;Arial&quot; bold=&quot;0&quot; italic=&quot;0&quot; color=&quot;#ffffff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&quot; subtitle=&quot;&quot; sizingModeId=&quot;1&quot; fontSize=&quot;20&quot; fontSizeAuto=&quot;1&quot; startTime=&quot;540&quot; timeFormatId=&quot;1&quot; startItemNo=&quot;1&quot; createSingleAgendaSlide=&quot;1&quot; createSeparatingSlides=&quot;1&quot; createBackupSlide=&quot;1&quot; /&gt;&lt;columns&gt;&lt;column field=&quot;itemno&quot; label=&quot;No.&quot; checked=&quot;0&quot; leftSpacing=&quot;0&quot; rightSpacing=&quot;0&quot; dock=&quot;1&quot; fixedWidth=&quot;51.87527&quot; /&gt;&lt;column field=&quot;topic&quot; label=&quot;Topic&quot; leftSpacing=&quot;0&quot; rightDistribute=&quot;1&quot; dock=&quot;1&quot; /&gt;&lt;column field=&quot;responsible&quot; label=&quot;Responsible&quot; visible=&quot;0&quot; checked=&quot;0&quot; leftSpacing=&quot;10&quot; rightDistribute=&quot;1&quot; dock=&quot;1&quot; /&gt;&lt;column field=&quot;freecolumn&quot; label=&quot;&quot; visible=&quot;0&quot; checked=&quot;0&quot; leftSpacing=&quot;10&quot; rightDistribute=&quot;1&quot; dock=&quot;1&quot; /&gt;&lt;column field=&quot;timeslot&quot; label=&quot;Time Slot&quot; visible=&quot;1&quot; checked=&quot;0&quot; leftSpacing=&quot;34&quot; rightSpacing=&quot;0&quot; dock=&quot;2&quot; /&gt;&lt;column field=&quot;pageno&quot; label=&quot;Page No.&quot; visible=&quot;0&quot; checked=&quot;0&quot; leftSpacing=&quot;34&quot; rightSpacing=&quot;0&quot; dock=&quot;2&quot; /&gt;&lt;/columns&gt;&lt;position left=&quot;380.9765&quot; top=&quot;121.2435&quot; width=&quot;349.4645&quot; height=&quot;340.5527&quot; /&gt;&lt;!--&#10;      &lt;subtitle&gt;&#10;      &#10;        &lt;position left=&quot;197.597&quot; top=&quot;369.3848&quot; width=&quot;123.634&quot; height=&quot;115.6044&quot; autoshape=&quot;1&quot; rotation=&quot;0&quot; /&gt;&#10;        &lt;line visible=&quot;1&quot; weight=&quot;0.75&quot; style=&quot;1&quot; dashStyle=&quot;1&quot; foreColor=&quot;14&quot; /&gt;&#10;        &lt;fill visible=&quot;0&quot; /&gt;&#10;        &lt;textframe horizontalAnchor=&quot;1&quot; verticalAnchor=&quot;1&quot; orientation=&quot;1&quot; wordWrap=&quot;1&quot; autoSize=&quot;0&quot; marginLeft=&quot;8.503937&quot; marginRight=&quot;0&quot; marginTop=&quot;14.17323&quot; marginBottom=&quot;0&quot; /&gt;&#10;        &lt;paragraphformat alignment=&quot;1&quot; lineRuleBefore=&quot;0&quot; lineRuleWithin=&quot;1&quot; lineRuleAfter=&quot;0&quot; spaceBefore=&quot;0&quot; spaceWithin=&quot;0.95&quot; spaceAfter=&quot;0&quot; /&gt;&#10;        &lt;font name=&quot;Trebuchet MS&quot; size=&quot;10&quot; bold=&quot;0&quot; italic=&quot;0&quot; underlineStyle=&quot;0&quot; color=&quot;#ffffff&quot; spacing=&quot;0&quot; kerning=&quot;12&quot; /&gt;&#10;      &#10;      &lt;/subtitle&gt;&#10;      --&gt;&lt;settings allowedSizingModeIds=&quot;1|2&quot; allowedFontSizes=&quot;8|9|10.5|11|12|14|16|18|20|22|24&quot; allowedTimeFormatIds=&quot;1|2|3&quot; slideLayout=&quot;11&quot; customLayoutName=&quot;Blank green|Presentation¦Blank green&quot; customLayoutIndex=&quot;&quot; showBreak=&quot;0&quot; singleAgendaSlideSelected=&quot;1&quot; backupSlideTitle=&quot;Unused Slides&quot; topMargin=&quot;0&quot; leftMargin=&quot;0&quot; allowedLevels=&quot;2&quot; itemNoFormats=&quot;{1}¦{1}.{2}¦{3:alphaLC}¦{3:alphaLC}.{4:alphaLC}&quot; customLayoutNameBackup=&quot;Special gray|Presentation¦Special gray&quot; titlePrompt=&quot;Insert Title&quot; namePrompt=&quot;Insert Date&quot; /&gt;&lt;cases&gt;&lt;case level=&quot;1&quot; selected=&quot;0&quot; break=&quot;0&quot; topMinSpacing=&quot;5&quot; topMaxSpacing=&quot;15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textframe marginLeft=&quot;0&quot; /&gt;&lt;font color=&quot;15:0.4&quot; size=&quot;20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color=&quot;15:0.4&quot; size=&quot;20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color=&quot;15:0.4&quot; size=&quot;20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color=&quot;15:0.4&quot; size=&quot;20&quot; /&gt;&lt;/element&gt;&lt;element field=&quot;pageno&quot; type=&quot;autoshape&quot; autoShapeType=&quot;1&quot;&gt;&lt;paragraphformat alignment=&quot;3&quot; /&gt;&lt;font color=&quot;15:0.4&quot; size=&quot;20&quot; /&gt;&lt;/element&gt;&lt;/case&gt;&lt;case level=&quot;1&quot; selected=&quot;1&quot; break=&quot;0&quot; topMinSpacing=&quot;5&quot; topMaxSpacing=&quot;15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size=&quot;20&quot; /&gt;&lt;textframe marginLeft=&quot;0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size=&quot;20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size=&quot;20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size=&quot;20&quot; /&gt;&lt;/element&gt;&lt;element field=&quot;pageno&quot; type=&quot;autoshape&quot; autoShapeType=&quot;1&quot;&gt;&lt;paragraphformat alignment=&quot;3&quot; /&gt;&lt;font size=&quot;20&quot; /&gt;&lt;/element&gt;&lt;/case&gt;&lt;case level=&quot;2&quot; selected=&quot;0&quot; break=&quot;0&quot; topMinSpacing=&quot;4&quot; topMaxSpacing=&quot;4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textframe marginLeft=&quot;0&quot; /&gt;&lt;font color=&quot;15:0.4&quot; size=&quot;14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color=&quot;15:0.4&quot; size=&quot;14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color=&quot;15:0.4&quot; size=&quot;14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color=&quot;15:0.4&quot; size=&quot;14&quot; /&gt;&lt;/element&gt;&lt;element field=&quot;pageno&quot; type=&quot;autoshape&quot; autoShapeType=&quot;1&quot;&gt;&lt;paragraphformat alignment=&quot;3&quot; /&gt;&lt;font color=&quot;15:0.4&quot; size=&quot;14&quot; /&gt;&lt;/element&gt;&lt;/case&gt;&lt;case level=&quot;2&quot; selected=&quot;1&quot; break=&quot;0&quot; topMinSpacing=&quot;4&quot; topMaxSpacing=&quot;4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textframe marginLeft=&quot;0&quot; /&gt;&lt;font size=&quot;14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size=&quot;14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size=&quot;14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size=&quot;14&quot; /&gt;&lt;/element&gt;&lt;element field=&quot;pageno&quot; type=&quot;autoshape&quot; autoShapeType=&quot;1&quot;&gt;&lt;paragraphformat alignment=&quot;3&quot; /&gt;&lt;font size=&quot;14&quot; /&gt;&lt;/element&gt;&lt;/case&gt;&lt;/cases&gt;&lt;elements&gt;&lt;element type=&quot;autoshape&quot; autoShapeType=&quot;1&quot; value=&quot;%agendaTitle%&quot; slideType=&quot;0&quot;&gt;&lt;position left=&quot;-331.37023&quot; top=&quot;-49.243548&quot; width=&quot;272.965&quot; height=&quot;275.1478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1&quot; orientation=&quot;1&quot; wordWrap=&quot;1&quot; autoSize=&quot;0&quot; marginLeft=&quot;0&quot; marginRight=&quot;0&quot; marginTop=&quot;28.34645714&quot; marginBottom=&quot;0&quot; /&gt;&lt;paragraphformat alignment=&quot;2&quot; lineRuleBefore=&quot;0&quot; lineRuleWithin=&quot;1&quot; lineRuleAfter=&quot;0&quot; spaceBefore=&quot;0&quot; spaceWithin=&quot;0.95&quot; spaceAfter=&quot;0&quot; /&gt;&lt;font name=&quot;Arial&quot; size=&quot;44&quot; bold=&quot;0&quot; italic=&quot;0&quot; underlineStyle=&quot;0&quot; color=&quot;#ffffff&quot; spacing=&quot;0&quot; kerning=&quot;12&quot; /&gt;&lt;/element&gt;&lt;element type=&quot;autoshape&quot; autoShapeType=&quot;1&quot; value=&quot;%agendaName%&quot; slideType=&quot;0&quot;&gt;&lt;position left=&quot;-161.86978&quot; top=&quot;237.242914&quot; width=&quot;103.4646&quot; height=&quot;103.36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1&quot; orientation=&quot;1&quot; wordWrap=&quot;1&quot; autoSize=&quot;0&quot; marginLeft=&quot;8.503937&quot; marginRight=&quot;0&quot; marginTop=&quot;14.17323&quot; marginBottom=&quot;0&quot; /&gt;&lt;paragraphformat alignment=&quot;1&quot; lineRuleBefore=&quot;0&quot; lineRuleWithin=&quot;1&quot; lineRuleAfter=&quot;0&quot; spaceBefore=&quot;0&quot; spaceWithin=&quot;0.95&quot; spaceAfter=&quot;0&quot; /&gt;&lt;font name=&quot;Arial&quot; size=&quot;10&quot; bold=&quot;0&quot; italic=&quot;0&quot; underlineStyle=&quot;0&quot; color=&quot;#ffffff&quot; spacing=&quot;0&quot; kerning=&quot;12&quot; /&gt;&lt;/element&gt;&lt;element type=&quot;autoshape&quot; autoShapeType=&quot;1&quot; value=&quot;&quot; slideType=&quot;0&quot;&gt;&lt;position left=&quot;-241.7539&quot; top=&quot;237.242914&quot; width=&quot;68.59843&quot; height=&quot;68.69473&quot; autoshape=&quot;1&quot; rotation=&quot;0&quot; /&gt;&lt;line visible=&quot;1&quot; weight=&quot;0.75&quot; style=&quot;1&quot; dashStyle=&quot;1&quot; foreColor=&quot;#ffffff&quot; /&gt;&lt;fill visible=&quot;0&quot; /&gt;&lt;/element&gt;&lt;/elements&gt;&lt;/layout&gt;&lt;/layouts&gt;&lt;contents&gt;&lt;agenda name=&quot;&quot; title=&quot;&quot; subtitle=&quot;&quot; sizingModeId=&quot;1&quot; fontSize=&quot;20&quot; fontSizeAuto=&quot;1&quot; startTime=&quot;540&quot; timeFormatId=&quot;1&quot; startItemNo=&quot;1&quot; createSingleAgendaSlide=&quot;0&quot; createSeparatingSlides=&quot;1&quot; createBackupSlide=&quot;0&quot; layoutId=&quot;227_2-2&quot; createSections=&quot;0&quot;&gt;&lt;columns&gt;&lt;column field=&quot;itemno&quot; label=&quot;No.&quot; checked=&quot;0&quot; leftSpacing=&quot;0&quot; rightSpacing=&quot;0&quot; dock=&quot;1&quot; fixedWidth=&quot;51.87527&quot; /&gt;&lt;column field=&quot;topic&quot; label=&quot;Topic&quot; leftSpacing=&quot;0&quot; rightDistribute=&quot;1&quot; dock=&quot;1&quot; rightSpacing=&quot;124.0343&quot; /&gt;&lt;column field=&quot;responsible&quot; label=&quot;Responsible&quot; visible=&quot;0&quot; checked=&quot;0&quot; leftSpacing=&quot;10&quot; rightDistribute=&quot;1&quot; dock=&quot;1&quot; /&gt;&lt;column field=&quot;freecolumn&quot; label=&quot;&quot; visible=&quot;0&quot; checked=&quot;0&quot; leftSpacing=&quot;10&quot; rightDistribute=&quot;1&quot; dock=&quot;1&quot; /&gt;&lt;column field=&quot;timeslot&quot; label=&quot;Time Slot&quot; visible=&quot;1&quot; checked=&quot;0&quot; leftSpacing=&quot;34&quot; rightSpacing=&quot;0&quot; dock=&quot;2&quot; /&gt;&lt;column field=&quot;pageno&quot; label=&quot;Page No.&quot; visible=&quot;0&quot; checked=&quot;0&quot; leftSpacing=&quot;34&quot; rightSpacing=&quot;0&quot; dock=&quot;2&quot; /&gt;&lt;/columns&gt;&lt;items&gt;&lt;item duration=&quot;30&quot; id=&quot;4fcf41c2-286b-422f-9e4d-1a57584d3d45&quot; parentId=&quot;&quot; level=&quot;1&quot; generateAgendaSlide=&quot;1&quot; showAgendaItem=&quot;1&quot; isBreak=&quot;0&quot; topic=&quot;Recrutements prioritaires&quot; agendaSlideId=&quot;26ee9ca6-c0ee-4e4b-b6de-3716101fb3d2&quot; /&gt;&lt;item duration=&quot;30&quot; id=&quot;28c64757-7a35-4f4d-8847-e8b3ee3422a7&quot; parentId=&quot;&quot; level=&quot;1&quot; generateAgendaSlide=&quot;1&quot; showAgendaItem=&quot;1&quot; isBreak=&quot;0&quot; topic=&quot;Plan d'embarquement&quot; agendaSlideId=&quot;42f19e25-d59a-4bb4-a26a-8ea1993b847d&quot; /&gt;&lt;/items&gt;&lt;/agenda&gt;&lt;/contents&gt;&lt;/ee4p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nception personnalisée">
  <a:themeElements>
    <a:clrScheme name="CA_TS">
      <a:dk1>
        <a:srgbClr val="3C4646"/>
      </a:dk1>
      <a:lt1>
        <a:srgbClr val="FFFFFF"/>
      </a:lt1>
      <a:dk2>
        <a:srgbClr val="007856"/>
      </a:dk2>
      <a:lt2>
        <a:srgbClr val="F5F4F5"/>
      </a:lt2>
      <a:accent1>
        <a:srgbClr val="027655"/>
      </a:accent1>
      <a:accent2>
        <a:srgbClr val="FFC200"/>
      </a:accent2>
      <a:accent3>
        <a:srgbClr val="00B7EA"/>
      </a:accent3>
      <a:accent4>
        <a:srgbClr val="C6D024"/>
      </a:accent4>
      <a:accent5>
        <a:srgbClr val="5A6770"/>
      </a:accent5>
      <a:accent6>
        <a:srgbClr val="E52773"/>
      </a:accent6>
      <a:hlink>
        <a:srgbClr val="9D90B0"/>
      </a:hlink>
      <a:folHlink>
        <a:srgbClr val="49698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2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kern="1200" dirty="0" err="1" smtClean="0">
            <a:solidFill>
              <a:schemeClr val="bg1"/>
            </a:solidFill>
            <a:effectLst/>
            <a:latin typeface="+mn-lt"/>
            <a:ea typeface="+mn-ea"/>
            <a:cs typeface="+mn-c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rgbClr val="6E6F73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1_Conception personnalisée">
  <a:themeElements>
    <a:clrScheme name="CA_TS">
      <a:dk1>
        <a:srgbClr val="3C4646"/>
      </a:dk1>
      <a:lt1>
        <a:srgbClr val="FFFFFF"/>
      </a:lt1>
      <a:dk2>
        <a:srgbClr val="007856"/>
      </a:dk2>
      <a:lt2>
        <a:srgbClr val="F5F4F5"/>
      </a:lt2>
      <a:accent1>
        <a:srgbClr val="027655"/>
      </a:accent1>
      <a:accent2>
        <a:srgbClr val="FFC200"/>
      </a:accent2>
      <a:accent3>
        <a:srgbClr val="00B7EA"/>
      </a:accent3>
      <a:accent4>
        <a:srgbClr val="C6D024"/>
      </a:accent4>
      <a:accent5>
        <a:srgbClr val="5A6770"/>
      </a:accent5>
      <a:accent6>
        <a:srgbClr val="E52773"/>
      </a:accent6>
      <a:hlink>
        <a:srgbClr val="9D90B0"/>
      </a:hlink>
      <a:folHlink>
        <a:srgbClr val="49698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2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kern="1200" dirty="0" err="1" smtClean="0">
            <a:solidFill>
              <a:schemeClr val="bg1"/>
            </a:solidFill>
            <a:effectLst/>
            <a:latin typeface="+mn-lt"/>
            <a:ea typeface="+mn-ea"/>
            <a:cs typeface="+mn-c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rgbClr val="6E6F73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2_Conception personnalisée">
  <a:themeElements>
    <a:clrScheme name="Palissad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2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kern="1200" dirty="0" err="1" smtClean="0">
            <a:solidFill>
              <a:schemeClr val="bg1"/>
            </a:solidFill>
            <a:effectLst/>
            <a:latin typeface="+mn-lt"/>
            <a:ea typeface="+mn-ea"/>
            <a:cs typeface="+mn-c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rgbClr val="6E6F73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3_Conception personnalisée">
  <a:themeElements>
    <a:clrScheme name="Palissad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2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kern="1200" dirty="0" err="1" smtClean="0">
            <a:solidFill>
              <a:schemeClr val="bg1"/>
            </a:solidFill>
            <a:effectLst/>
            <a:latin typeface="+mn-lt"/>
            <a:ea typeface="+mn-ea"/>
            <a:cs typeface="+mn-c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rgbClr val="6E6F73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smtClean="0"/>
        </a:defPPr>
      </a:lstStyle>
    </a:txDef>
  </a:objectDefaults>
  <a:extraClrSchemeLst/>
</a:theme>
</file>

<file path=ppt/theme/theme5.xml><?xml version="1.0" encoding="utf-8"?>
<a:theme xmlns:a="http://schemas.openxmlformats.org/drawingml/2006/main" name="4_Conception personnalisée">
  <a:themeElements>
    <a:clrScheme name="CA_TS 1">
      <a:dk1>
        <a:srgbClr val="3C4646"/>
      </a:dk1>
      <a:lt1>
        <a:srgbClr val="FFFFFF"/>
      </a:lt1>
      <a:dk2>
        <a:srgbClr val="007856"/>
      </a:dk2>
      <a:lt2>
        <a:srgbClr val="F5F4F5"/>
      </a:lt2>
      <a:accent1>
        <a:srgbClr val="027655"/>
      </a:accent1>
      <a:accent2>
        <a:srgbClr val="FFC300"/>
      </a:accent2>
      <a:accent3>
        <a:srgbClr val="00B7EB"/>
      </a:accent3>
      <a:accent4>
        <a:srgbClr val="C8D123"/>
      </a:accent4>
      <a:accent5>
        <a:srgbClr val="5A6770"/>
      </a:accent5>
      <a:accent6>
        <a:srgbClr val="D62F6E"/>
      </a:accent6>
      <a:hlink>
        <a:srgbClr val="9D90B0"/>
      </a:hlink>
      <a:folHlink>
        <a:srgbClr val="49688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2"/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kern="1200" dirty="0" err="1" smtClean="0">
            <a:solidFill>
              <a:schemeClr val="bg1"/>
            </a:solidFill>
            <a:effectLst/>
            <a:latin typeface="+mn-lt"/>
            <a:ea typeface="+mn-ea"/>
            <a:cs typeface="+mn-cs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ap="flat" cmpd="sng" algn="ctr">
          <a:solidFill>
            <a:srgbClr val="6E6F73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smtClean="0"/>
        </a:defPPr>
      </a:lstStyle>
    </a:tx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64BE3243F193479D666DC433438375" ma:contentTypeVersion="17" ma:contentTypeDescription="Crée un document." ma:contentTypeScope="" ma:versionID="82723f0b506f0eecee109f32b1ecab62">
  <xsd:schema xmlns:xsd="http://www.w3.org/2001/XMLSchema" xmlns:xs="http://www.w3.org/2001/XMLSchema" xmlns:p="http://schemas.microsoft.com/office/2006/metadata/properties" xmlns:ns1="http://schemas.microsoft.com/sharepoint/v3" xmlns:ns2="efbfee29-3a8b-4f00-a1a3-6f0ee12afc64" xmlns:ns3="2bac1aff-dcd0-4911-8e08-370708c136ed" targetNamespace="http://schemas.microsoft.com/office/2006/metadata/properties" ma:root="true" ma:fieldsID="b9d0232b5ddecdb6c8464b032598dcfb" ns1:_="" ns2:_="" ns3:_="">
    <xsd:import namespace="http://schemas.microsoft.com/sharepoint/v3"/>
    <xsd:import namespace="efbfee29-3a8b-4f00-a1a3-6f0ee12afc64"/>
    <xsd:import namespace="2bac1aff-dcd0-4911-8e08-370708c136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Propriétés de la stratégie de conformité unifiée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Action d’interface utilisateur de la stratégie de conformité unifiée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fee29-3a8b-4f00-a1a3-6f0ee12afc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cb4e1ff1-4910-4b26-8f48-d1ddcd02db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ac1aff-dcd0-4911-8e08-370708c136e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3a06746-9f56-4061-aca1-ec2473423d86}" ma:internalName="TaxCatchAll" ma:showField="CatchAllData" ma:web="2bac1aff-dcd0-4911-8e08-370708c136e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bac1aff-dcd0-4911-8e08-370708c136ed" xsi:nil="true"/>
    <lcf76f155ced4ddcb4097134ff3c332f xmlns="efbfee29-3a8b-4f00-a1a3-6f0ee12afc64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28F9B96-03D5-4B6C-BE4E-CD0608F36AB5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efbfee29-3a8b-4f00-a1a3-6f0ee12afc64"/>
    <ds:schemaRef ds:uri="2bac1aff-dcd0-4911-8e08-370708c136ed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39DB26-5BED-4C80-8CDB-B04591F518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50BC62C-22E9-4D43-A2BF-5C535624E47F}">
  <ds:schemaRefs>
    <ds:schemaRef ds:uri="http://schemas.microsoft.com/office/2006/metadata/properties"/>
    <ds:schemaRef ds:uri="http://www.w3.org/2000/xmlns/"/>
    <ds:schemaRef ds:uri="2bac1aff-dcd0-4911-8e08-370708c136ed"/>
    <ds:schemaRef ds:uri="http://www.w3.org/2001/XMLSchema-instance"/>
    <ds:schemaRef ds:uri="efbfee29-3a8b-4f00-a1a3-6f0ee12afc64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7138</TotalTime>
  <Words>561</Words>
  <Application>Microsoft Office PowerPoint</Application>
  <PresentationFormat>Grand écran</PresentationFormat>
  <Paragraphs>189</Paragraphs>
  <Slides>42</Slides>
  <Notes>3</Notes>
  <HiddenSlides>0</HiddenSlides>
  <MMClips>0</MMClips>
  <ScaleCrop>false</ScaleCrop>
  <HeadingPairs>
    <vt:vector size="10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5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42</vt:i4>
      </vt:variant>
      <vt:variant>
        <vt:lpstr>Diaporamas personnalisés</vt:lpstr>
      </vt:variant>
      <vt:variant>
        <vt:i4>1</vt:i4>
      </vt:variant>
    </vt:vector>
  </HeadingPairs>
  <TitlesOfParts>
    <vt:vector size="57" baseType="lpstr">
      <vt:lpstr>Arial</vt:lpstr>
      <vt:lpstr>Arial Black</vt:lpstr>
      <vt:lpstr>Century Gothic</vt:lpstr>
      <vt:lpstr>Courier New</vt:lpstr>
      <vt:lpstr>Tahoma</vt:lpstr>
      <vt:lpstr>Times New Roman</vt:lpstr>
      <vt:lpstr>Trebuchet MS</vt:lpstr>
      <vt:lpstr>Wingdings</vt:lpstr>
      <vt:lpstr>Conception personnalisée</vt:lpstr>
      <vt:lpstr>1_Conception personnalisée</vt:lpstr>
      <vt:lpstr>2_Conception personnalisée</vt:lpstr>
      <vt:lpstr>3_Conception personnalisée</vt:lpstr>
      <vt:lpstr>4_Conception personnalisée</vt:lpstr>
      <vt:lpstr>think-cell Slide</vt:lpstr>
      <vt:lpstr>Présentation PowerPoint</vt:lpstr>
      <vt:lpstr>PRÉSENTATION PERSONNELLE</vt:lpstr>
      <vt:lpstr>SOMMAIRE</vt:lpstr>
      <vt:lpstr>Présentation PowerPoint</vt:lpstr>
      <vt:lpstr>Présentation de l’entreprise Crédit Agricole</vt:lpstr>
      <vt:lpstr>Présentation de l’entreprise Crédit Agricole Filiales</vt:lpstr>
      <vt:lpstr>Présentation de l’entreprise Crédit Agricole Technologies et Services</vt:lpstr>
      <vt:lpstr>Présentation de l’entreprise Tribu Échanges et Flux</vt:lpstr>
      <vt:lpstr>Présentation de l’entreprise Squad Instant Payment</vt:lpstr>
      <vt:lpstr>Présentation de l’entreprise Squad Instant Payment</vt:lpstr>
      <vt:lpstr>Présentation PowerPoint</vt:lpstr>
      <vt:lpstr>Présentation du projet Contexte et Existant</vt:lpstr>
      <vt:lpstr>Présentation du projet Problématique</vt:lpstr>
      <vt:lpstr>Présentation du projet Objectifs</vt:lpstr>
      <vt:lpstr>Présentation du projet Planning prévisionnel</vt:lpstr>
      <vt:lpstr>Présentation du projet Budget prévisionnel</vt:lpstr>
      <vt:lpstr>Présentation PowerPoint</vt:lpstr>
      <vt:lpstr>Zoom Technique METHODOLOGIE  Scrum Agile</vt:lpstr>
      <vt:lpstr>Zoom Technique METHODOLOGIE  Scrum Agile</vt:lpstr>
      <vt:lpstr>Zoom Technique METHODOLOGIE  Produit Minimum Viable PMV</vt:lpstr>
      <vt:lpstr>Zoom Technique Choix de la solution</vt:lpstr>
      <vt:lpstr>Zoom Technique Outils utilisés</vt:lpstr>
      <vt:lpstr>Zoom Technique API</vt:lpstr>
      <vt:lpstr>Zoom Technique API</vt:lpstr>
      <vt:lpstr>Zoom Technique Web App</vt:lpstr>
      <vt:lpstr>Zoom Technique Web App</vt:lpstr>
      <vt:lpstr>Zoom Technique Sécurité &amp; habilitations</vt:lpstr>
      <vt:lpstr>Zoom Technique Sécurité &amp; habilitations</vt:lpstr>
      <vt:lpstr>Zoom Technique Fabrication </vt:lpstr>
      <vt:lpstr>Zoom Technique Tests</vt:lpstr>
      <vt:lpstr>Zoom Technique Déploiement</vt:lpstr>
      <vt:lpstr>Zoom Technique Déploiement</vt:lpstr>
      <vt:lpstr>Zoom Technique Déploiement</vt:lpstr>
      <vt:lpstr>Zoom Technique Finalisation </vt:lpstr>
      <vt:lpstr>Zoom Technique Migration (ancienne) </vt:lpstr>
      <vt:lpstr>Zoom Technique Migration (nouvelle) </vt:lpstr>
      <vt:lpstr>Zoom Technique Pérennisation </vt:lpstr>
      <vt:lpstr>Présentation PowerPoint</vt:lpstr>
      <vt:lpstr>Bilan de l’étude Analyse des résultats </vt:lpstr>
      <vt:lpstr>Bilan de l’étude Analyse des coûts </vt:lpstr>
      <vt:lpstr>Présentation PowerPoint</vt:lpstr>
      <vt:lpstr>Présentation PowerPoint</vt:lpstr>
      <vt:lpstr>Format Guide Workshop</vt:lpstr>
    </vt:vector>
  </TitlesOfParts>
  <Manager>Communication CA-TS</Manager>
  <Company>Crédit Agricole Technologies et Services</Company>
  <LinksUpToDate>false</LinksUpToDate>
  <SharedDoc>false</SharedDoc>
  <HyperlinkBase>Modèles bureautique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Plénières et réunions</dc:title>
  <dc:subject>Modèle Powerpoint CA-TS</dc:subject>
  <dc:creator>Anne-Marie.PLANE@ca-ts.fr</dc:creator>
  <cp:keywords>2019 ; modèle; bureautique</cp:keywords>
  <cp:lastModifiedBy>POULAIN Jeremy</cp:lastModifiedBy>
  <cp:revision>52</cp:revision>
  <cp:lastPrinted>2018-11-13T08:56:24Z</cp:lastPrinted>
  <dcterms:created xsi:type="dcterms:W3CDTF">2018-06-13T13:46:07Z</dcterms:created>
  <dcterms:modified xsi:type="dcterms:W3CDTF">2024-07-02T14:32:44Z</dcterms:modified>
  <cp:category>2019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 Name">
    <vt:lpwstr>Grid Format</vt:lpwstr>
  </property>
  <property fmtid="{D5CDD505-2E9C-101B-9397-08002B2CF9AE}" pid="3" name="Template Name">
    <vt:lpwstr>16x9</vt:lpwstr>
  </property>
  <property fmtid="{D5CDD505-2E9C-101B-9397-08002B2CF9AE}" pid="4" name="lqminfo">
    <vt:i4>2</vt:i4>
  </property>
  <property fmtid="{D5CDD505-2E9C-101B-9397-08002B2CF9AE}" pid="5" name="lqmsess">
    <vt:lpwstr>66add8c6-c0fd-445a-b022-2f545fe35589</vt:lpwstr>
  </property>
  <property fmtid="{D5CDD505-2E9C-101B-9397-08002B2CF9AE}" pid="6" name="_AdHocReviewCycleID">
    <vt:i4>-89489451</vt:i4>
  </property>
  <property fmtid="{D5CDD505-2E9C-101B-9397-08002B2CF9AE}" pid="7" name="_NewReviewCycle">
    <vt:lpwstr/>
  </property>
  <property fmtid="{D5CDD505-2E9C-101B-9397-08002B2CF9AE}" pid="8" name="_EmailSubject">
    <vt:lpwstr>template</vt:lpwstr>
  </property>
  <property fmtid="{D5CDD505-2E9C-101B-9397-08002B2CF9AE}" pid="9" name="_AuthorEmail">
    <vt:lpwstr>Jeremy.POULAIN@ca-ts.fr</vt:lpwstr>
  </property>
  <property fmtid="{D5CDD505-2E9C-101B-9397-08002B2CF9AE}" pid="10" name="_AuthorEmailDisplayName">
    <vt:lpwstr>POULAIN Jeremy</vt:lpwstr>
  </property>
  <property fmtid="{D5CDD505-2E9C-101B-9397-08002B2CF9AE}" pid="11" name="_PreviousAdHocReviewCycleID">
    <vt:i4>-148024136</vt:i4>
  </property>
  <property fmtid="{D5CDD505-2E9C-101B-9397-08002B2CF9AE}" pid="12" name="ContentTypeId">
    <vt:lpwstr>0x010100ED64BE3243F193479D666DC433438375</vt:lpwstr>
  </property>
  <property fmtid="{D5CDD505-2E9C-101B-9397-08002B2CF9AE}" pid="13" name="CATSTag">
    <vt:lpwstr/>
  </property>
  <property fmtid="{D5CDD505-2E9C-101B-9397-08002B2CF9AE}" pid="14" name="MediaServiceImageTags">
    <vt:lpwstr/>
  </property>
  <property fmtid="{D5CDD505-2E9C-101B-9397-08002B2CF9AE}" pid="15" name="MSIP_Label_3858d678-0087-4cf9-899e-95d7dd211b1f_Enabled">
    <vt:lpwstr>true</vt:lpwstr>
  </property>
  <property fmtid="{D5CDD505-2E9C-101B-9397-08002B2CF9AE}" pid="16" name="MSIP_Label_3858d678-0087-4cf9-899e-95d7dd211b1f_SetDate">
    <vt:lpwstr>2023-02-21T08:09:14Z</vt:lpwstr>
  </property>
  <property fmtid="{D5CDD505-2E9C-101B-9397-08002B2CF9AE}" pid="17" name="MSIP_Label_3858d678-0087-4cf9-899e-95d7dd211b1f_Method">
    <vt:lpwstr>Privileged</vt:lpwstr>
  </property>
  <property fmtid="{D5CDD505-2E9C-101B-9397-08002B2CF9AE}" pid="18" name="MSIP_Label_3858d678-0087-4cf9-899e-95d7dd211b1f_Name">
    <vt:lpwstr>Usage Interne - C2</vt:lpwstr>
  </property>
  <property fmtid="{D5CDD505-2E9C-101B-9397-08002B2CF9AE}" pid="19" name="MSIP_Label_3858d678-0087-4cf9-899e-95d7dd211b1f_SiteId">
    <vt:lpwstr>fb3baf17-c313-474c-8d5d-577a3ec97a32</vt:lpwstr>
  </property>
  <property fmtid="{D5CDD505-2E9C-101B-9397-08002B2CF9AE}" pid="20" name="MSIP_Label_3858d678-0087-4cf9-899e-95d7dd211b1f_ActionId">
    <vt:lpwstr>18cb2e11-4740-4e3b-9834-799f34b27896</vt:lpwstr>
  </property>
  <property fmtid="{D5CDD505-2E9C-101B-9397-08002B2CF9AE}" pid="21" name="MSIP_Label_3858d678-0087-4cf9-899e-95d7dd211b1f_ContentBits">
    <vt:lpwstr>0</vt:lpwstr>
  </property>
</Properties>
</file>